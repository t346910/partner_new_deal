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</p:sldMasterIdLst>
  <p:notesMasterIdLst>
    <p:notesMasterId r:id="rId9"/>
  </p:notesMasterIdLst>
  <p:handoutMasterIdLst>
    <p:handoutMasterId r:id="rId10"/>
  </p:handoutMasterIdLst>
  <p:sldIdLst>
    <p:sldId id="2147483504" r:id="rId5"/>
    <p:sldId id="2147483510" r:id="rId6"/>
    <p:sldId id="2147483508" r:id="rId7"/>
    <p:sldId id="2147483509" r:id="rId8"/>
  </p:sldIdLst>
  <p:sldSz cx="12192000" cy="6858000"/>
  <p:notesSz cx="6858000" cy="9144000"/>
  <p:embeddedFontLst>
    <p:embeddedFont>
      <p:font typeface="Telenor Evolution ExBd Slanted" pitchFamily="50" charset="0"/>
      <p:bold r:id="rId11"/>
    </p:embeddedFont>
    <p:embeddedFont>
      <p:font typeface="Telenor Evolution Light" pitchFamily="50" charset="0"/>
      <p:regular r:id="rId12"/>
    </p:embeddedFont>
    <p:embeddedFont>
      <p:font typeface="Telenor Evolution Medium" pitchFamily="50" charset="0"/>
      <p:regular r:id="rId13"/>
    </p:embeddedFont>
    <p:embeddedFont>
      <p:font typeface="Telenor Evolution PPT Light" panose="020B0604020202020204" charset="0"/>
      <p:regular r:id="rId14"/>
    </p:embeddedFont>
    <p:embeddedFont>
      <p:font typeface="Telenor Evolution UI Light" pitchFamily="50" charset="0"/>
      <p:regular r:id="rId15"/>
    </p:embeddedFont>
    <p:embeddedFont>
      <p:font typeface="TelenorEvolution PPT" pitchFamily="2" charset="0"/>
      <p:regular r:id="rId16"/>
      <p:bold r:id="rId17"/>
      <p:italic r:id="rId18"/>
      <p:boldItalic r:id="rId19"/>
    </p:embeddedFont>
    <p:embeddedFont>
      <p:font typeface="TelenorEvolutionPPT-Light" pitchFamily="2" charset="0"/>
      <p:regular r:id="rId20"/>
    </p:embeddedFont>
  </p:embeddedFontLst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0AD"/>
    <a:srgbClr val="F6FFF7"/>
    <a:srgbClr val="FFFDEC"/>
    <a:srgbClr val="FFF9F6"/>
    <a:srgbClr val="FFF5FA"/>
    <a:srgbClr val="FFD0AE"/>
    <a:srgbClr val="FFF5F9"/>
    <a:srgbClr val="FFB8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9B9384-6BD1-426D-8AD5-80C76C305865}" v="1" dt="2026-06-16T07:56:00.739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Ingen stil, tabellrutenett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Ingen stil, ingen rutenett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ys stil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iddels stil 2 – uthev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ys stil 2 – utheving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19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>
            <a:extLst>
              <a:ext uri="{FF2B5EF4-FFF2-40B4-BE49-F238E27FC236}">
                <a16:creationId xmlns:a16="http://schemas.microsoft.com/office/drawing/2014/main" id="{192D7BEB-D096-76FF-553B-849C0BA62CE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B3E5A3A9-4556-3B71-70C0-771DAA4246F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6EA20-0840-4B60-A7DF-47983B442C9F}" type="datetimeFigureOut">
              <a:rPr lang="nb-NO" smtClean="0"/>
              <a:t>16.06.2026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2C871261-EFDF-13D4-5403-7C38F73D7B0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FD8168DE-04AE-0909-7A08-E28AF70F06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E3234-8599-4DD5-94C8-355D0E04706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9546292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C1E7B-BF52-F34C-A8A5-3EDA31C48EEC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2A2A1D-4381-7944-A115-0AF78503C2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4770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423C1-B979-F1C7-69F3-85760CD07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37F12E-A725-CD8E-2847-7BE006AF11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4F48E9-D2FB-0484-2376-8C7352A8D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5FD2D-E8E0-97E1-7587-909CE8FC72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2A2A1D-4381-7944-A115-0AF78503C25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25160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0C0B7-DEA5-AC52-EA58-6AE7D1966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E297E0-1EFF-9AF4-DFB1-003CF9A82D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D758AC-B73B-D8AC-BA07-ABCD9056E9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4742A-8E57-7BF5-197D-3E0A2C8095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2A2A1D-4381-7944-A115-0AF78503C25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3105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llo.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23DDE6-ECA6-4DD5-40CF-3446748F55EC}"/>
              </a:ext>
            </a:extLst>
          </p:cNvPr>
          <p:cNvSpPr txBox="1"/>
          <p:nvPr userDrawn="1"/>
        </p:nvSpPr>
        <p:spPr>
          <a:xfrm>
            <a:off x="555674" y="-338562"/>
            <a:ext cx="7994176" cy="378565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24000" b="1" i="1" u="none" strike="noStrike" kern="1200" cap="none" spc="-40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Hello.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1A1DC-DE9F-C67C-ADF3-64BBE23D76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D19AB46E-DC85-4C4D-9656-6951CE292F4E}" type="datetime1">
              <a:rPr lang="nb-NO" smtClean="0"/>
              <a:t>16.06.2026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74D820D-5D8B-6088-1CEE-FC8EF9121C8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8D96880-8CDF-F2CC-FB31-E84207A7D11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8748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reak.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</p:txBody>
      </p:sp>
      <p:sp>
        <p:nvSpPr>
          <p:cNvPr id="2" name="Freeform 1" descr="Break">
            <a:extLst>
              <a:ext uri="{FF2B5EF4-FFF2-40B4-BE49-F238E27FC236}">
                <a16:creationId xmlns:a16="http://schemas.microsoft.com/office/drawing/2014/main" id="{8A4CA4EB-403B-867E-F3FB-6138CD34632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Aspect="1"/>
          </p:cNvSpPr>
          <p:nvPr userDrawn="1"/>
        </p:nvSpPr>
        <p:spPr>
          <a:xfrm>
            <a:off x="542970" y="541279"/>
            <a:ext cx="10014529" cy="2196149"/>
          </a:xfrm>
          <a:custGeom>
            <a:avLst/>
            <a:gdLst>
              <a:gd name="connsiteX0" fmla="*/ 9700453 w 10013225"/>
              <a:gd name="connsiteY0" fmla="*/ 1576563 h 2196149"/>
              <a:gd name="connsiteX1" fmla="*/ 10013225 w 10013225"/>
              <a:gd name="connsiteY1" fmla="*/ 1883314 h 2196149"/>
              <a:gd name="connsiteX2" fmla="*/ 9700453 w 10013225"/>
              <a:gd name="connsiteY2" fmla="*/ 2193107 h 2196149"/>
              <a:gd name="connsiteX3" fmla="*/ 9387679 w 10013225"/>
              <a:gd name="connsiteY3" fmla="*/ 1883314 h 2196149"/>
              <a:gd name="connsiteX4" fmla="*/ 9700453 w 10013225"/>
              <a:gd name="connsiteY4" fmla="*/ 1576563 h 2196149"/>
              <a:gd name="connsiteX5" fmla="*/ 7060162 w 10013225"/>
              <a:gd name="connsiteY5" fmla="*/ 1315046 h 2196149"/>
              <a:gd name="connsiteX6" fmla="*/ 7039057 w 10013225"/>
              <a:gd name="connsiteY6" fmla="*/ 1328048 h 2196149"/>
              <a:gd name="connsiteX7" fmla="*/ 6689504 w 10013225"/>
              <a:gd name="connsiteY7" fmla="*/ 1518255 h 2196149"/>
              <a:gd name="connsiteX8" fmla="*/ 6566856 w 10013225"/>
              <a:gd name="connsiteY8" fmla="*/ 1539695 h 2196149"/>
              <a:gd name="connsiteX9" fmla="*/ 6346105 w 10013225"/>
              <a:gd name="connsiteY9" fmla="*/ 1735987 h 2196149"/>
              <a:gd name="connsiteX10" fmla="*/ 6539272 w 10013225"/>
              <a:gd name="connsiteY10" fmla="*/ 1886284 h 2196149"/>
              <a:gd name="connsiteX11" fmla="*/ 6539272 w 10013225"/>
              <a:gd name="connsiteY11" fmla="*/ 1886356 h 2196149"/>
              <a:gd name="connsiteX12" fmla="*/ 7039057 w 10013225"/>
              <a:gd name="connsiteY12" fmla="*/ 1481459 h 2196149"/>
              <a:gd name="connsiteX13" fmla="*/ 7069756 w 10013225"/>
              <a:gd name="connsiteY13" fmla="*/ 1334204 h 2196149"/>
              <a:gd name="connsiteX14" fmla="*/ 7060162 w 10013225"/>
              <a:gd name="connsiteY14" fmla="*/ 1315046 h 2196149"/>
              <a:gd name="connsiteX15" fmla="*/ 728932 w 10013225"/>
              <a:gd name="connsiteY15" fmla="*/ 1254528 h 2196149"/>
              <a:gd name="connsiteX16" fmla="*/ 710542 w 10013225"/>
              <a:gd name="connsiteY16" fmla="*/ 1269884 h 2196149"/>
              <a:gd name="connsiteX17" fmla="*/ 618521 w 10013225"/>
              <a:gd name="connsiteY17" fmla="*/ 1711576 h 2196149"/>
              <a:gd name="connsiteX18" fmla="*/ 636910 w 10013225"/>
              <a:gd name="connsiteY18" fmla="*/ 1733016 h 2196149"/>
              <a:gd name="connsiteX19" fmla="*/ 636982 w 10013225"/>
              <a:gd name="connsiteY19" fmla="*/ 1733016 h 2196149"/>
              <a:gd name="connsiteX20" fmla="*/ 1050900 w 10013225"/>
              <a:gd name="connsiteY20" fmla="*/ 1733016 h 2196149"/>
              <a:gd name="connsiteX21" fmla="*/ 1449469 w 10013225"/>
              <a:gd name="connsiteY21" fmla="*/ 1447778 h 2196149"/>
              <a:gd name="connsiteX22" fmla="*/ 1164353 w 10013225"/>
              <a:gd name="connsiteY22" fmla="*/ 1254528 h 2196149"/>
              <a:gd name="connsiteX23" fmla="*/ 4331615 w 10013225"/>
              <a:gd name="connsiteY23" fmla="*/ 883313 h 2196149"/>
              <a:gd name="connsiteX24" fmla="*/ 3923851 w 10013225"/>
              <a:gd name="connsiteY24" fmla="*/ 1183907 h 2196149"/>
              <a:gd name="connsiteX25" fmla="*/ 3939200 w 10013225"/>
              <a:gd name="connsiteY25" fmla="*/ 1205347 h 2196149"/>
              <a:gd name="connsiteX26" fmla="*/ 3939200 w 10013225"/>
              <a:gd name="connsiteY26" fmla="*/ 1205420 h 2196149"/>
              <a:gd name="connsiteX27" fmla="*/ 4598413 w 10013225"/>
              <a:gd name="connsiteY27" fmla="*/ 1205420 h 2196149"/>
              <a:gd name="connsiteX28" fmla="*/ 4619844 w 10013225"/>
              <a:gd name="connsiteY28" fmla="*/ 1187022 h 2196149"/>
              <a:gd name="connsiteX29" fmla="*/ 4331615 w 10013225"/>
              <a:gd name="connsiteY29" fmla="*/ 883313 h 2196149"/>
              <a:gd name="connsiteX30" fmla="*/ 3445569 w 10013225"/>
              <a:gd name="connsiteY30" fmla="*/ 536796 h 2196149"/>
              <a:gd name="connsiteX31" fmla="*/ 3500738 w 10013225"/>
              <a:gd name="connsiteY31" fmla="*/ 604303 h 2196149"/>
              <a:gd name="connsiteX32" fmla="*/ 3439416 w 10013225"/>
              <a:gd name="connsiteY32" fmla="*/ 901855 h 2196149"/>
              <a:gd name="connsiteX33" fmla="*/ 3371938 w 10013225"/>
              <a:gd name="connsiteY33" fmla="*/ 957048 h 2196149"/>
              <a:gd name="connsiteX34" fmla="*/ 2887500 w 10013225"/>
              <a:gd name="connsiteY34" fmla="*/ 1085906 h 2196149"/>
              <a:gd name="connsiteX35" fmla="*/ 2642205 w 10013225"/>
              <a:gd name="connsiteY35" fmla="*/ 1506158 h 2196149"/>
              <a:gd name="connsiteX36" fmla="*/ 2519558 w 10013225"/>
              <a:gd name="connsiteY36" fmla="*/ 2092063 h 2196149"/>
              <a:gd name="connsiteX37" fmla="*/ 2452079 w 10013225"/>
              <a:gd name="connsiteY37" fmla="*/ 2147257 h 2196149"/>
              <a:gd name="connsiteX38" fmla="*/ 2071902 w 10013225"/>
              <a:gd name="connsiteY38" fmla="*/ 2147257 h 2196149"/>
              <a:gd name="connsiteX39" fmla="*/ 2019773 w 10013225"/>
              <a:gd name="connsiteY39" fmla="*/ 2079750 h 2196149"/>
              <a:gd name="connsiteX40" fmla="*/ 2019773 w 10013225"/>
              <a:gd name="connsiteY40" fmla="*/ 2079677 h 2196149"/>
              <a:gd name="connsiteX41" fmla="*/ 2326392 w 10013225"/>
              <a:gd name="connsiteY41" fmla="*/ 619586 h 2196149"/>
              <a:gd name="connsiteX42" fmla="*/ 2393870 w 10013225"/>
              <a:gd name="connsiteY42" fmla="*/ 564393 h 2196149"/>
              <a:gd name="connsiteX43" fmla="*/ 2758771 w 10013225"/>
              <a:gd name="connsiteY43" fmla="*/ 564393 h 2196149"/>
              <a:gd name="connsiteX44" fmla="*/ 2813942 w 10013225"/>
              <a:gd name="connsiteY44" fmla="*/ 631900 h 2196149"/>
              <a:gd name="connsiteX45" fmla="*/ 2737269 w 10013225"/>
              <a:gd name="connsiteY45" fmla="*/ 1042953 h 2196149"/>
              <a:gd name="connsiteX46" fmla="*/ 2764854 w 10013225"/>
              <a:gd name="connsiteY46" fmla="*/ 1052152 h 2196149"/>
              <a:gd name="connsiteX47" fmla="*/ 3445569 w 10013225"/>
              <a:gd name="connsiteY47" fmla="*/ 536796 h 2196149"/>
              <a:gd name="connsiteX48" fmla="*/ 4368467 w 10013225"/>
              <a:gd name="connsiteY48" fmla="*/ 515212 h 2196149"/>
              <a:gd name="connsiteX49" fmla="*/ 5095158 w 10013225"/>
              <a:gd name="connsiteY49" fmla="*/ 1159353 h 2196149"/>
              <a:gd name="connsiteX50" fmla="*/ 5061418 w 10013225"/>
              <a:gd name="connsiteY50" fmla="*/ 1407796 h 2196149"/>
              <a:gd name="connsiteX51" fmla="*/ 4993941 w 10013225"/>
              <a:gd name="connsiteY51" fmla="*/ 1459947 h 2196149"/>
              <a:gd name="connsiteX52" fmla="*/ 3874836 w 10013225"/>
              <a:gd name="connsiteY52" fmla="*/ 1459947 h 2196149"/>
              <a:gd name="connsiteX53" fmla="*/ 3856446 w 10013225"/>
              <a:gd name="connsiteY53" fmla="*/ 1478345 h 2196149"/>
              <a:gd name="connsiteX54" fmla="*/ 4334728 w 10013225"/>
              <a:gd name="connsiteY54" fmla="*/ 1828048 h 2196149"/>
              <a:gd name="connsiteX55" fmla="*/ 6947108 w 10013225"/>
              <a:gd name="connsiteY55" fmla="*/ 515212 h 2196149"/>
              <a:gd name="connsiteX56" fmla="*/ 7612475 w 10013225"/>
              <a:gd name="connsiteY56" fmla="*/ 1091918 h 2196149"/>
              <a:gd name="connsiteX57" fmla="*/ 7403959 w 10013225"/>
              <a:gd name="connsiteY57" fmla="*/ 2091919 h 2196149"/>
              <a:gd name="connsiteX58" fmla="*/ 7336481 w 10013225"/>
              <a:gd name="connsiteY58" fmla="*/ 2147112 h 2196149"/>
              <a:gd name="connsiteX59" fmla="*/ 6983887 w 10013225"/>
              <a:gd name="connsiteY59" fmla="*/ 2147112 h 2196149"/>
              <a:gd name="connsiteX60" fmla="*/ 6928718 w 10013225"/>
              <a:gd name="connsiteY60" fmla="*/ 2079606 h 2196149"/>
              <a:gd name="connsiteX61" fmla="*/ 6974693 w 10013225"/>
              <a:gd name="connsiteY61" fmla="*/ 1809650 h 2196149"/>
              <a:gd name="connsiteX62" fmla="*/ 6944067 w 10013225"/>
              <a:gd name="connsiteY62" fmla="*/ 1800451 h 2196149"/>
              <a:gd name="connsiteX63" fmla="*/ 6303244 w 10013225"/>
              <a:gd name="connsiteY63" fmla="*/ 2196149 h 2196149"/>
              <a:gd name="connsiteX64" fmla="*/ 5834157 w 10013225"/>
              <a:gd name="connsiteY64" fmla="*/ 1803493 h 2196149"/>
              <a:gd name="connsiteX65" fmla="*/ 6432045 w 10013225"/>
              <a:gd name="connsiteY65" fmla="*/ 1312692 h 2196149"/>
              <a:gd name="connsiteX66" fmla="*/ 6655910 w 10013225"/>
              <a:gd name="connsiteY66" fmla="*/ 1294294 h 2196149"/>
              <a:gd name="connsiteX67" fmla="*/ 7128111 w 10013225"/>
              <a:gd name="connsiteY67" fmla="*/ 1061135 h 2196149"/>
              <a:gd name="connsiteX68" fmla="*/ 6867466 w 10013225"/>
              <a:gd name="connsiteY68" fmla="*/ 883241 h 2196149"/>
              <a:gd name="connsiteX69" fmla="*/ 4319524 w 10013225"/>
              <a:gd name="connsiteY69" fmla="*/ 2196077 h 2196149"/>
              <a:gd name="connsiteX70" fmla="*/ 3396626 w 10013225"/>
              <a:gd name="connsiteY70" fmla="*/ 1459874 h 2196149"/>
              <a:gd name="connsiteX71" fmla="*/ 3396481 w 10013225"/>
              <a:gd name="connsiteY71" fmla="*/ 1460019 h 2196149"/>
              <a:gd name="connsiteX72" fmla="*/ 4368467 w 10013225"/>
              <a:gd name="connsiteY72" fmla="*/ 515212 h 2196149"/>
              <a:gd name="connsiteX73" fmla="*/ 906750 w 10013225"/>
              <a:gd name="connsiteY73" fmla="*/ 414023 h 2196149"/>
              <a:gd name="connsiteX74" fmla="*/ 888359 w 10013225"/>
              <a:gd name="connsiteY74" fmla="*/ 429379 h 2196149"/>
              <a:gd name="connsiteX75" fmla="*/ 793296 w 10013225"/>
              <a:gd name="connsiteY75" fmla="*/ 868029 h 2196149"/>
              <a:gd name="connsiteX76" fmla="*/ 811687 w 10013225"/>
              <a:gd name="connsiteY76" fmla="*/ 889469 h 2196149"/>
              <a:gd name="connsiteX77" fmla="*/ 811758 w 10013225"/>
              <a:gd name="connsiteY77" fmla="*/ 889469 h 2196149"/>
              <a:gd name="connsiteX78" fmla="*/ 1201133 w 10013225"/>
              <a:gd name="connsiteY78" fmla="*/ 889469 h 2196149"/>
              <a:gd name="connsiteX79" fmla="*/ 1553726 w 10013225"/>
              <a:gd name="connsiteY79" fmla="*/ 604231 h 2196149"/>
              <a:gd name="connsiteX80" fmla="*/ 1323779 w 10013225"/>
              <a:gd name="connsiteY80" fmla="*/ 414023 h 2196149"/>
              <a:gd name="connsiteX81" fmla="*/ 489863 w 10013225"/>
              <a:gd name="connsiteY81" fmla="*/ 0 h 2196149"/>
              <a:gd name="connsiteX82" fmla="*/ 1581383 w 10013225"/>
              <a:gd name="connsiteY82" fmla="*/ 0 h 2196149"/>
              <a:gd name="connsiteX83" fmla="*/ 2139451 w 10013225"/>
              <a:gd name="connsiteY83" fmla="*/ 404897 h 2196149"/>
              <a:gd name="connsiteX84" fmla="*/ 1535409 w 10013225"/>
              <a:gd name="connsiteY84" fmla="*/ 944807 h 2196149"/>
              <a:gd name="connsiteX85" fmla="*/ 1532368 w 10013225"/>
              <a:gd name="connsiteY85" fmla="*/ 978561 h 2196149"/>
              <a:gd name="connsiteX86" fmla="*/ 1998415 w 10013225"/>
              <a:gd name="connsiteY86" fmla="*/ 1426410 h 2196149"/>
              <a:gd name="connsiteX87" fmla="*/ 1063208 w 10013225"/>
              <a:gd name="connsiteY87" fmla="*/ 2147257 h 2196149"/>
              <a:gd name="connsiteX88" fmla="*/ 54443 w 10013225"/>
              <a:gd name="connsiteY88" fmla="*/ 2147257 h 2196149"/>
              <a:gd name="connsiteX89" fmla="*/ 2313 w 10013225"/>
              <a:gd name="connsiteY89" fmla="*/ 2079750 h 2196149"/>
              <a:gd name="connsiteX90" fmla="*/ 2313 w 10013225"/>
              <a:gd name="connsiteY90" fmla="*/ 2079677 h 2196149"/>
              <a:gd name="connsiteX91" fmla="*/ 422386 w 10013225"/>
              <a:gd name="connsiteY91" fmla="*/ 55193 h 2196149"/>
              <a:gd name="connsiteX92" fmla="*/ 489863 w 10013225"/>
              <a:gd name="connsiteY92" fmla="*/ 0 h 2196149"/>
              <a:gd name="connsiteX93" fmla="*/ 8115228 w 10013225"/>
              <a:gd name="connsiteY93" fmla="*/ 0 h 2196149"/>
              <a:gd name="connsiteX94" fmla="*/ 8477017 w 10013225"/>
              <a:gd name="connsiteY94" fmla="*/ 0 h 2196149"/>
              <a:gd name="connsiteX95" fmla="*/ 8529146 w 10013225"/>
              <a:gd name="connsiteY95" fmla="*/ 67507 h 2196149"/>
              <a:gd name="connsiteX96" fmla="*/ 8391149 w 10013225"/>
              <a:gd name="connsiteY96" fmla="*/ 723961 h 2196149"/>
              <a:gd name="connsiteX97" fmla="*/ 8277697 w 10013225"/>
              <a:gd name="connsiteY97" fmla="*/ 1190208 h 2196149"/>
              <a:gd name="connsiteX98" fmla="*/ 8308395 w 10013225"/>
              <a:gd name="connsiteY98" fmla="*/ 1205564 h 2196149"/>
              <a:gd name="connsiteX99" fmla="*/ 8697769 w 10013225"/>
              <a:gd name="connsiteY99" fmla="*/ 846662 h 2196149"/>
              <a:gd name="connsiteX100" fmla="*/ 8995192 w 10013225"/>
              <a:gd name="connsiteY100" fmla="*/ 592062 h 2196149"/>
              <a:gd name="connsiteX101" fmla="*/ 9071865 w 10013225"/>
              <a:gd name="connsiteY101" fmla="*/ 564465 h 2196149"/>
              <a:gd name="connsiteX102" fmla="*/ 9476588 w 10013225"/>
              <a:gd name="connsiteY102" fmla="*/ 564465 h 2196149"/>
              <a:gd name="connsiteX103" fmla="*/ 9507286 w 10013225"/>
              <a:gd name="connsiteY103" fmla="*/ 641171 h 2196149"/>
              <a:gd name="connsiteX104" fmla="*/ 9154692 w 10013225"/>
              <a:gd name="connsiteY104" fmla="*/ 944880 h 2196149"/>
              <a:gd name="connsiteX105" fmla="*/ 8817447 w 10013225"/>
              <a:gd name="connsiteY105" fmla="*/ 1208678 h 2196149"/>
              <a:gd name="connsiteX106" fmla="*/ 8829683 w 10013225"/>
              <a:gd name="connsiteY106" fmla="*/ 1245474 h 2196149"/>
              <a:gd name="connsiteX107" fmla="*/ 9154692 w 10013225"/>
              <a:gd name="connsiteY107" fmla="*/ 1558382 h 2196149"/>
              <a:gd name="connsiteX108" fmla="*/ 9265104 w 10013225"/>
              <a:gd name="connsiteY108" fmla="*/ 2079822 h 2196149"/>
              <a:gd name="connsiteX109" fmla="*/ 9212975 w 10013225"/>
              <a:gd name="connsiteY109" fmla="*/ 2147329 h 2196149"/>
              <a:gd name="connsiteX110" fmla="*/ 8851186 w 10013225"/>
              <a:gd name="connsiteY110" fmla="*/ 2147329 h 2196149"/>
              <a:gd name="connsiteX111" fmla="*/ 8783709 w 10013225"/>
              <a:gd name="connsiteY111" fmla="*/ 2092136 h 2196149"/>
              <a:gd name="connsiteX112" fmla="*/ 8719344 w 10013225"/>
              <a:gd name="connsiteY112" fmla="*/ 1757788 h 2196149"/>
              <a:gd name="connsiteX113" fmla="*/ 8507788 w 10013225"/>
              <a:gd name="connsiteY113" fmla="*/ 1561496 h 2196149"/>
              <a:gd name="connsiteX114" fmla="*/ 8397376 w 10013225"/>
              <a:gd name="connsiteY114" fmla="*/ 1561496 h 2196149"/>
              <a:gd name="connsiteX115" fmla="*/ 8375945 w 10013225"/>
              <a:gd name="connsiteY115" fmla="*/ 1570695 h 2196149"/>
              <a:gd name="connsiteX116" fmla="*/ 8191974 w 10013225"/>
              <a:gd name="connsiteY116" fmla="*/ 1720992 h 2196149"/>
              <a:gd name="connsiteX117" fmla="*/ 8179738 w 10013225"/>
              <a:gd name="connsiteY117" fmla="*/ 1742432 h 2196149"/>
              <a:gd name="connsiteX118" fmla="*/ 8103065 w 10013225"/>
              <a:gd name="connsiteY118" fmla="*/ 2092136 h 2196149"/>
              <a:gd name="connsiteX119" fmla="*/ 8035587 w 10013225"/>
              <a:gd name="connsiteY119" fmla="*/ 2147329 h 2196149"/>
              <a:gd name="connsiteX120" fmla="*/ 7670685 w 10013225"/>
              <a:gd name="connsiteY120" fmla="*/ 2147329 h 2196149"/>
              <a:gd name="connsiteX121" fmla="*/ 7618556 w 10013225"/>
              <a:gd name="connsiteY121" fmla="*/ 2079822 h 2196149"/>
              <a:gd name="connsiteX122" fmla="*/ 7618484 w 10013225"/>
              <a:gd name="connsiteY122" fmla="*/ 2079677 h 2196149"/>
              <a:gd name="connsiteX123" fmla="*/ 8047751 w 10013225"/>
              <a:gd name="connsiteY123" fmla="*/ 55193 h 2196149"/>
              <a:gd name="connsiteX124" fmla="*/ 8115228 w 10013225"/>
              <a:gd name="connsiteY124" fmla="*/ 0 h 2196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</a:cxnLst>
            <a:rect l="l" t="t" r="r" b="b"/>
            <a:pathLst>
              <a:path w="10013225" h="2196149">
                <a:moveTo>
                  <a:pt x="9700453" y="1576563"/>
                </a:moveTo>
                <a:cubicBezTo>
                  <a:pt x="9875229" y="1576563"/>
                  <a:pt x="10013225" y="1711504"/>
                  <a:pt x="10013225" y="1883314"/>
                </a:cubicBezTo>
                <a:cubicBezTo>
                  <a:pt x="10013225" y="2055124"/>
                  <a:pt x="9875229" y="2193107"/>
                  <a:pt x="9700453" y="2193107"/>
                </a:cubicBezTo>
                <a:cubicBezTo>
                  <a:pt x="9525676" y="2193107"/>
                  <a:pt x="9387679" y="2055051"/>
                  <a:pt x="9387679" y="1883314"/>
                </a:cubicBezTo>
                <a:cubicBezTo>
                  <a:pt x="9387679" y="1711504"/>
                  <a:pt x="9525676" y="1576563"/>
                  <a:pt x="9700453" y="1576563"/>
                </a:cubicBezTo>
                <a:close/>
                <a:moveTo>
                  <a:pt x="7060162" y="1315046"/>
                </a:moveTo>
                <a:cubicBezTo>
                  <a:pt x="7053646" y="1312747"/>
                  <a:pt x="7045211" y="1315807"/>
                  <a:pt x="7039057" y="1328048"/>
                </a:cubicBezTo>
                <a:cubicBezTo>
                  <a:pt x="6989969" y="1426193"/>
                  <a:pt x="6885784" y="1484502"/>
                  <a:pt x="6689504" y="1518255"/>
                </a:cubicBezTo>
                <a:lnTo>
                  <a:pt x="6566856" y="1539695"/>
                </a:lnTo>
                <a:cubicBezTo>
                  <a:pt x="6428860" y="1564249"/>
                  <a:pt x="6346105" y="1619443"/>
                  <a:pt x="6346105" y="1735987"/>
                </a:cubicBezTo>
                <a:cubicBezTo>
                  <a:pt x="6346105" y="1837247"/>
                  <a:pt x="6410470" y="1889326"/>
                  <a:pt x="6539272" y="1886284"/>
                </a:cubicBezTo>
                <a:lnTo>
                  <a:pt x="6539272" y="1886356"/>
                </a:lnTo>
                <a:cubicBezTo>
                  <a:pt x="6750828" y="1883314"/>
                  <a:pt x="6993082" y="1702305"/>
                  <a:pt x="7039057" y="1481459"/>
                </a:cubicBezTo>
                <a:lnTo>
                  <a:pt x="7069756" y="1334204"/>
                </a:lnTo>
                <a:cubicBezTo>
                  <a:pt x="7071276" y="1325006"/>
                  <a:pt x="7066678" y="1317346"/>
                  <a:pt x="7060162" y="1315046"/>
                </a:cubicBezTo>
                <a:close/>
                <a:moveTo>
                  <a:pt x="728932" y="1254528"/>
                </a:moveTo>
                <a:cubicBezTo>
                  <a:pt x="719737" y="1254528"/>
                  <a:pt x="713583" y="1260685"/>
                  <a:pt x="710542" y="1269884"/>
                </a:cubicBezTo>
                <a:lnTo>
                  <a:pt x="618521" y="1711576"/>
                </a:lnTo>
                <a:cubicBezTo>
                  <a:pt x="615479" y="1726932"/>
                  <a:pt x="624675" y="1733016"/>
                  <a:pt x="636910" y="1733016"/>
                </a:cubicBezTo>
                <a:lnTo>
                  <a:pt x="636982" y="1733016"/>
                </a:lnTo>
                <a:lnTo>
                  <a:pt x="1050900" y="1733016"/>
                </a:lnTo>
                <a:cubicBezTo>
                  <a:pt x="1302349" y="1733016"/>
                  <a:pt x="1449469" y="1625671"/>
                  <a:pt x="1449469" y="1447778"/>
                </a:cubicBezTo>
                <a:cubicBezTo>
                  <a:pt x="1449469" y="1318920"/>
                  <a:pt x="1363600" y="1254528"/>
                  <a:pt x="1164353" y="1254528"/>
                </a:cubicBezTo>
                <a:close/>
                <a:moveTo>
                  <a:pt x="4331615" y="883313"/>
                </a:moveTo>
                <a:cubicBezTo>
                  <a:pt x="4135408" y="883313"/>
                  <a:pt x="3985175" y="993773"/>
                  <a:pt x="3923851" y="1183907"/>
                </a:cubicBezTo>
                <a:cubicBezTo>
                  <a:pt x="3920810" y="1196148"/>
                  <a:pt x="3926892" y="1205347"/>
                  <a:pt x="3939200" y="1205347"/>
                </a:cubicBezTo>
                <a:lnTo>
                  <a:pt x="3939200" y="1205420"/>
                </a:lnTo>
                <a:lnTo>
                  <a:pt x="4598413" y="1205420"/>
                </a:lnTo>
                <a:cubicBezTo>
                  <a:pt x="4607608" y="1205420"/>
                  <a:pt x="4616803" y="1199263"/>
                  <a:pt x="4619844" y="1187022"/>
                </a:cubicBezTo>
                <a:cubicBezTo>
                  <a:pt x="4635193" y="999929"/>
                  <a:pt x="4527822" y="883313"/>
                  <a:pt x="4331615" y="883313"/>
                </a:cubicBezTo>
                <a:close/>
                <a:moveTo>
                  <a:pt x="3445569" y="536796"/>
                </a:moveTo>
                <a:cubicBezTo>
                  <a:pt x="3488502" y="536796"/>
                  <a:pt x="3509933" y="564393"/>
                  <a:pt x="3500738" y="604303"/>
                </a:cubicBezTo>
                <a:lnTo>
                  <a:pt x="3439416" y="901855"/>
                </a:lnTo>
                <a:cubicBezTo>
                  <a:pt x="3433261" y="938651"/>
                  <a:pt x="3408717" y="954006"/>
                  <a:pt x="3371938" y="957048"/>
                </a:cubicBezTo>
                <a:cubicBezTo>
                  <a:pt x="3154227" y="975446"/>
                  <a:pt x="2997840" y="1009200"/>
                  <a:pt x="2887500" y="1085906"/>
                </a:cubicBezTo>
                <a:cubicBezTo>
                  <a:pt x="2783243" y="1162611"/>
                  <a:pt x="2691294" y="1279155"/>
                  <a:pt x="2642205" y="1506158"/>
                </a:cubicBezTo>
                <a:lnTo>
                  <a:pt x="2519558" y="2092063"/>
                </a:lnTo>
                <a:cubicBezTo>
                  <a:pt x="2513403" y="2128859"/>
                  <a:pt x="2488933" y="2147257"/>
                  <a:pt x="2452079" y="2147257"/>
                </a:cubicBezTo>
                <a:lnTo>
                  <a:pt x="2071902" y="2147257"/>
                </a:lnTo>
                <a:cubicBezTo>
                  <a:pt x="2028968" y="2147257"/>
                  <a:pt x="2010577" y="2119660"/>
                  <a:pt x="2019773" y="2079750"/>
                </a:cubicBezTo>
                <a:lnTo>
                  <a:pt x="2019773" y="2079677"/>
                </a:lnTo>
                <a:lnTo>
                  <a:pt x="2326392" y="619586"/>
                </a:lnTo>
                <a:cubicBezTo>
                  <a:pt x="2332546" y="582791"/>
                  <a:pt x="2357018" y="564393"/>
                  <a:pt x="2393870" y="564393"/>
                </a:cubicBezTo>
                <a:lnTo>
                  <a:pt x="2758771" y="564393"/>
                </a:lnTo>
                <a:cubicBezTo>
                  <a:pt x="2798593" y="564393"/>
                  <a:pt x="2820096" y="591989"/>
                  <a:pt x="2813942" y="631900"/>
                </a:cubicBezTo>
                <a:lnTo>
                  <a:pt x="2737269" y="1042953"/>
                </a:lnTo>
                <a:cubicBezTo>
                  <a:pt x="2734228" y="1064393"/>
                  <a:pt x="2755659" y="1070550"/>
                  <a:pt x="2764854" y="1052152"/>
                </a:cubicBezTo>
                <a:cubicBezTo>
                  <a:pt x="2912045" y="681009"/>
                  <a:pt x="3062278" y="552152"/>
                  <a:pt x="3445569" y="536796"/>
                </a:cubicBezTo>
                <a:close/>
                <a:moveTo>
                  <a:pt x="4368467" y="515212"/>
                </a:moveTo>
                <a:cubicBezTo>
                  <a:pt x="4819164" y="515212"/>
                  <a:pt x="5095158" y="779010"/>
                  <a:pt x="5095158" y="1159353"/>
                </a:cubicBezTo>
                <a:cubicBezTo>
                  <a:pt x="5095158" y="1239101"/>
                  <a:pt x="5085963" y="1321963"/>
                  <a:pt x="5061418" y="1407796"/>
                </a:cubicBezTo>
                <a:cubicBezTo>
                  <a:pt x="5052224" y="1444591"/>
                  <a:pt x="5027680" y="1459947"/>
                  <a:pt x="4993941" y="1459947"/>
                </a:cubicBezTo>
                <a:lnTo>
                  <a:pt x="3874836" y="1459947"/>
                </a:lnTo>
                <a:cubicBezTo>
                  <a:pt x="3865641" y="1459947"/>
                  <a:pt x="3856446" y="1466104"/>
                  <a:pt x="3856446" y="1478345"/>
                </a:cubicBezTo>
                <a:cubicBezTo>
                  <a:pt x="3850292" y="1696149"/>
                  <a:pt x="3985248" y="1828048"/>
                  <a:pt x="4334728" y="1828048"/>
                </a:cubicBezTo>
                <a:cubicBezTo>
                  <a:pt x="5441597" y="1828048"/>
                  <a:pt x="5717591" y="515212"/>
                  <a:pt x="6947108" y="515212"/>
                </a:cubicBezTo>
                <a:cubicBezTo>
                  <a:pt x="7477519" y="515212"/>
                  <a:pt x="7682993" y="760613"/>
                  <a:pt x="7612475" y="1091918"/>
                </a:cubicBezTo>
                <a:lnTo>
                  <a:pt x="7403959" y="2091919"/>
                </a:lnTo>
                <a:cubicBezTo>
                  <a:pt x="7397805" y="2128715"/>
                  <a:pt x="7373261" y="2147112"/>
                  <a:pt x="7336481" y="2147112"/>
                </a:cubicBezTo>
                <a:lnTo>
                  <a:pt x="6983887" y="2147112"/>
                </a:lnTo>
                <a:cubicBezTo>
                  <a:pt x="6944067" y="2147112"/>
                  <a:pt x="6922563" y="2119516"/>
                  <a:pt x="6928718" y="2079606"/>
                </a:cubicBezTo>
                <a:lnTo>
                  <a:pt x="6974693" y="1809650"/>
                </a:lnTo>
                <a:cubicBezTo>
                  <a:pt x="6977733" y="1788210"/>
                  <a:pt x="6953261" y="1782054"/>
                  <a:pt x="6944067" y="1800451"/>
                </a:cubicBezTo>
                <a:cubicBezTo>
                  <a:pt x="6815265" y="2058093"/>
                  <a:pt x="6594514" y="2196149"/>
                  <a:pt x="6303244" y="2196149"/>
                </a:cubicBezTo>
                <a:cubicBezTo>
                  <a:pt x="6011974" y="2196149"/>
                  <a:pt x="5834157" y="2055051"/>
                  <a:pt x="5834157" y="1803493"/>
                </a:cubicBezTo>
                <a:cubicBezTo>
                  <a:pt x="5834157" y="1524339"/>
                  <a:pt x="6048753" y="1343403"/>
                  <a:pt x="6432045" y="1312692"/>
                </a:cubicBezTo>
                <a:lnTo>
                  <a:pt x="6655910" y="1294294"/>
                </a:lnTo>
                <a:cubicBezTo>
                  <a:pt x="7030007" y="1263655"/>
                  <a:pt x="7109720" y="1156238"/>
                  <a:pt x="7128111" y="1061135"/>
                </a:cubicBezTo>
                <a:cubicBezTo>
                  <a:pt x="7146501" y="956832"/>
                  <a:pt x="7085176" y="883241"/>
                  <a:pt x="6867466" y="883241"/>
                </a:cubicBezTo>
                <a:cubicBezTo>
                  <a:pt x="5953763" y="883241"/>
                  <a:pt x="5625713" y="2196077"/>
                  <a:pt x="4319524" y="2196077"/>
                </a:cubicBezTo>
                <a:cubicBezTo>
                  <a:pt x="3733870" y="2196077"/>
                  <a:pt x="3396626" y="1932278"/>
                  <a:pt x="3396626" y="1459874"/>
                </a:cubicBezTo>
                <a:lnTo>
                  <a:pt x="3396481" y="1460019"/>
                </a:lnTo>
                <a:cubicBezTo>
                  <a:pt x="3396481" y="956977"/>
                  <a:pt x="3782814" y="515212"/>
                  <a:pt x="4368467" y="515212"/>
                </a:cubicBezTo>
                <a:close/>
                <a:moveTo>
                  <a:pt x="906750" y="414023"/>
                </a:moveTo>
                <a:cubicBezTo>
                  <a:pt x="897554" y="414023"/>
                  <a:pt x="891401" y="420180"/>
                  <a:pt x="888359" y="429379"/>
                </a:cubicBezTo>
                <a:lnTo>
                  <a:pt x="793296" y="868029"/>
                </a:lnTo>
                <a:cubicBezTo>
                  <a:pt x="790256" y="883385"/>
                  <a:pt x="799451" y="889469"/>
                  <a:pt x="811687" y="889469"/>
                </a:cubicBezTo>
                <a:lnTo>
                  <a:pt x="811758" y="889469"/>
                </a:lnTo>
                <a:lnTo>
                  <a:pt x="1201133" y="889469"/>
                </a:lnTo>
                <a:cubicBezTo>
                  <a:pt x="1428038" y="889469"/>
                  <a:pt x="1553726" y="742214"/>
                  <a:pt x="1553726" y="604231"/>
                </a:cubicBezTo>
                <a:cubicBezTo>
                  <a:pt x="1553726" y="502970"/>
                  <a:pt x="1504639" y="414023"/>
                  <a:pt x="1323779" y="414023"/>
                </a:cubicBezTo>
                <a:close/>
                <a:moveTo>
                  <a:pt x="489863" y="0"/>
                </a:moveTo>
                <a:lnTo>
                  <a:pt x="1581383" y="0"/>
                </a:lnTo>
                <a:cubicBezTo>
                  <a:pt x="1949326" y="0"/>
                  <a:pt x="2139451" y="138056"/>
                  <a:pt x="2139451" y="404897"/>
                </a:cubicBezTo>
                <a:cubicBezTo>
                  <a:pt x="2139451" y="671738"/>
                  <a:pt x="1891116" y="944807"/>
                  <a:pt x="1535409" y="944807"/>
                </a:cubicBezTo>
                <a:cubicBezTo>
                  <a:pt x="1501670" y="944807"/>
                  <a:pt x="1501670" y="975446"/>
                  <a:pt x="1532368" y="978561"/>
                </a:cubicBezTo>
                <a:cubicBezTo>
                  <a:pt x="1854335" y="1006158"/>
                  <a:pt x="1998415" y="1171810"/>
                  <a:pt x="1998415" y="1426410"/>
                </a:cubicBezTo>
                <a:cubicBezTo>
                  <a:pt x="1998415" y="1904898"/>
                  <a:pt x="1602886" y="2147257"/>
                  <a:pt x="1063208" y="2147257"/>
                </a:cubicBezTo>
                <a:lnTo>
                  <a:pt x="54443" y="2147257"/>
                </a:lnTo>
                <a:cubicBezTo>
                  <a:pt x="11509" y="2147257"/>
                  <a:pt x="-6882" y="2119660"/>
                  <a:pt x="2313" y="2079750"/>
                </a:cubicBezTo>
                <a:lnTo>
                  <a:pt x="2313" y="2079677"/>
                </a:lnTo>
                <a:lnTo>
                  <a:pt x="422386" y="55193"/>
                </a:lnTo>
                <a:cubicBezTo>
                  <a:pt x="428539" y="18398"/>
                  <a:pt x="453083" y="0"/>
                  <a:pt x="489863" y="0"/>
                </a:cubicBezTo>
                <a:close/>
                <a:moveTo>
                  <a:pt x="8115228" y="0"/>
                </a:moveTo>
                <a:lnTo>
                  <a:pt x="8477017" y="0"/>
                </a:lnTo>
                <a:cubicBezTo>
                  <a:pt x="8519951" y="0"/>
                  <a:pt x="8538341" y="27597"/>
                  <a:pt x="8529146" y="67507"/>
                </a:cubicBezTo>
                <a:lnTo>
                  <a:pt x="8391149" y="723961"/>
                </a:lnTo>
                <a:cubicBezTo>
                  <a:pt x="8357411" y="886572"/>
                  <a:pt x="8326785" y="1006158"/>
                  <a:pt x="8277697" y="1190208"/>
                </a:cubicBezTo>
                <a:cubicBezTo>
                  <a:pt x="8271543" y="1214763"/>
                  <a:pt x="8286892" y="1227004"/>
                  <a:pt x="8308395" y="1205564"/>
                </a:cubicBezTo>
                <a:cubicBezTo>
                  <a:pt x="8409612" y="1098219"/>
                  <a:pt x="8550649" y="972404"/>
                  <a:pt x="8697769" y="846662"/>
                </a:cubicBezTo>
                <a:lnTo>
                  <a:pt x="8995192" y="592062"/>
                </a:lnTo>
                <a:cubicBezTo>
                  <a:pt x="9016623" y="573664"/>
                  <a:pt x="9041167" y="564465"/>
                  <a:pt x="9071865" y="564465"/>
                </a:cubicBezTo>
                <a:lnTo>
                  <a:pt x="9476588" y="564465"/>
                </a:lnTo>
                <a:cubicBezTo>
                  <a:pt x="9531757" y="564465"/>
                  <a:pt x="9550148" y="604375"/>
                  <a:pt x="9507286" y="641171"/>
                </a:cubicBezTo>
                <a:lnTo>
                  <a:pt x="9154692" y="944880"/>
                </a:lnTo>
                <a:cubicBezTo>
                  <a:pt x="9074979" y="1012387"/>
                  <a:pt x="8946177" y="1113575"/>
                  <a:pt x="8817447" y="1208678"/>
                </a:cubicBezTo>
                <a:cubicBezTo>
                  <a:pt x="8799058" y="1224034"/>
                  <a:pt x="8799058" y="1242432"/>
                  <a:pt x="8829683" y="1245474"/>
                </a:cubicBezTo>
                <a:cubicBezTo>
                  <a:pt x="9007500" y="1263872"/>
                  <a:pt x="9114799" y="1368175"/>
                  <a:pt x="9154692" y="1558382"/>
                </a:cubicBezTo>
                <a:lnTo>
                  <a:pt x="9265104" y="2079822"/>
                </a:lnTo>
                <a:cubicBezTo>
                  <a:pt x="9274299" y="2119732"/>
                  <a:pt x="9255909" y="2147329"/>
                  <a:pt x="9212975" y="2147329"/>
                </a:cubicBezTo>
                <a:lnTo>
                  <a:pt x="8851186" y="2147329"/>
                </a:lnTo>
                <a:cubicBezTo>
                  <a:pt x="8814407" y="2147329"/>
                  <a:pt x="8789863" y="2128931"/>
                  <a:pt x="8783709" y="2092136"/>
                </a:cubicBezTo>
                <a:lnTo>
                  <a:pt x="8719344" y="1757788"/>
                </a:lnTo>
                <a:cubicBezTo>
                  <a:pt x="8691759" y="1610533"/>
                  <a:pt x="8633476" y="1561496"/>
                  <a:pt x="8507788" y="1561496"/>
                </a:cubicBezTo>
                <a:lnTo>
                  <a:pt x="8397376" y="1561496"/>
                </a:lnTo>
                <a:cubicBezTo>
                  <a:pt x="8388181" y="1561496"/>
                  <a:pt x="8382027" y="1564538"/>
                  <a:pt x="8375945" y="1570695"/>
                </a:cubicBezTo>
                <a:lnTo>
                  <a:pt x="8191974" y="1720992"/>
                </a:lnTo>
                <a:cubicBezTo>
                  <a:pt x="8185819" y="1727149"/>
                  <a:pt x="8182779" y="1733233"/>
                  <a:pt x="8179738" y="1742432"/>
                </a:cubicBezTo>
                <a:lnTo>
                  <a:pt x="8103065" y="2092136"/>
                </a:lnTo>
                <a:cubicBezTo>
                  <a:pt x="8093870" y="2125889"/>
                  <a:pt x="8072440" y="2147329"/>
                  <a:pt x="8035587" y="2147329"/>
                </a:cubicBezTo>
                <a:lnTo>
                  <a:pt x="7670685" y="2147329"/>
                </a:lnTo>
                <a:cubicBezTo>
                  <a:pt x="7627751" y="2147329"/>
                  <a:pt x="7609361" y="2119732"/>
                  <a:pt x="7618556" y="2079822"/>
                </a:cubicBezTo>
                <a:lnTo>
                  <a:pt x="7618484" y="2079677"/>
                </a:lnTo>
                <a:lnTo>
                  <a:pt x="8047751" y="55193"/>
                </a:lnTo>
                <a:cubicBezTo>
                  <a:pt x="8053904" y="21440"/>
                  <a:pt x="8078449" y="0"/>
                  <a:pt x="8115228" y="0"/>
                </a:cubicBezTo>
                <a:close/>
              </a:path>
            </a:pathLst>
          </a:custGeom>
          <a:solidFill>
            <a:srgbClr val="1C16C5"/>
          </a:solidFill>
          <a:ln w="7239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8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71ED0-8FCA-040B-EEE4-9DB92E38C3D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0DF18C74-4C78-DB40-83E2-DB60C004CAE9}" type="datetime1">
              <a:rPr lang="nb-NO" smtClean="0"/>
              <a:t>16.06.2026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106E078-B497-D09B-2FEA-F1A8E99E8F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0BB68E9-62CB-D107-6A22-8E6325E577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92897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s.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71ED0-8FCA-040B-EEE4-9DB92E38C3D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EAA559D7-5EA6-7649-8DFD-45DD6CA9073D}" type="datetime1">
              <a:rPr lang="nb-NO" smtClean="0"/>
              <a:t>16.06.2026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106E078-B497-D09B-2FEA-F1A8E99E8F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0BB68E9-62CB-D107-6A22-8E6325E577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D7727-D349-2463-87DF-1011E94FE8B7}"/>
              </a:ext>
            </a:extLst>
          </p:cNvPr>
          <p:cNvSpPr txBox="1"/>
          <p:nvPr userDrawn="1"/>
        </p:nvSpPr>
        <p:spPr>
          <a:xfrm>
            <a:off x="315644" y="-41795"/>
            <a:ext cx="10789813" cy="347018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22000" b="1" i="1" u="none" strike="noStrike" kern="1200" cap="none" spc="-600" normalizeH="0" baseline="0" noProof="0">
                <a:ln>
                  <a:noFill/>
                </a:ln>
                <a:solidFill>
                  <a:srgbClr val="FFD0AD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Thanks.</a:t>
            </a:r>
          </a:p>
        </p:txBody>
      </p:sp>
    </p:spTree>
    <p:extLst>
      <p:ext uri="{BB962C8B-B14F-4D97-AF65-F5344CB8AC3E}">
        <p14:creationId xmlns:p14="http://schemas.microsoft.com/office/powerpoint/2010/main" val="393152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uge text.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71ED0-8FCA-040B-EEE4-9DB92E38C3D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7621B13F-E3A6-644F-8740-2496410369E6}" type="datetime1">
              <a:rPr lang="nb-NO" smtClean="0"/>
              <a:t>16.06.2026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106E078-B497-D09B-2FEA-F1A8E99E8F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0BB68E9-62CB-D107-6A22-8E6325E577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2998EC9-4000-1DFF-DDF9-60C3EAAED5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4512" y="14815"/>
            <a:ext cx="11465935" cy="3392946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1700" b="1" i="1" spc="-5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GB"/>
              <a:t>Text.</a:t>
            </a:r>
            <a:endParaRPr lang="nb-NO"/>
          </a:p>
        </p:txBody>
      </p:sp>
      <p:grpSp>
        <p:nvGrpSpPr>
          <p:cNvPr id="3" name="Group 9">
            <a:extLst>
              <a:ext uri="{FF2B5EF4-FFF2-40B4-BE49-F238E27FC236}">
                <a16:creationId xmlns:a16="http://schemas.microsoft.com/office/drawing/2014/main" id="{E177C96C-CD10-90E5-8D7E-481E97A5E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73674" y="1"/>
            <a:ext cx="2627986" cy="6858000"/>
            <a:chOff x="12373674" y="1"/>
            <a:chExt cx="2627986" cy="6858000"/>
          </a:xfrm>
        </p:grpSpPr>
        <p:sp>
          <p:nvSpPr>
            <p:cNvPr id="7" name="Avrundet rektangel 4">
              <a:extLst>
                <a:ext uri="{FF2B5EF4-FFF2-40B4-BE49-F238E27FC236}">
                  <a16:creationId xmlns:a16="http://schemas.microsoft.com/office/drawing/2014/main" id="{3A066574-39BF-6AD1-67AA-BD43F5470D4E}"/>
                </a:ext>
              </a:extLst>
            </p:cNvPr>
            <p:cNvSpPr/>
            <p:nvPr/>
          </p:nvSpPr>
          <p:spPr>
            <a:xfrm>
              <a:off x="12373674" y="1"/>
              <a:ext cx="2627986" cy="6858000"/>
            </a:xfrm>
            <a:prstGeom prst="roundRect">
              <a:avLst>
                <a:gd name="adj" fmla="val 5452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 sz="100"/>
            </a:p>
          </p:txBody>
        </p:sp>
        <p:sp>
          <p:nvSpPr>
            <p:cNvPr id="8" name="TekstSylinder 48">
              <a:extLst>
                <a:ext uri="{FF2B5EF4-FFF2-40B4-BE49-F238E27FC236}">
                  <a16:creationId xmlns:a16="http://schemas.microsoft.com/office/drawing/2014/main" id="{C27BCCF6-473F-8395-894E-FDCDCCA6D196}"/>
                </a:ext>
              </a:extLst>
            </p:cNvPr>
            <p:cNvSpPr txBox="1"/>
            <p:nvPr/>
          </p:nvSpPr>
          <p:spPr>
            <a:xfrm>
              <a:off x="12627097" y="244919"/>
              <a:ext cx="2140807" cy="7786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100" b="0" i="0">
                  <a:solidFill>
                    <a:srgbClr val="070451"/>
                  </a:solidFill>
                  <a:latin typeface="+mj-lt"/>
                  <a:cs typeface="Arial" panose="020B0604020202020204" pitchFamily="34" charset="0"/>
                </a:rPr>
                <a:t>Colour palette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00" b="0" i="0" u="none" strike="noStrike" kern="1200" cap="none" spc="0" normalizeH="0" baseline="0" noProof="1">
                  <a:ln>
                    <a:noFill/>
                  </a:ln>
                  <a:solidFill>
                    <a:srgbClr val="070451"/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</a:rPr>
                <a:t>Only a selection of the Telenor colours are available in this template, if you need additional supporting colours, eyedrop them from this panel.</a:t>
              </a:r>
            </a:p>
          </p:txBody>
        </p:sp>
        <p:sp>
          <p:nvSpPr>
            <p:cNvPr id="9" name="Ellipse 29">
              <a:extLst>
                <a:ext uri="{FF2B5EF4-FFF2-40B4-BE49-F238E27FC236}">
                  <a16:creationId xmlns:a16="http://schemas.microsoft.com/office/drawing/2014/main" id="{6F593B8D-8495-EE2C-7F1C-99E0EFB5A7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627097" y="1901793"/>
              <a:ext cx="360000" cy="360000"/>
            </a:xfrm>
            <a:prstGeom prst="ellipse">
              <a:avLst/>
            </a:prstGeom>
            <a:solidFill>
              <a:srgbClr val="070452"/>
            </a:solidFill>
            <a:ln w="127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2" name="Ellipse 30">
              <a:extLst>
                <a:ext uri="{FF2B5EF4-FFF2-40B4-BE49-F238E27FC236}">
                  <a16:creationId xmlns:a16="http://schemas.microsoft.com/office/drawing/2014/main" id="{5F66878E-8E6A-75B4-1601-E9E695CA37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16703" y="1901793"/>
              <a:ext cx="360000" cy="360000"/>
            </a:xfrm>
            <a:prstGeom prst="ellipse">
              <a:avLst/>
            </a:prstGeom>
            <a:solidFill>
              <a:srgbClr val="1C16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3" name="Ellipse 31">
              <a:extLst>
                <a:ext uri="{FF2B5EF4-FFF2-40B4-BE49-F238E27FC236}">
                  <a16:creationId xmlns:a16="http://schemas.microsoft.com/office/drawing/2014/main" id="{5D16137F-EB09-AD29-26A8-B10E1AF9D2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071900" y="1901793"/>
              <a:ext cx="360000" cy="360000"/>
            </a:xfrm>
            <a:prstGeom prst="ellipse">
              <a:avLst/>
            </a:prstGeom>
            <a:solidFill>
              <a:srgbClr val="00C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4" name="Ellipse 33">
              <a:extLst>
                <a:ext uri="{FF2B5EF4-FFF2-40B4-BE49-F238E27FC236}">
                  <a16:creationId xmlns:a16="http://schemas.microsoft.com/office/drawing/2014/main" id="{1D6B8FE8-07F7-F95B-3815-6E09FE6C3A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506" y="1901793"/>
              <a:ext cx="360000" cy="360000"/>
            </a:xfrm>
            <a:prstGeom prst="ellipse">
              <a:avLst/>
            </a:prstGeom>
            <a:solidFill>
              <a:srgbClr val="AD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5" name="Ellipse 34">
              <a:extLst>
                <a:ext uri="{FF2B5EF4-FFF2-40B4-BE49-F238E27FC236}">
                  <a16:creationId xmlns:a16="http://schemas.microsoft.com/office/drawing/2014/main" id="{03944979-3C83-A816-0090-A3F31EA446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406309" y="1901793"/>
              <a:ext cx="360000" cy="360000"/>
            </a:xfrm>
            <a:prstGeom prst="ellipse">
              <a:avLst/>
            </a:prstGeom>
            <a:solidFill>
              <a:srgbClr val="EBFFFF"/>
            </a:solidFill>
            <a:ln w="12700">
              <a:solidFill>
                <a:srgbClr val="00C8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6" name="TekstSylinder 50">
              <a:extLst>
                <a:ext uri="{FF2B5EF4-FFF2-40B4-BE49-F238E27FC236}">
                  <a16:creationId xmlns:a16="http://schemas.microsoft.com/office/drawing/2014/main" id="{AEDA0EB0-5939-7F60-FE10-1E704EE4CC93}"/>
                </a:ext>
              </a:extLst>
            </p:cNvPr>
            <p:cNvSpPr txBox="1"/>
            <p:nvPr/>
          </p:nvSpPr>
          <p:spPr>
            <a:xfrm>
              <a:off x="12627096" y="1237835"/>
              <a:ext cx="2222001" cy="572840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>
              <a:defPPr>
                <a:defRPr lang="en-NO"/>
              </a:defPPr>
              <a:lvl1pPr>
                <a:spcAft>
                  <a:spcPts val="600"/>
                </a:spcAft>
                <a:defRPr b="0" i="0">
                  <a:cs typeface="Arial" panose="020B0604020202020204" pitchFamily="34" charset="0"/>
                </a:defRPr>
              </a:lvl1pPr>
            </a:lstStyle>
            <a:p>
              <a:pPr lvl="0"/>
              <a:r>
                <a:rPr lang="en-GB" sz="1050" b="0" i="0">
                  <a:solidFill>
                    <a:srgbClr val="070451"/>
                  </a:solidFill>
                  <a:latin typeface="+mj-lt"/>
                </a:rPr>
                <a:t>Core colours</a:t>
              </a:r>
            </a:p>
            <a:p>
              <a:pPr lvl="0">
                <a:lnSpc>
                  <a:spcPct val="110000"/>
                </a:lnSpc>
              </a:pPr>
              <a:r>
                <a:rPr lang="en-GB" sz="800" b="0" i="0" noProof="1">
                  <a:solidFill>
                    <a:srgbClr val="070451"/>
                  </a:solidFill>
                </a:rPr>
                <a:t>Our blue colours are a key ingredient for establishing brand recognition.</a:t>
              </a:r>
            </a:p>
          </p:txBody>
        </p:sp>
        <p:cxnSp>
          <p:nvCxnSpPr>
            <p:cNvPr id="17" name="Rett linje 53">
              <a:extLst>
                <a:ext uri="{FF2B5EF4-FFF2-40B4-BE49-F238E27FC236}">
                  <a16:creationId xmlns:a16="http://schemas.microsoft.com/office/drawing/2014/main" id="{55375B1C-7ADB-C9AD-610D-D5A26D8F0EC4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4105379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Rett linje 53">
              <a:extLst>
                <a:ext uri="{FF2B5EF4-FFF2-40B4-BE49-F238E27FC236}">
                  <a16:creationId xmlns:a16="http://schemas.microsoft.com/office/drawing/2014/main" id="{33E48FD0-9A45-A4B4-33D6-72CB77C9E184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1237835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75">
              <a:extLst>
                <a:ext uri="{FF2B5EF4-FFF2-40B4-BE49-F238E27FC236}">
                  <a16:creationId xmlns:a16="http://schemas.microsoft.com/office/drawing/2014/main" id="{C70BCBD9-2113-AAA8-FE26-EBBDC360213E}"/>
                </a:ext>
              </a:extLst>
            </p:cNvPr>
            <p:cNvGrpSpPr/>
            <p:nvPr/>
          </p:nvGrpSpPr>
          <p:grpSpPr>
            <a:xfrm>
              <a:off x="12627096" y="2374072"/>
              <a:ext cx="2160000" cy="234286"/>
              <a:chOff x="12944663" y="3703978"/>
              <a:chExt cx="2160000" cy="234286"/>
            </a:xfrm>
          </p:grpSpPr>
          <p:cxnSp>
            <p:nvCxnSpPr>
              <p:cNvPr id="36" name="Rett linje 54">
                <a:extLst>
                  <a:ext uri="{FF2B5EF4-FFF2-40B4-BE49-F238E27FC236}">
                    <a16:creationId xmlns:a16="http://schemas.microsoft.com/office/drawing/2014/main" id="{BAE0610D-0840-A7E6-ADFE-A40D3DDC6D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44663" y="3703978"/>
                <a:ext cx="2160000" cy="0"/>
              </a:xfrm>
              <a:prstGeom prst="line">
                <a:avLst/>
              </a:prstGeom>
              <a:ln w="63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kstSylinder 61">
                <a:extLst>
                  <a:ext uri="{FF2B5EF4-FFF2-40B4-BE49-F238E27FC236}">
                    <a16:creationId xmlns:a16="http://schemas.microsoft.com/office/drawing/2014/main" id="{4784EEC4-66C8-F9A1-5FA5-782C20B2E6FD}"/>
                  </a:ext>
                </a:extLst>
              </p:cNvPr>
              <p:cNvSpPr txBox="1"/>
              <p:nvPr/>
            </p:nvSpPr>
            <p:spPr>
              <a:xfrm>
                <a:off x="12944663" y="3703978"/>
                <a:ext cx="2159999" cy="234286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pPr marL="0" algn="l" defTabSz="914400" rtl="0" eaLnBrk="1" latinLnBrk="0" hangingPunct="1">
                  <a:spcAft>
                    <a:spcPts val="600"/>
                  </a:spcAft>
                </a:pPr>
                <a:r>
                  <a:rPr lang="en-GB" sz="1050" b="0" i="0" kern="1200">
                    <a:solidFill>
                      <a:srgbClr val="070451"/>
                    </a:solidFill>
                    <a:latin typeface="+mj-lt"/>
                    <a:ea typeface="+mn-ea"/>
                    <a:cs typeface="Arial" panose="020B0604020202020204" pitchFamily="34" charset="0"/>
                  </a:rPr>
                  <a:t>Supporting colours</a:t>
                </a:r>
              </a:p>
            </p:txBody>
          </p:sp>
        </p:grpSp>
        <p:grpSp>
          <p:nvGrpSpPr>
            <p:cNvPr id="20" name="Group 8">
              <a:extLst>
                <a:ext uri="{FF2B5EF4-FFF2-40B4-BE49-F238E27FC236}">
                  <a16:creationId xmlns:a16="http://schemas.microsoft.com/office/drawing/2014/main" id="{4ED02AC7-42EF-175F-1BB0-B548A33B1764}"/>
                </a:ext>
              </a:extLst>
            </p:cNvPr>
            <p:cNvGrpSpPr/>
            <p:nvPr userDrawn="1"/>
          </p:nvGrpSpPr>
          <p:grpSpPr>
            <a:xfrm>
              <a:off x="12627096" y="3399204"/>
              <a:ext cx="2139213" cy="568472"/>
              <a:chOff x="12627096" y="3601112"/>
              <a:chExt cx="2139213" cy="568472"/>
            </a:xfrm>
          </p:grpSpPr>
          <p:grpSp>
            <p:nvGrpSpPr>
              <p:cNvPr id="29" name="Group 14">
                <a:extLst>
                  <a:ext uri="{FF2B5EF4-FFF2-40B4-BE49-F238E27FC236}">
                    <a16:creationId xmlns:a16="http://schemas.microsoft.com/office/drawing/2014/main" id="{8C61E1D3-9DA9-A5BE-55BF-AB1C9B3E12EE}"/>
                  </a:ext>
                </a:extLst>
              </p:cNvPr>
              <p:cNvGrpSpPr/>
              <p:nvPr/>
            </p:nvGrpSpPr>
            <p:grpSpPr>
              <a:xfrm>
                <a:off x="12627097" y="3809584"/>
                <a:ext cx="2139212" cy="360000"/>
                <a:chOff x="12627097" y="3996340"/>
                <a:chExt cx="2139212" cy="360000"/>
              </a:xfrm>
            </p:grpSpPr>
            <p:sp>
              <p:nvSpPr>
                <p:cNvPr id="31" name="Ellipse 74">
                  <a:extLst>
                    <a:ext uri="{FF2B5EF4-FFF2-40B4-BE49-F238E27FC236}">
                      <a16:creationId xmlns:a16="http://schemas.microsoft.com/office/drawing/2014/main" id="{2248B696-CDFF-D7C6-AC24-CC0B9B3A818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996340"/>
                  <a:ext cx="360000" cy="360000"/>
                </a:xfrm>
                <a:prstGeom prst="ellipse">
                  <a:avLst/>
                </a:prstGeom>
                <a:solidFill>
                  <a:srgbClr val="FFF5F9"/>
                </a:solidFill>
                <a:ln w="12700">
                  <a:solidFill>
                    <a:srgbClr val="FFB8D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2" name="Ellipse 75">
                  <a:extLst>
                    <a:ext uri="{FF2B5EF4-FFF2-40B4-BE49-F238E27FC236}">
                      <a16:creationId xmlns:a16="http://schemas.microsoft.com/office/drawing/2014/main" id="{19689632-940A-1FE0-0489-B113EBBF6E0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996340"/>
                  <a:ext cx="360000" cy="360000"/>
                </a:xfrm>
                <a:prstGeom prst="ellipse">
                  <a:avLst/>
                </a:prstGeom>
                <a:solidFill>
                  <a:srgbClr val="F5FEF6"/>
                </a:solidFill>
                <a:ln w="12700">
                  <a:solidFill>
                    <a:srgbClr val="B1FB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3" name="Ellipse 76">
                  <a:extLst>
                    <a:ext uri="{FF2B5EF4-FFF2-40B4-BE49-F238E27FC236}">
                      <a16:creationId xmlns:a16="http://schemas.microsoft.com/office/drawing/2014/main" id="{603FD40E-D8FE-46AA-4A8D-BF5116103C3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996340"/>
                  <a:ext cx="360000" cy="360000"/>
                </a:xfrm>
                <a:prstGeom prst="ellipse">
                  <a:avLst/>
                </a:prstGeom>
                <a:solidFill>
                  <a:srgbClr val="FFF9F5"/>
                </a:solidFill>
                <a:ln w="12700">
                  <a:solidFill>
                    <a:srgbClr val="FFCF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4" name="Ellipse 77">
                  <a:extLst>
                    <a:ext uri="{FF2B5EF4-FFF2-40B4-BE49-F238E27FC236}">
                      <a16:creationId xmlns:a16="http://schemas.microsoft.com/office/drawing/2014/main" id="{E59041D8-73F0-51F4-5FD7-B65E27E635B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996340"/>
                  <a:ext cx="360000" cy="360000"/>
                </a:xfrm>
                <a:prstGeom prst="ellipse">
                  <a:avLst/>
                </a:prstGeom>
                <a:solidFill>
                  <a:srgbClr val="FFFDEB"/>
                </a:solidFill>
                <a:ln w="12700">
                  <a:solidFill>
                    <a:srgbClr val="FEF7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5" name="Ellipse 78">
                  <a:extLst>
                    <a:ext uri="{FF2B5EF4-FFF2-40B4-BE49-F238E27FC236}">
                      <a16:creationId xmlns:a16="http://schemas.microsoft.com/office/drawing/2014/main" id="{16798283-4666-6C92-5F88-CDBBB58D30C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996340"/>
                  <a:ext cx="360000" cy="360000"/>
                </a:xfrm>
                <a:prstGeom prst="ellipse">
                  <a:avLst/>
                </a:prstGeom>
                <a:solidFill>
                  <a:srgbClr val="FFF5F5"/>
                </a:solidFill>
                <a:ln w="12700">
                  <a:solidFill>
                    <a:srgbClr val="FFAD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30" name="TextBox 13">
                <a:extLst>
                  <a:ext uri="{FF2B5EF4-FFF2-40B4-BE49-F238E27FC236}">
                    <a16:creationId xmlns:a16="http://schemas.microsoft.com/office/drawing/2014/main" id="{7E761EED-D13B-925B-CE65-AF443CC52C6E}"/>
                  </a:ext>
                </a:extLst>
              </p:cNvPr>
              <p:cNvSpPr txBox="1"/>
              <p:nvPr/>
            </p:nvSpPr>
            <p:spPr>
              <a:xfrm>
                <a:off x="12627096" y="3601112"/>
                <a:ext cx="944169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800" b="0" i="0" u="none" strike="noStrike" kern="1200" cap="none" spc="0" normalizeH="0" baseline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Arial" panose="020B0604020202020204" pitchFamily="34" charset="0"/>
                  </a:rPr>
                  <a:t>Background colours</a:t>
                </a:r>
                <a:endParaRPr kumimoji="0" lang="nb-NO" sz="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 Evolution PPT Light" pitchFamily="2" charset="77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" name="Group 7">
              <a:extLst>
                <a:ext uri="{FF2B5EF4-FFF2-40B4-BE49-F238E27FC236}">
                  <a16:creationId xmlns:a16="http://schemas.microsoft.com/office/drawing/2014/main" id="{A5AC3876-640C-7C2A-7754-DE08E6C719B4}"/>
                </a:ext>
              </a:extLst>
            </p:cNvPr>
            <p:cNvGrpSpPr/>
            <p:nvPr userDrawn="1"/>
          </p:nvGrpSpPr>
          <p:grpSpPr>
            <a:xfrm>
              <a:off x="12627096" y="2687503"/>
              <a:ext cx="2139213" cy="568472"/>
              <a:chOff x="12627096" y="2816351"/>
              <a:chExt cx="2139213" cy="568472"/>
            </a:xfrm>
          </p:grpSpPr>
          <p:grpSp>
            <p:nvGrpSpPr>
              <p:cNvPr id="22" name="Group 19">
                <a:extLst>
                  <a:ext uri="{FF2B5EF4-FFF2-40B4-BE49-F238E27FC236}">
                    <a16:creationId xmlns:a16="http://schemas.microsoft.com/office/drawing/2014/main" id="{93574B12-CF31-E790-3BAD-E44F553E74FC}"/>
                  </a:ext>
                </a:extLst>
              </p:cNvPr>
              <p:cNvGrpSpPr/>
              <p:nvPr/>
            </p:nvGrpSpPr>
            <p:grpSpPr>
              <a:xfrm>
                <a:off x="12627097" y="3024823"/>
                <a:ext cx="2139212" cy="360000"/>
                <a:chOff x="12627097" y="3302521"/>
                <a:chExt cx="2139212" cy="360000"/>
              </a:xfrm>
            </p:grpSpPr>
            <p:sp>
              <p:nvSpPr>
                <p:cNvPr id="24" name="Ellipse 56">
                  <a:extLst>
                    <a:ext uri="{FF2B5EF4-FFF2-40B4-BE49-F238E27FC236}">
                      <a16:creationId xmlns:a16="http://schemas.microsoft.com/office/drawing/2014/main" id="{0A74A497-B514-2740-B3CB-18363A644F8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302521"/>
                  <a:ext cx="360000" cy="360000"/>
                </a:xfrm>
                <a:prstGeom prst="ellipse">
                  <a:avLst/>
                </a:prstGeom>
                <a:solidFill>
                  <a:srgbClr val="FFB8D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5" name="Ellipse 57">
                  <a:extLst>
                    <a:ext uri="{FF2B5EF4-FFF2-40B4-BE49-F238E27FC236}">
                      <a16:creationId xmlns:a16="http://schemas.microsoft.com/office/drawing/2014/main" id="{C18EF6C0-FBF7-AB85-8743-FAA7683A69B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302521"/>
                  <a:ext cx="360000" cy="360000"/>
                </a:xfrm>
                <a:prstGeom prst="ellipse">
                  <a:avLst/>
                </a:prstGeom>
                <a:solidFill>
                  <a:srgbClr val="B1FB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6" name="Ellipse 58">
                  <a:extLst>
                    <a:ext uri="{FF2B5EF4-FFF2-40B4-BE49-F238E27FC236}">
                      <a16:creationId xmlns:a16="http://schemas.microsoft.com/office/drawing/2014/main" id="{07711566-18A3-75C3-B81E-28EC7C0A31A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302521"/>
                  <a:ext cx="360000" cy="360000"/>
                </a:xfrm>
                <a:prstGeom prst="ellipse">
                  <a:avLst/>
                </a:prstGeom>
                <a:solidFill>
                  <a:srgbClr val="FFCF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7" name="Ellipse 59">
                  <a:extLst>
                    <a:ext uri="{FF2B5EF4-FFF2-40B4-BE49-F238E27FC236}">
                      <a16:creationId xmlns:a16="http://schemas.microsoft.com/office/drawing/2014/main" id="{CDCB6CAA-B918-46D6-9D2B-890F64709A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302521"/>
                  <a:ext cx="360000" cy="360000"/>
                </a:xfrm>
                <a:prstGeom prst="ellipse">
                  <a:avLst/>
                </a:prstGeom>
                <a:solidFill>
                  <a:srgbClr val="FEF7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8" name="Ellipse 60">
                  <a:extLst>
                    <a:ext uri="{FF2B5EF4-FFF2-40B4-BE49-F238E27FC236}">
                      <a16:creationId xmlns:a16="http://schemas.microsoft.com/office/drawing/2014/main" id="{388B21CA-FB39-78AD-6D8E-3520AD485CE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302521"/>
                  <a:ext cx="360000" cy="360000"/>
                </a:xfrm>
                <a:prstGeom prst="ellipse">
                  <a:avLst/>
                </a:prstGeom>
                <a:solidFill>
                  <a:srgbClr val="FFAD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23" name="TextBox 15">
                <a:extLst>
                  <a:ext uri="{FF2B5EF4-FFF2-40B4-BE49-F238E27FC236}">
                    <a16:creationId xmlns:a16="http://schemas.microsoft.com/office/drawing/2014/main" id="{47E0C22B-0A3B-73DA-6AC8-FD86368B5440}"/>
                  </a:ext>
                </a:extLst>
              </p:cNvPr>
              <p:cNvSpPr txBox="1"/>
              <p:nvPr/>
            </p:nvSpPr>
            <p:spPr>
              <a:xfrm>
                <a:off x="12627096" y="2816351"/>
                <a:ext cx="58189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800" b="0" i="0" u="none" strike="noStrike" kern="1200" cap="none" spc="0" normalizeH="0" baseline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Arial" panose="020B0604020202020204" pitchFamily="34" charset="0"/>
                  </a:rPr>
                  <a:t>Text colours</a:t>
                </a:r>
                <a:endParaRPr kumimoji="0" lang="nb-NO" sz="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 Evolution PPT Light" pitchFamily="2" charset="77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8" name="TekstSylinder 50">
            <a:extLst>
              <a:ext uri="{FF2B5EF4-FFF2-40B4-BE49-F238E27FC236}">
                <a16:creationId xmlns:a16="http://schemas.microsoft.com/office/drawing/2014/main" id="{062F6A8E-A2BA-E00B-EE6B-C897DA3B67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3286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tellysbil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CD5C1-50FD-5C84-4C13-D3C6827A39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70" y="540001"/>
            <a:ext cx="11111046" cy="2900361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8000" b="1" i="1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FB782-23B5-EA5B-5A17-97533B40A82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71" y="3430800"/>
            <a:ext cx="9453205" cy="1828800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Subtitle, name, date</a:t>
            </a:r>
            <a:endParaRPr lang="nb-NO"/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E14C306B-B2D9-0FE6-7C7C-4362733BE422}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9D37133-9D8E-FF17-61DF-17D3228F51EC}"/>
              </a:ext>
            </a:extLst>
          </p:cNvPr>
          <p:cNvSpPr/>
          <p:nvPr/>
        </p:nvSpPr>
        <p:spPr>
          <a:xfrm>
            <a:off x="540071" y="6070713"/>
            <a:ext cx="976942" cy="258650"/>
          </a:xfrm>
          <a:custGeom>
            <a:avLst/>
            <a:gdLst>
              <a:gd name="connsiteX0" fmla="*/ 785859 w 976815"/>
              <a:gd name="connsiteY0" fmla="*/ 83254 h 258650"/>
              <a:gd name="connsiteX1" fmla="*/ 733522 w 976815"/>
              <a:gd name="connsiteY1" fmla="*/ 135944 h 258650"/>
              <a:gd name="connsiteX2" fmla="*/ 733522 w 976815"/>
              <a:gd name="connsiteY2" fmla="*/ 189256 h 258650"/>
              <a:gd name="connsiteX3" fmla="*/ 785859 w 976815"/>
              <a:gd name="connsiteY3" fmla="*/ 242212 h 258650"/>
              <a:gd name="connsiteX4" fmla="*/ 838818 w 976815"/>
              <a:gd name="connsiteY4" fmla="*/ 189256 h 258650"/>
              <a:gd name="connsiteX5" fmla="*/ 838818 w 976815"/>
              <a:gd name="connsiteY5" fmla="*/ 135944 h 258650"/>
              <a:gd name="connsiteX6" fmla="*/ 785859 w 976815"/>
              <a:gd name="connsiteY6" fmla="*/ 83254 h 258650"/>
              <a:gd name="connsiteX7" fmla="*/ 434248 w 976815"/>
              <a:gd name="connsiteY7" fmla="*/ 82632 h 258650"/>
              <a:gd name="connsiteX8" fmla="*/ 385021 w 976815"/>
              <a:gd name="connsiteY8" fmla="*/ 135589 h 258650"/>
              <a:gd name="connsiteX9" fmla="*/ 385021 w 976815"/>
              <a:gd name="connsiteY9" fmla="*/ 156647 h 258650"/>
              <a:gd name="connsiteX10" fmla="*/ 485608 w 976815"/>
              <a:gd name="connsiteY10" fmla="*/ 156647 h 258650"/>
              <a:gd name="connsiteX11" fmla="*/ 485608 w 976815"/>
              <a:gd name="connsiteY11" fmla="*/ 136655 h 258650"/>
              <a:gd name="connsiteX12" fmla="*/ 485519 w 976815"/>
              <a:gd name="connsiteY12" fmla="*/ 136655 h 258650"/>
              <a:gd name="connsiteX13" fmla="*/ 434248 w 976815"/>
              <a:gd name="connsiteY13" fmla="*/ 82632 h 258650"/>
              <a:gd name="connsiteX14" fmla="*/ 182158 w 976815"/>
              <a:gd name="connsiteY14" fmla="*/ 82632 h 258650"/>
              <a:gd name="connsiteX15" fmla="*/ 132931 w 976815"/>
              <a:gd name="connsiteY15" fmla="*/ 135589 h 258650"/>
              <a:gd name="connsiteX16" fmla="*/ 132931 w 976815"/>
              <a:gd name="connsiteY16" fmla="*/ 156647 h 258650"/>
              <a:gd name="connsiteX17" fmla="*/ 233518 w 976815"/>
              <a:gd name="connsiteY17" fmla="*/ 156647 h 258650"/>
              <a:gd name="connsiteX18" fmla="*/ 233518 w 976815"/>
              <a:gd name="connsiteY18" fmla="*/ 136655 h 258650"/>
              <a:gd name="connsiteX19" fmla="*/ 233429 w 976815"/>
              <a:gd name="connsiteY19" fmla="*/ 136655 h 258650"/>
              <a:gd name="connsiteX20" fmla="*/ 182158 w 976815"/>
              <a:gd name="connsiteY20" fmla="*/ 82632 h 258650"/>
              <a:gd name="connsiteX21" fmla="*/ 907861 w 976815"/>
              <a:gd name="connsiteY21" fmla="*/ 69038 h 258650"/>
              <a:gd name="connsiteX22" fmla="*/ 916391 w 976815"/>
              <a:gd name="connsiteY22" fmla="*/ 71082 h 258650"/>
              <a:gd name="connsiteX23" fmla="*/ 916391 w 976815"/>
              <a:gd name="connsiteY23" fmla="*/ 112220 h 258650"/>
              <a:gd name="connsiteX24" fmla="*/ 968018 w 976815"/>
              <a:gd name="connsiteY24" fmla="*/ 69749 h 258650"/>
              <a:gd name="connsiteX25" fmla="*/ 974771 w 976815"/>
              <a:gd name="connsiteY25" fmla="*/ 69749 h 258650"/>
              <a:gd name="connsiteX26" fmla="*/ 976815 w 976815"/>
              <a:gd name="connsiteY26" fmla="*/ 79611 h 258650"/>
              <a:gd name="connsiteX27" fmla="*/ 974060 w 976815"/>
              <a:gd name="connsiteY27" fmla="*/ 88763 h 258650"/>
              <a:gd name="connsiteX28" fmla="*/ 963219 w 976815"/>
              <a:gd name="connsiteY28" fmla="*/ 88763 h 258650"/>
              <a:gd name="connsiteX29" fmla="*/ 963219 w 976815"/>
              <a:gd name="connsiteY29" fmla="*/ 88674 h 258650"/>
              <a:gd name="connsiteX30" fmla="*/ 917013 w 976815"/>
              <a:gd name="connsiteY30" fmla="*/ 130791 h 258650"/>
              <a:gd name="connsiteX31" fmla="*/ 917013 w 976815"/>
              <a:gd name="connsiteY31" fmla="*/ 253852 h 258650"/>
              <a:gd name="connsiteX32" fmla="*/ 907861 w 976815"/>
              <a:gd name="connsiteY32" fmla="*/ 255896 h 258650"/>
              <a:gd name="connsiteX33" fmla="*/ 899064 w 976815"/>
              <a:gd name="connsiteY33" fmla="*/ 253852 h 258650"/>
              <a:gd name="connsiteX34" fmla="*/ 899064 w 976815"/>
              <a:gd name="connsiteY34" fmla="*/ 71082 h 258650"/>
              <a:gd name="connsiteX35" fmla="*/ 907861 w 976815"/>
              <a:gd name="connsiteY35" fmla="*/ 69038 h 258650"/>
              <a:gd name="connsiteX36" fmla="*/ 785859 w 976815"/>
              <a:gd name="connsiteY36" fmla="*/ 66639 h 258650"/>
              <a:gd name="connsiteX37" fmla="*/ 857212 w 976815"/>
              <a:gd name="connsiteY37" fmla="*/ 132923 h 258650"/>
              <a:gd name="connsiteX38" fmla="*/ 857212 w 976815"/>
              <a:gd name="connsiteY38" fmla="*/ 192366 h 258650"/>
              <a:gd name="connsiteX39" fmla="*/ 785859 w 976815"/>
              <a:gd name="connsiteY39" fmla="*/ 258650 h 258650"/>
              <a:gd name="connsiteX40" fmla="*/ 715217 w 976815"/>
              <a:gd name="connsiteY40" fmla="*/ 192366 h 258650"/>
              <a:gd name="connsiteX41" fmla="*/ 715217 w 976815"/>
              <a:gd name="connsiteY41" fmla="*/ 132923 h 258650"/>
              <a:gd name="connsiteX42" fmla="*/ 785859 w 976815"/>
              <a:gd name="connsiteY42" fmla="*/ 66639 h 258650"/>
              <a:gd name="connsiteX43" fmla="*/ 627870 w 976815"/>
              <a:gd name="connsiteY43" fmla="*/ 66639 h 258650"/>
              <a:gd name="connsiteX44" fmla="*/ 676120 w 976815"/>
              <a:gd name="connsiteY44" fmla="*/ 121017 h 258650"/>
              <a:gd name="connsiteX45" fmla="*/ 676120 w 976815"/>
              <a:gd name="connsiteY45" fmla="*/ 253852 h 258650"/>
              <a:gd name="connsiteX46" fmla="*/ 666967 w 976815"/>
              <a:gd name="connsiteY46" fmla="*/ 255896 h 258650"/>
              <a:gd name="connsiteX47" fmla="*/ 657815 w 976815"/>
              <a:gd name="connsiteY47" fmla="*/ 253852 h 258650"/>
              <a:gd name="connsiteX48" fmla="*/ 657815 w 976815"/>
              <a:gd name="connsiteY48" fmla="*/ 129103 h 258650"/>
              <a:gd name="connsiteX49" fmla="*/ 622449 w 976815"/>
              <a:gd name="connsiteY49" fmla="*/ 84943 h 258650"/>
              <a:gd name="connsiteX50" fmla="*/ 563981 w 976815"/>
              <a:gd name="connsiteY50" fmla="*/ 124393 h 258650"/>
              <a:gd name="connsiteX51" fmla="*/ 563981 w 976815"/>
              <a:gd name="connsiteY51" fmla="*/ 253852 h 258650"/>
              <a:gd name="connsiteX52" fmla="*/ 554828 w 976815"/>
              <a:gd name="connsiteY52" fmla="*/ 255896 h 258650"/>
              <a:gd name="connsiteX53" fmla="*/ 545676 w 976815"/>
              <a:gd name="connsiteY53" fmla="*/ 253852 h 258650"/>
              <a:gd name="connsiteX54" fmla="*/ 545676 w 976815"/>
              <a:gd name="connsiteY54" fmla="*/ 71082 h 258650"/>
              <a:gd name="connsiteX55" fmla="*/ 554828 w 976815"/>
              <a:gd name="connsiteY55" fmla="*/ 69038 h 258650"/>
              <a:gd name="connsiteX56" fmla="*/ 563625 w 976815"/>
              <a:gd name="connsiteY56" fmla="*/ 71082 h 258650"/>
              <a:gd name="connsiteX57" fmla="*/ 563625 w 976815"/>
              <a:gd name="connsiteY57" fmla="*/ 104046 h 258650"/>
              <a:gd name="connsiteX58" fmla="*/ 627870 w 976815"/>
              <a:gd name="connsiteY58" fmla="*/ 66639 h 258650"/>
              <a:gd name="connsiteX59" fmla="*/ 434337 w 976815"/>
              <a:gd name="connsiteY59" fmla="*/ 66550 h 258650"/>
              <a:gd name="connsiteX60" fmla="*/ 504002 w 976815"/>
              <a:gd name="connsiteY60" fmla="*/ 138254 h 258650"/>
              <a:gd name="connsiteX61" fmla="*/ 504002 w 976815"/>
              <a:gd name="connsiteY61" fmla="*/ 171574 h 258650"/>
              <a:gd name="connsiteX62" fmla="*/ 385021 w 976815"/>
              <a:gd name="connsiteY62" fmla="*/ 171574 h 258650"/>
              <a:gd name="connsiteX63" fmla="*/ 385021 w 976815"/>
              <a:gd name="connsiteY63" fmla="*/ 189256 h 258650"/>
              <a:gd name="connsiteX64" fmla="*/ 437358 w 976815"/>
              <a:gd name="connsiteY64" fmla="*/ 241946 h 258650"/>
              <a:gd name="connsiteX65" fmla="*/ 493072 w 976815"/>
              <a:gd name="connsiteY65" fmla="*/ 227640 h 258650"/>
              <a:gd name="connsiteX66" fmla="*/ 500892 w 976815"/>
              <a:gd name="connsiteY66" fmla="*/ 242923 h 258650"/>
              <a:gd name="connsiteX67" fmla="*/ 438069 w 976815"/>
              <a:gd name="connsiteY67" fmla="*/ 258561 h 258650"/>
              <a:gd name="connsiteX68" fmla="*/ 366716 w 976815"/>
              <a:gd name="connsiteY68" fmla="*/ 190589 h 258650"/>
              <a:gd name="connsiteX69" fmla="*/ 366716 w 976815"/>
              <a:gd name="connsiteY69" fmla="*/ 134522 h 258650"/>
              <a:gd name="connsiteX70" fmla="*/ 434337 w 976815"/>
              <a:gd name="connsiteY70" fmla="*/ 66550 h 258650"/>
              <a:gd name="connsiteX71" fmla="*/ 182247 w 976815"/>
              <a:gd name="connsiteY71" fmla="*/ 66550 h 258650"/>
              <a:gd name="connsiteX72" fmla="*/ 251912 w 976815"/>
              <a:gd name="connsiteY72" fmla="*/ 138254 h 258650"/>
              <a:gd name="connsiteX73" fmla="*/ 251912 w 976815"/>
              <a:gd name="connsiteY73" fmla="*/ 171574 h 258650"/>
              <a:gd name="connsiteX74" fmla="*/ 132931 w 976815"/>
              <a:gd name="connsiteY74" fmla="*/ 171574 h 258650"/>
              <a:gd name="connsiteX75" fmla="*/ 132931 w 976815"/>
              <a:gd name="connsiteY75" fmla="*/ 189256 h 258650"/>
              <a:gd name="connsiteX76" fmla="*/ 185268 w 976815"/>
              <a:gd name="connsiteY76" fmla="*/ 241946 h 258650"/>
              <a:gd name="connsiteX77" fmla="*/ 240982 w 976815"/>
              <a:gd name="connsiteY77" fmla="*/ 227640 h 258650"/>
              <a:gd name="connsiteX78" fmla="*/ 248802 w 976815"/>
              <a:gd name="connsiteY78" fmla="*/ 242923 h 258650"/>
              <a:gd name="connsiteX79" fmla="*/ 185979 w 976815"/>
              <a:gd name="connsiteY79" fmla="*/ 258561 h 258650"/>
              <a:gd name="connsiteX80" fmla="*/ 114626 w 976815"/>
              <a:gd name="connsiteY80" fmla="*/ 190589 h 258650"/>
              <a:gd name="connsiteX81" fmla="*/ 114626 w 976815"/>
              <a:gd name="connsiteY81" fmla="*/ 134522 h 258650"/>
              <a:gd name="connsiteX82" fmla="*/ 182247 w 976815"/>
              <a:gd name="connsiteY82" fmla="*/ 66550 h 258650"/>
              <a:gd name="connsiteX83" fmla="*/ 37409 w 976815"/>
              <a:gd name="connsiteY83" fmla="*/ 28877 h 258650"/>
              <a:gd name="connsiteX84" fmla="*/ 46562 w 976815"/>
              <a:gd name="connsiteY84" fmla="*/ 30921 h 258650"/>
              <a:gd name="connsiteX85" fmla="*/ 46562 w 976815"/>
              <a:gd name="connsiteY85" fmla="*/ 75436 h 258650"/>
              <a:gd name="connsiteX86" fmla="*/ 86637 w 976815"/>
              <a:gd name="connsiteY86" fmla="*/ 75436 h 258650"/>
              <a:gd name="connsiteX87" fmla="*/ 88680 w 976815"/>
              <a:gd name="connsiteY87" fmla="*/ 83255 h 258650"/>
              <a:gd name="connsiteX88" fmla="*/ 86637 w 976815"/>
              <a:gd name="connsiteY88" fmla="*/ 90719 h 258650"/>
              <a:gd name="connsiteX89" fmla="*/ 46562 w 976815"/>
              <a:gd name="connsiteY89" fmla="*/ 90719 h 258650"/>
              <a:gd name="connsiteX90" fmla="*/ 46562 w 976815"/>
              <a:gd name="connsiteY90" fmla="*/ 218756 h 258650"/>
              <a:gd name="connsiteX91" fmla="*/ 67621 w 976815"/>
              <a:gd name="connsiteY91" fmla="*/ 238481 h 258650"/>
              <a:gd name="connsiteX92" fmla="*/ 86281 w 976815"/>
              <a:gd name="connsiteY92" fmla="*/ 238481 h 258650"/>
              <a:gd name="connsiteX93" fmla="*/ 89302 w 976815"/>
              <a:gd name="connsiteY93" fmla="*/ 245945 h 258650"/>
              <a:gd name="connsiteX94" fmla="*/ 86281 w 976815"/>
              <a:gd name="connsiteY94" fmla="*/ 254474 h 258650"/>
              <a:gd name="connsiteX95" fmla="*/ 63267 w 976815"/>
              <a:gd name="connsiteY95" fmla="*/ 254474 h 258650"/>
              <a:gd name="connsiteX96" fmla="*/ 28257 w 976815"/>
              <a:gd name="connsiteY96" fmla="*/ 219466 h 258650"/>
              <a:gd name="connsiteX97" fmla="*/ 28257 w 976815"/>
              <a:gd name="connsiteY97" fmla="*/ 90719 h 258650"/>
              <a:gd name="connsiteX98" fmla="*/ 2399 w 976815"/>
              <a:gd name="connsiteY98" fmla="*/ 90719 h 258650"/>
              <a:gd name="connsiteX99" fmla="*/ 0 w 976815"/>
              <a:gd name="connsiteY99" fmla="*/ 83255 h 258650"/>
              <a:gd name="connsiteX100" fmla="*/ 2399 w 976815"/>
              <a:gd name="connsiteY100" fmla="*/ 75436 h 258650"/>
              <a:gd name="connsiteX101" fmla="*/ 28257 w 976815"/>
              <a:gd name="connsiteY101" fmla="*/ 75436 h 258650"/>
              <a:gd name="connsiteX102" fmla="*/ 28257 w 976815"/>
              <a:gd name="connsiteY102" fmla="*/ 30921 h 258650"/>
              <a:gd name="connsiteX103" fmla="*/ 37409 w 976815"/>
              <a:gd name="connsiteY103" fmla="*/ 28877 h 258650"/>
              <a:gd name="connsiteX104" fmla="*/ 302027 w 976815"/>
              <a:gd name="connsiteY104" fmla="*/ 0 h 258650"/>
              <a:gd name="connsiteX105" fmla="*/ 311180 w 976815"/>
              <a:gd name="connsiteY105" fmla="*/ 2044 h 258650"/>
              <a:gd name="connsiteX106" fmla="*/ 311180 w 976815"/>
              <a:gd name="connsiteY106" fmla="*/ 218756 h 258650"/>
              <a:gd name="connsiteX107" fmla="*/ 332595 w 976815"/>
              <a:gd name="connsiteY107" fmla="*/ 238836 h 258650"/>
              <a:gd name="connsiteX108" fmla="*/ 341747 w 976815"/>
              <a:gd name="connsiteY108" fmla="*/ 238836 h 258650"/>
              <a:gd name="connsiteX109" fmla="*/ 344768 w 976815"/>
              <a:gd name="connsiteY109" fmla="*/ 246300 h 258650"/>
              <a:gd name="connsiteX110" fmla="*/ 341747 w 976815"/>
              <a:gd name="connsiteY110" fmla="*/ 254475 h 258650"/>
              <a:gd name="connsiteX111" fmla="*/ 327885 w 976815"/>
              <a:gd name="connsiteY111" fmla="*/ 254475 h 258650"/>
              <a:gd name="connsiteX112" fmla="*/ 292875 w 976815"/>
              <a:gd name="connsiteY112" fmla="*/ 219467 h 258650"/>
              <a:gd name="connsiteX113" fmla="*/ 292875 w 976815"/>
              <a:gd name="connsiteY113" fmla="*/ 2044 h 258650"/>
              <a:gd name="connsiteX114" fmla="*/ 302027 w 976815"/>
              <a:gd name="connsiteY114" fmla="*/ 0 h 25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976815" h="258650">
                <a:moveTo>
                  <a:pt x="785859" y="83254"/>
                </a:moveTo>
                <a:cubicBezTo>
                  <a:pt x="753248" y="83254"/>
                  <a:pt x="733522" y="97204"/>
                  <a:pt x="733522" y="135944"/>
                </a:cubicBezTo>
                <a:lnTo>
                  <a:pt x="733522" y="189256"/>
                </a:lnTo>
                <a:cubicBezTo>
                  <a:pt x="733522" y="227640"/>
                  <a:pt x="753248" y="242212"/>
                  <a:pt x="785859" y="242212"/>
                </a:cubicBezTo>
                <a:cubicBezTo>
                  <a:pt x="818825" y="242212"/>
                  <a:pt x="838818" y="228262"/>
                  <a:pt x="838818" y="189256"/>
                </a:cubicBezTo>
                <a:lnTo>
                  <a:pt x="838818" y="135944"/>
                </a:lnTo>
                <a:cubicBezTo>
                  <a:pt x="838907" y="97560"/>
                  <a:pt x="818825" y="83254"/>
                  <a:pt x="785859" y="83254"/>
                </a:cubicBezTo>
                <a:close/>
                <a:moveTo>
                  <a:pt x="434248" y="82632"/>
                </a:moveTo>
                <a:cubicBezTo>
                  <a:pt x="407413" y="82632"/>
                  <a:pt x="385021" y="100314"/>
                  <a:pt x="385021" y="135589"/>
                </a:cubicBezTo>
                <a:lnTo>
                  <a:pt x="385021" y="156647"/>
                </a:lnTo>
                <a:lnTo>
                  <a:pt x="485608" y="156647"/>
                </a:lnTo>
                <a:lnTo>
                  <a:pt x="485608" y="136655"/>
                </a:lnTo>
                <a:lnTo>
                  <a:pt x="485519" y="136655"/>
                </a:lnTo>
                <a:cubicBezTo>
                  <a:pt x="485519" y="100314"/>
                  <a:pt x="462061" y="82632"/>
                  <a:pt x="434248" y="82632"/>
                </a:cubicBezTo>
                <a:close/>
                <a:moveTo>
                  <a:pt x="182158" y="82632"/>
                </a:moveTo>
                <a:cubicBezTo>
                  <a:pt x="155323" y="82632"/>
                  <a:pt x="132931" y="100314"/>
                  <a:pt x="132931" y="135589"/>
                </a:cubicBezTo>
                <a:lnTo>
                  <a:pt x="132931" y="156647"/>
                </a:lnTo>
                <a:lnTo>
                  <a:pt x="233518" y="156647"/>
                </a:lnTo>
                <a:lnTo>
                  <a:pt x="233518" y="136655"/>
                </a:lnTo>
                <a:lnTo>
                  <a:pt x="233429" y="136655"/>
                </a:lnTo>
                <a:cubicBezTo>
                  <a:pt x="233429" y="100314"/>
                  <a:pt x="209971" y="82632"/>
                  <a:pt x="182158" y="82632"/>
                </a:cubicBezTo>
                <a:close/>
                <a:moveTo>
                  <a:pt x="907861" y="69038"/>
                </a:moveTo>
                <a:cubicBezTo>
                  <a:pt x="911237" y="69038"/>
                  <a:pt x="916391" y="69038"/>
                  <a:pt x="916391" y="71082"/>
                </a:cubicBezTo>
                <a:lnTo>
                  <a:pt x="916391" y="112220"/>
                </a:lnTo>
                <a:cubicBezTo>
                  <a:pt x="936740" y="81300"/>
                  <a:pt x="947669" y="69749"/>
                  <a:pt x="968018" y="69749"/>
                </a:cubicBezTo>
                <a:lnTo>
                  <a:pt x="974771" y="69749"/>
                </a:lnTo>
                <a:cubicBezTo>
                  <a:pt x="976815" y="69749"/>
                  <a:pt x="976815" y="76235"/>
                  <a:pt x="976815" y="79611"/>
                </a:cubicBezTo>
                <a:cubicBezTo>
                  <a:pt x="976815" y="82988"/>
                  <a:pt x="976104" y="88763"/>
                  <a:pt x="974060" y="88763"/>
                </a:cubicBezTo>
                <a:lnTo>
                  <a:pt x="963219" y="88763"/>
                </a:lnTo>
                <a:lnTo>
                  <a:pt x="963219" y="88674"/>
                </a:lnTo>
                <a:cubicBezTo>
                  <a:pt x="948291" y="88674"/>
                  <a:pt x="935673" y="102269"/>
                  <a:pt x="917013" y="130791"/>
                </a:cubicBezTo>
                <a:lnTo>
                  <a:pt x="917013" y="253852"/>
                </a:lnTo>
                <a:cubicBezTo>
                  <a:pt x="917013" y="255896"/>
                  <a:pt x="911237" y="255896"/>
                  <a:pt x="907861" y="255896"/>
                </a:cubicBezTo>
                <a:cubicBezTo>
                  <a:pt x="904484" y="255896"/>
                  <a:pt x="899064" y="255896"/>
                  <a:pt x="899064" y="253852"/>
                </a:cubicBezTo>
                <a:lnTo>
                  <a:pt x="899064" y="71082"/>
                </a:lnTo>
                <a:cubicBezTo>
                  <a:pt x="899064" y="69038"/>
                  <a:pt x="904484" y="69038"/>
                  <a:pt x="907861" y="69038"/>
                </a:cubicBezTo>
                <a:close/>
                <a:moveTo>
                  <a:pt x="785859" y="66639"/>
                </a:moveTo>
                <a:cubicBezTo>
                  <a:pt x="831088" y="66639"/>
                  <a:pt x="857212" y="90096"/>
                  <a:pt x="857212" y="132923"/>
                </a:cubicBezTo>
                <a:lnTo>
                  <a:pt x="857212" y="192366"/>
                </a:lnTo>
                <a:cubicBezTo>
                  <a:pt x="857212" y="234837"/>
                  <a:pt x="831088" y="258650"/>
                  <a:pt x="785859" y="258650"/>
                </a:cubicBezTo>
                <a:cubicBezTo>
                  <a:pt x="741075" y="258561"/>
                  <a:pt x="715217" y="234837"/>
                  <a:pt x="715217" y="192366"/>
                </a:cubicBezTo>
                <a:lnTo>
                  <a:pt x="715217" y="132923"/>
                </a:lnTo>
                <a:cubicBezTo>
                  <a:pt x="715217" y="90096"/>
                  <a:pt x="741075" y="66639"/>
                  <a:pt x="785859" y="66639"/>
                </a:cubicBezTo>
                <a:close/>
                <a:moveTo>
                  <a:pt x="627870" y="66639"/>
                </a:moveTo>
                <a:cubicBezTo>
                  <a:pt x="657459" y="66639"/>
                  <a:pt x="676120" y="88763"/>
                  <a:pt x="676120" y="121017"/>
                </a:cubicBezTo>
                <a:lnTo>
                  <a:pt x="676120" y="253852"/>
                </a:lnTo>
                <a:cubicBezTo>
                  <a:pt x="676120" y="255896"/>
                  <a:pt x="670344" y="255896"/>
                  <a:pt x="666967" y="255896"/>
                </a:cubicBezTo>
                <a:cubicBezTo>
                  <a:pt x="663591" y="255896"/>
                  <a:pt x="657815" y="255896"/>
                  <a:pt x="657815" y="253852"/>
                </a:cubicBezTo>
                <a:lnTo>
                  <a:pt x="657815" y="129103"/>
                </a:lnTo>
                <a:cubicBezTo>
                  <a:pt x="657815" y="98893"/>
                  <a:pt x="644575" y="84943"/>
                  <a:pt x="622449" y="84943"/>
                </a:cubicBezTo>
                <a:cubicBezTo>
                  <a:pt x="598991" y="84943"/>
                  <a:pt x="577221" y="105023"/>
                  <a:pt x="563981" y="124393"/>
                </a:cubicBezTo>
                <a:lnTo>
                  <a:pt x="563981" y="253852"/>
                </a:lnTo>
                <a:cubicBezTo>
                  <a:pt x="563981" y="255896"/>
                  <a:pt x="558205" y="255896"/>
                  <a:pt x="554828" y="255896"/>
                </a:cubicBezTo>
                <a:cubicBezTo>
                  <a:pt x="551452" y="255896"/>
                  <a:pt x="545676" y="255896"/>
                  <a:pt x="545676" y="253852"/>
                </a:cubicBezTo>
                <a:lnTo>
                  <a:pt x="545676" y="71082"/>
                </a:lnTo>
                <a:cubicBezTo>
                  <a:pt x="545676" y="69038"/>
                  <a:pt x="551452" y="69038"/>
                  <a:pt x="554828" y="69038"/>
                </a:cubicBezTo>
                <a:cubicBezTo>
                  <a:pt x="558205" y="69038"/>
                  <a:pt x="563625" y="69038"/>
                  <a:pt x="563625" y="71082"/>
                </a:cubicBezTo>
                <a:lnTo>
                  <a:pt x="563625" y="104046"/>
                </a:lnTo>
                <a:cubicBezTo>
                  <a:pt x="578198" y="83343"/>
                  <a:pt x="600679" y="66639"/>
                  <a:pt x="627870" y="66639"/>
                </a:cubicBezTo>
                <a:close/>
                <a:moveTo>
                  <a:pt x="434337" y="66550"/>
                </a:moveTo>
                <a:cubicBezTo>
                  <a:pt x="475745" y="66550"/>
                  <a:pt x="504002" y="93028"/>
                  <a:pt x="504002" y="138254"/>
                </a:cubicBezTo>
                <a:lnTo>
                  <a:pt x="504002" y="171574"/>
                </a:lnTo>
                <a:lnTo>
                  <a:pt x="385021" y="171574"/>
                </a:lnTo>
                <a:lnTo>
                  <a:pt x="385021" y="189256"/>
                </a:lnTo>
                <a:cubicBezTo>
                  <a:pt x="385021" y="221865"/>
                  <a:pt x="402348" y="241946"/>
                  <a:pt x="437358" y="241946"/>
                </a:cubicBezTo>
                <a:cubicBezTo>
                  <a:pt x="463838" y="241946"/>
                  <a:pt x="479832" y="234837"/>
                  <a:pt x="493072" y="227640"/>
                </a:cubicBezTo>
                <a:cubicBezTo>
                  <a:pt x="495827" y="226307"/>
                  <a:pt x="504268" y="240879"/>
                  <a:pt x="500892" y="242923"/>
                </a:cubicBezTo>
                <a:cubicBezTo>
                  <a:pt x="483564" y="252786"/>
                  <a:pt x="462149" y="258561"/>
                  <a:pt x="438069" y="258561"/>
                </a:cubicBezTo>
                <a:cubicBezTo>
                  <a:pt x="393196" y="258561"/>
                  <a:pt x="366716" y="233416"/>
                  <a:pt x="366716" y="190589"/>
                </a:cubicBezTo>
                <a:lnTo>
                  <a:pt x="366716" y="134522"/>
                </a:lnTo>
                <a:cubicBezTo>
                  <a:pt x="366716" y="93117"/>
                  <a:pt x="395950" y="66550"/>
                  <a:pt x="434337" y="66550"/>
                </a:cubicBezTo>
                <a:close/>
                <a:moveTo>
                  <a:pt x="182247" y="66550"/>
                </a:moveTo>
                <a:cubicBezTo>
                  <a:pt x="223655" y="66550"/>
                  <a:pt x="251912" y="93028"/>
                  <a:pt x="251912" y="138254"/>
                </a:cubicBezTo>
                <a:lnTo>
                  <a:pt x="251912" y="171574"/>
                </a:lnTo>
                <a:lnTo>
                  <a:pt x="132931" y="171574"/>
                </a:lnTo>
                <a:lnTo>
                  <a:pt x="132931" y="189256"/>
                </a:lnTo>
                <a:cubicBezTo>
                  <a:pt x="132931" y="221865"/>
                  <a:pt x="150258" y="241946"/>
                  <a:pt x="185268" y="241946"/>
                </a:cubicBezTo>
                <a:cubicBezTo>
                  <a:pt x="211748" y="241946"/>
                  <a:pt x="227742" y="234837"/>
                  <a:pt x="240982" y="227640"/>
                </a:cubicBezTo>
                <a:cubicBezTo>
                  <a:pt x="243737" y="226307"/>
                  <a:pt x="252178" y="240879"/>
                  <a:pt x="248802" y="242923"/>
                </a:cubicBezTo>
                <a:cubicBezTo>
                  <a:pt x="231474" y="252786"/>
                  <a:pt x="210059" y="258561"/>
                  <a:pt x="185979" y="258561"/>
                </a:cubicBezTo>
                <a:cubicBezTo>
                  <a:pt x="141106" y="258561"/>
                  <a:pt x="114626" y="233416"/>
                  <a:pt x="114626" y="190589"/>
                </a:cubicBezTo>
                <a:lnTo>
                  <a:pt x="114626" y="134522"/>
                </a:lnTo>
                <a:cubicBezTo>
                  <a:pt x="114626" y="93117"/>
                  <a:pt x="143860" y="66550"/>
                  <a:pt x="182247" y="66550"/>
                </a:cubicBezTo>
                <a:close/>
                <a:moveTo>
                  <a:pt x="37409" y="28877"/>
                </a:moveTo>
                <a:cubicBezTo>
                  <a:pt x="40786" y="28877"/>
                  <a:pt x="46562" y="28877"/>
                  <a:pt x="46562" y="30921"/>
                </a:cubicBezTo>
                <a:lnTo>
                  <a:pt x="46562" y="75436"/>
                </a:lnTo>
                <a:lnTo>
                  <a:pt x="86637" y="75436"/>
                </a:lnTo>
                <a:cubicBezTo>
                  <a:pt x="88680" y="75436"/>
                  <a:pt x="88680" y="79168"/>
                  <a:pt x="88680" y="83255"/>
                </a:cubicBezTo>
                <a:cubicBezTo>
                  <a:pt x="88680" y="87342"/>
                  <a:pt x="88680" y="90719"/>
                  <a:pt x="86637" y="90719"/>
                </a:cubicBezTo>
                <a:lnTo>
                  <a:pt x="46562" y="90719"/>
                </a:lnTo>
                <a:lnTo>
                  <a:pt x="46562" y="218756"/>
                </a:lnTo>
                <a:cubicBezTo>
                  <a:pt x="46562" y="233061"/>
                  <a:pt x="52693" y="238481"/>
                  <a:pt x="67621" y="238481"/>
                </a:cubicBezTo>
                <a:lnTo>
                  <a:pt x="86281" y="238481"/>
                </a:lnTo>
                <a:cubicBezTo>
                  <a:pt x="88680" y="238481"/>
                  <a:pt x="89302" y="239192"/>
                  <a:pt x="89302" y="245945"/>
                </a:cubicBezTo>
                <a:cubicBezTo>
                  <a:pt x="89302" y="253408"/>
                  <a:pt x="88591" y="254474"/>
                  <a:pt x="86281" y="254474"/>
                </a:cubicBezTo>
                <a:lnTo>
                  <a:pt x="63267" y="254474"/>
                </a:lnTo>
                <a:cubicBezTo>
                  <a:pt x="37765" y="254474"/>
                  <a:pt x="28257" y="239547"/>
                  <a:pt x="28257" y="219466"/>
                </a:cubicBezTo>
                <a:lnTo>
                  <a:pt x="28257" y="90719"/>
                </a:lnTo>
                <a:lnTo>
                  <a:pt x="2399" y="90719"/>
                </a:lnTo>
                <a:cubicBezTo>
                  <a:pt x="0" y="90719"/>
                  <a:pt x="0" y="86631"/>
                  <a:pt x="0" y="83255"/>
                </a:cubicBezTo>
                <a:cubicBezTo>
                  <a:pt x="0" y="79879"/>
                  <a:pt x="0" y="75436"/>
                  <a:pt x="2399" y="75436"/>
                </a:cubicBezTo>
                <a:lnTo>
                  <a:pt x="28257" y="75436"/>
                </a:lnTo>
                <a:lnTo>
                  <a:pt x="28257" y="30921"/>
                </a:lnTo>
                <a:cubicBezTo>
                  <a:pt x="28257" y="28877"/>
                  <a:pt x="34033" y="28877"/>
                  <a:pt x="37409" y="28877"/>
                </a:cubicBezTo>
                <a:close/>
                <a:moveTo>
                  <a:pt x="302027" y="0"/>
                </a:moveTo>
                <a:cubicBezTo>
                  <a:pt x="305404" y="0"/>
                  <a:pt x="311180" y="0"/>
                  <a:pt x="311180" y="2044"/>
                </a:cubicBezTo>
                <a:lnTo>
                  <a:pt x="311180" y="218756"/>
                </a:lnTo>
                <a:cubicBezTo>
                  <a:pt x="311180" y="233061"/>
                  <a:pt x="317666" y="238836"/>
                  <a:pt x="332595" y="238836"/>
                </a:cubicBezTo>
                <a:lnTo>
                  <a:pt x="341747" y="238836"/>
                </a:lnTo>
                <a:cubicBezTo>
                  <a:pt x="344146" y="238836"/>
                  <a:pt x="344768" y="239547"/>
                  <a:pt x="344768" y="246300"/>
                </a:cubicBezTo>
                <a:cubicBezTo>
                  <a:pt x="344768" y="253764"/>
                  <a:pt x="344057" y="254475"/>
                  <a:pt x="341747" y="254475"/>
                </a:cubicBezTo>
                <a:lnTo>
                  <a:pt x="327885" y="254475"/>
                </a:lnTo>
                <a:cubicBezTo>
                  <a:pt x="302738" y="254475"/>
                  <a:pt x="292875" y="239547"/>
                  <a:pt x="292875" y="219467"/>
                </a:cubicBezTo>
                <a:lnTo>
                  <a:pt x="292875" y="2044"/>
                </a:lnTo>
                <a:cubicBezTo>
                  <a:pt x="292875" y="0"/>
                  <a:pt x="298651" y="0"/>
                  <a:pt x="302027" y="0"/>
                </a:cubicBezTo>
                <a:close/>
              </a:path>
            </a:pathLst>
          </a:custGeom>
          <a:solidFill>
            <a:schemeClr val="tx1"/>
          </a:solidFill>
          <a:ln w="8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8B5E5-14C5-3F2F-7B10-77DFE72FFD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64C1DA1E-86FF-E14D-8189-C2E8151B1F46}" type="datetime1">
              <a:rPr lang="nb-NO" smtClean="0"/>
              <a:t>16.06.2026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A77D2-5589-83C4-2C58-5C51BD9B4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398EE1-E559-ADB5-5FA2-D812B0894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0067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Tex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16C8692-3FB2-30C8-D021-1AC118636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795" y="446"/>
            <a:ext cx="12191207" cy="68575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3CD5C1-50FD-5C84-4C13-D3C6827A39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70" y="540001"/>
            <a:ext cx="11111046" cy="2900361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8000" b="1" i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FB782-23B5-EA5B-5A17-97533B40A82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71" y="3429000"/>
            <a:ext cx="9453205" cy="1828800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2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Subtitle, name, date</a:t>
            </a:r>
            <a:endParaRPr lang="nb-NO"/>
          </a:p>
        </p:txBody>
      </p:sp>
      <p:sp>
        <p:nvSpPr>
          <p:cNvPr id="6" name="Graphic 8">
            <a:extLst>
              <a:ext uri="{FF2B5EF4-FFF2-40B4-BE49-F238E27FC236}">
                <a16:creationId xmlns:a16="http://schemas.microsoft.com/office/drawing/2014/main" id="{D6F46375-4BAC-E436-943C-7CBECACF1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0EA2525B-1F90-06DF-E4CD-55E0E335D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0071" y="6070713"/>
            <a:ext cx="976942" cy="258650"/>
          </a:xfrm>
          <a:custGeom>
            <a:avLst/>
            <a:gdLst>
              <a:gd name="connsiteX0" fmla="*/ 785859 w 976815"/>
              <a:gd name="connsiteY0" fmla="*/ 83254 h 258650"/>
              <a:gd name="connsiteX1" fmla="*/ 733522 w 976815"/>
              <a:gd name="connsiteY1" fmla="*/ 135944 h 258650"/>
              <a:gd name="connsiteX2" fmla="*/ 733522 w 976815"/>
              <a:gd name="connsiteY2" fmla="*/ 189256 h 258650"/>
              <a:gd name="connsiteX3" fmla="*/ 785859 w 976815"/>
              <a:gd name="connsiteY3" fmla="*/ 242212 h 258650"/>
              <a:gd name="connsiteX4" fmla="*/ 838818 w 976815"/>
              <a:gd name="connsiteY4" fmla="*/ 189256 h 258650"/>
              <a:gd name="connsiteX5" fmla="*/ 838818 w 976815"/>
              <a:gd name="connsiteY5" fmla="*/ 135944 h 258650"/>
              <a:gd name="connsiteX6" fmla="*/ 785859 w 976815"/>
              <a:gd name="connsiteY6" fmla="*/ 83254 h 258650"/>
              <a:gd name="connsiteX7" fmla="*/ 434248 w 976815"/>
              <a:gd name="connsiteY7" fmla="*/ 82632 h 258650"/>
              <a:gd name="connsiteX8" fmla="*/ 385021 w 976815"/>
              <a:gd name="connsiteY8" fmla="*/ 135589 h 258650"/>
              <a:gd name="connsiteX9" fmla="*/ 385021 w 976815"/>
              <a:gd name="connsiteY9" fmla="*/ 156647 h 258650"/>
              <a:gd name="connsiteX10" fmla="*/ 485608 w 976815"/>
              <a:gd name="connsiteY10" fmla="*/ 156647 h 258650"/>
              <a:gd name="connsiteX11" fmla="*/ 485608 w 976815"/>
              <a:gd name="connsiteY11" fmla="*/ 136655 h 258650"/>
              <a:gd name="connsiteX12" fmla="*/ 485519 w 976815"/>
              <a:gd name="connsiteY12" fmla="*/ 136655 h 258650"/>
              <a:gd name="connsiteX13" fmla="*/ 434248 w 976815"/>
              <a:gd name="connsiteY13" fmla="*/ 82632 h 258650"/>
              <a:gd name="connsiteX14" fmla="*/ 182158 w 976815"/>
              <a:gd name="connsiteY14" fmla="*/ 82632 h 258650"/>
              <a:gd name="connsiteX15" fmla="*/ 132931 w 976815"/>
              <a:gd name="connsiteY15" fmla="*/ 135589 h 258650"/>
              <a:gd name="connsiteX16" fmla="*/ 132931 w 976815"/>
              <a:gd name="connsiteY16" fmla="*/ 156647 h 258650"/>
              <a:gd name="connsiteX17" fmla="*/ 233518 w 976815"/>
              <a:gd name="connsiteY17" fmla="*/ 156647 h 258650"/>
              <a:gd name="connsiteX18" fmla="*/ 233518 w 976815"/>
              <a:gd name="connsiteY18" fmla="*/ 136655 h 258650"/>
              <a:gd name="connsiteX19" fmla="*/ 233429 w 976815"/>
              <a:gd name="connsiteY19" fmla="*/ 136655 h 258650"/>
              <a:gd name="connsiteX20" fmla="*/ 182158 w 976815"/>
              <a:gd name="connsiteY20" fmla="*/ 82632 h 258650"/>
              <a:gd name="connsiteX21" fmla="*/ 907861 w 976815"/>
              <a:gd name="connsiteY21" fmla="*/ 69038 h 258650"/>
              <a:gd name="connsiteX22" fmla="*/ 916391 w 976815"/>
              <a:gd name="connsiteY22" fmla="*/ 71082 h 258650"/>
              <a:gd name="connsiteX23" fmla="*/ 916391 w 976815"/>
              <a:gd name="connsiteY23" fmla="*/ 112220 h 258650"/>
              <a:gd name="connsiteX24" fmla="*/ 968018 w 976815"/>
              <a:gd name="connsiteY24" fmla="*/ 69749 h 258650"/>
              <a:gd name="connsiteX25" fmla="*/ 974771 w 976815"/>
              <a:gd name="connsiteY25" fmla="*/ 69749 h 258650"/>
              <a:gd name="connsiteX26" fmla="*/ 976815 w 976815"/>
              <a:gd name="connsiteY26" fmla="*/ 79611 h 258650"/>
              <a:gd name="connsiteX27" fmla="*/ 974060 w 976815"/>
              <a:gd name="connsiteY27" fmla="*/ 88763 h 258650"/>
              <a:gd name="connsiteX28" fmla="*/ 963219 w 976815"/>
              <a:gd name="connsiteY28" fmla="*/ 88763 h 258650"/>
              <a:gd name="connsiteX29" fmla="*/ 963219 w 976815"/>
              <a:gd name="connsiteY29" fmla="*/ 88674 h 258650"/>
              <a:gd name="connsiteX30" fmla="*/ 917013 w 976815"/>
              <a:gd name="connsiteY30" fmla="*/ 130791 h 258650"/>
              <a:gd name="connsiteX31" fmla="*/ 917013 w 976815"/>
              <a:gd name="connsiteY31" fmla="*/ 253852 h 258650"/>
              <a:gd name="connsiteX32" fmla="*/ 907861 w 976815"/>
              <a:gd name="connsiteY32" fmla="*/ 255896 h 258650"/>
              <a:gd name="connsiteX33" fmla="*/ 899064 w 976815"/>
              <a:gd name="connsiteY33" fmla="*/ 253852 h 258650"/>
              <a:gd name="connsiteX34" fmla="*/ 899064 w 976815"/>
              <a:gd name="connsiteY34" fmla="*/ 71082 h 258650"/>
              <a:gd name="connsiteX35" fmla="*/ 907861 w 976815"/>
              <a:gd name="connsiteY35" fmla="*/ 69038 h 258650"/>
              <a:gd name="connsiteX36" fmla="*/ 785859 w 976815"/>
              <a:gd name="connsiteY36" fmla="*/ 66639 h 258650"/>
              <a:gd name="connsiteX37" fmla="*/ 857212 w 976815"/>
              <a:gd name="connsiteY37" fmla="*/ 132923 h 258650"/>
              <a:gd name="connsiteX38" fmla="*/ 857212 w 976815"/>
              <a:gd name="connsiteY38" fmla="*/ 192366 h 258650"/>
              <a:gd name="connsiteX39" fmla="*/ 785859 w 976815"/>
              <a:gd name="connsiteY39" fmla="*/ 258650 h 258650"/>
              <a:gd name="connsiteX40" fmla="*/ 715217 w 976815"/>
              <a:gd name="connsiteY40" fmla="*/ 192366 h 258650"/>
              <a:gd name="connsiteX41" fmla="*/ 715217 w 976815"/>
              <a:gd name="connsiteY41" fmla="*/ 132923 h 258650"/>
              <a:gd name="connsiteX42" fmla="*/ 785859 w 976815"/>
              <a:gd name="connsiteY42" fmla="*/ 66639 h 258650"/>
              <a:gd name="connsiteX43" fmla="*/ 627870 w 976815"/>
              <a:gd name="connsiteY43" fmla="*/ 66639 h 258650"/>
              <a:gd name="connsiteX44" fmla="*/ 676120 w 976815"/>
              <a:gd name="connsiteY44" fmla="*/ 121017 h 258650"/>
              <a:gd name="connsiteX45" fmla="*/ 676120 w 976815"/>
              <a:gd name="connsiteY45" fmla="*/ 253852 h 258650"/>
              <a:gd name="connsiteX46" fmla="*/ 666967 w 976815"/>
              <a:gd name="connsiteY46" fmla="*/ 255896 h 258650"/>
              <a:gd name="connsiteX47" fmla="*/ 657815 w 976815"/>
              <a:gd name="connsiteY47" fmla="*/ 253852 h 258650"/>
              <a:gd name="connsiteX48" fmla="*/ 657815 w 976815"/>
              <a:gd name="connsiteY48" fmla="*/ 129103 h 258650"/>
              <a:gd name="connsiteX49" fmla="*/ 622449 w 976815"/>
              <a:gd name="connsiteY49" fmla="*/ 84943 h 258650"/>
              <a:gd name="connsiteX50" fmla="*/ 563981 w 976815"/>
              <a:gd name="connsiteY50" fmla="*/ 124393 h 258650"/>
              <a:gd name="connsiteX51" fmla="*/ 563981 w 976815"/>
              <a:gd name="connsiteY51" fmla="*/ 253852 h 258650"/>
              <a:gd name="connsiteX52" fmla="*/ 554828 w 976815"/>
              <a:gd name="connsiteY52" fmla="*/ 255896 h 258650"/>
              <a:gd name="connsiteX53" fmla="*/ 545676 w 976815"/>
              <a:gd name="connsiteY53" fmla="*/ 253852 h 258650"/>
              <a:gd name="connsiteX54" fmla="*/ 545676 w 976815"/>
              <a:gd name="connsiteY54" fmla="*/ 71082 h 258650"/>
              <a:gd name="connsiteX55" fmla="*/ 554828 w 976815"/>
              <a:gd name="connsiteY55" fmla="*/ 69038 h 258650"/>
              <a:gd name="connsiteX56" fmla="*/ 563625 w 976815"/>
              <a:gd name="connsiteY56" fmla="*/ 71082 h 258650"/>
              <a:gd name="connsiteX57" fmla="*/ 563625 w 976815"/>
              <a:gd name="connsiteY57" fmla="*/ 104046 h 258650"/>
              <a:gd name="connsiteX58" fmla="*/ 627870 w 976815"/>
              <a:gd name="connsiteY58" fmla="*/ 66639 h 258650"/>
              <a:gd name="connsiteX59" fmla="*/ 434337 w 976815"/>
              <a:gd name="connsiteY59" fmla="*/ 66550 h 258650"/>
              <a:gd name="connsiteX60" fmla="*/ 504002 w 976815"/>
              <a:gd name="connsiteY60" fmla="*/ 138254 h 258650"/>
              <a:gd name="connsiteX61" fmla="*/ 504002 w 976815"/>
              <a:gd name="connsiteY61" fmla="*/ 171574 h 258650"/>
              <a:gd name="connsiteX62" fmla="*/ 385021 w 976815"/>
              <a:gd name="connsiteY62" fmla="*/ 171574 h 258650"/>
              <a:gd name="connsiteX63" fmla="*/ 385021 w 976815"/>
              <a:gd name="connsiteY63" fmla="*/ 189256 h 258650"/>
              <a:gd name="connsiteX64" fmla="*/ 437358 w 976815"/>
              <a:gd name="connsiteY64" fmla="*/ 241946 h 258650"/>
              <a:gd name="connsiteX65" fmla="*/ 493072 w 976815"/>
              <a:gd name="connsiteY65" fmla="*/ 227640 h 258650"/>
              <a:gd name="connsiteX66" fmla="*/ 500892 w 976815"/>
              <a:gd name="connsiteY66" fmla="*/ 242923 h 258650"/>
              <a:gd name="connsiteX67" fmla="*/ 438069 w 976815"/>
              <a:gd name="connsiteY67" fmla="*/ 258561 h 258650"/>
              <a:gd name="connsiteX68" fmla="*/ 366716 w 976815"/>
              <a:gd name="connsiteY68" fmla="*/ 190589 h 258650"/>
              <a:gd name="connsiteX69" fmla="*/ 366716 w 976815"/>
              <a:gd name="connsiteY69" fmla="*/ 134522 h 258650"/>
              <a:gd name="connsiteX70" fmla="*/ 434337 w 976815"/>
              <a:gd name="connsiteY70" fmla="*/ 66550 h 258650"/>
              <a:gd name="connsiteX71" fmla="*/ 182247 w 976815"/>
              <a:gd name="connsiteY71" fmla="*/ 66550 h 258650"/>
              <a:gd name="connsiteX72" fmla="*/ 251912 w 976815"/>
              <a:gd name="connsiteY72" fmla="*/ 138254 h 258650"/>
              <a:gd name="connsiteX73" fmla="*/ 251912 w 976815"/>
              <a:gd name="connsiteY73" fmla="*/ 171574 h 258650"/>
              <a:gd name="connsiteX74" fmla="*/ 132931 w 976815"/>
              <a:gd name="connsiteY74" fmla="*/ 171574 h 258650"/>
              <a:gd name="connsiteX75" fmla="*/ 132931 w 976815"/>
              <a:gd name="connsiteY75" fmla="*/ 189256 h 258650"/>
              <a:gd name="connsiteX76" fmla="*/ 185268 w 976815"/>
              <a:gd name="connsiteY76" fmla="*/ 241946 h 258650"/>
              <a:gd name="connsiteX77" fmla="*/ 240982 w 976815"/>
              <a:gd name="connsiteY77" fmla="*/ 227640 h 258650"/>
              <a:gd name="connsiteX78" fmla="*/ 248802 w 976815"/>
              <a:gd name="connsiteY78" fmla="*/ 242923 h 258650"/>
              <a:gd name="connsiteX79" fmla="*/ 185979 w 976815"/>
              <a:gd name="connsiteY79" fmla="*/ 258561 h 258650"/>
              <a:gd name="connsiteX80" fmla="*/ 114626 w 976815"/>
              <a:gd name="connsiteY80" fmla="*/ 190589 h 258650"/>
              <a:gd name="connsiteX81" fmla="*/ 114626 w 976815"/>
              <a:gd name="connsiteY81" fmla="*/ 134522 h 258650"/>
              <a:gd name="connsiteX82" fmla="*/ 182247 w 976815"/>
              <a:gd name="connsiteY82" fmla="*/ 66550 h 258650"/>
              <a:gd name="connsiteX83" fmla="*/ 37409 w 976815"/>
              <a:gd name="connsiteY83" fmla="*/ 28877 h 258650"/>
              <a:gd name="connsiteX84" fmla="*/ 46562 w 976815"/>
              <a:gd name="connsiteY84" fmla="*/ 30921 h 258650"/>
              <a:gd name="connsiteX85" fmla="*/ 46562 w 976815"/>
              <a:gd name="connsiteY85" fmla="*/ 75436 h 258650"/>
              <a:gd name="connsiteX86" fmla="*/ 86637 w 976815"/>
              <a:gd name="connsiteY86" fmla="*/ 75436 h 258650"/>
              <a:gd name="connsiteX87" fmla="*/ 88680 w 976815"/>
              <a:gd name="connsiteY87" fmla="*/ 83255 h 258650"/>
              <a:gd name="connsiteX88" fmla="*/ 86637 w 976815"/>
              <a:gd name="connsiteY88" fmla="*/ 90719 h 258650"/>
              <a:gd name="connsiteX89" fmla="*/ 46562 w 976815"/>
              <a:gd name="connsiteY89" fmla="*/ 90719 h 258650"/>
              <a:gd name="connsiteX90" fmla="*/ 46562 w 976815"/>
              <a:gd name="connsiteY90" fmla="*/ 218756 h 258650"/>
              <a:gd name="connsiteX91" fmla="*/ 67621 w 976815"/>
              <a:gd name="connsiteY91" fmla="*/ 238481 h 258650"/>
              <a:gd name="connsiteX92" fmla="*/ 86281 w 976815"/>
              <a:gd name="connsiteY92" fmla="*/ 238481 h 258650"/>
              <a:gd name="connsiteX93" fmla="*/ 89302 w 976815"/>
              <a:gd name="connsiteY93" fmla="*/ 245945 h 258650"/>
              <a:gd name="connsiteX94" fmla="*/ 86281 w 976815"/>
              <a:gd name="connsiteY94" fmla="*/ 254474 h 258650"/>
              <a:gd name="connsiteX95" fmla="*/ 63267 w 976815"/>
              <a:gd name="connsiteY95" fmla="*/ 254474 h 258650"/>
              <a:gd name="connsiteX96" fmla="*/ 28257 w 976815"/>
              <a:gd name="connsiteY96" fmla="*/ 219466 h 258650"/>
              <a:gd name="connsiteX97" fmla="*/ 28257 w 976815"/>
              <a:gd name="connsiteY97" fmla="*/ 90719 h 258650"/>
              <a:gd name="connsiteX98" fmla="*/ 2399 w 976815"/>
              <a:gd name="connsiteY98" fmla="*/ 90719 h 258650"/>
              <a:gd name="connsiteX99" fmla="*/ 0 w 976815"/>
              <a:gd name="connsiteY99" fmla="*/ 83255 h 258650"/>
              <a:gd name="connsiteX100" fmla="*/ 2399 w 976815"/>
              <a:gd name="connsiteY100" fmla="*/ 75436 h 258650"/>
              <a:gd name="connsiteX101" fmla="*/ 28257 w 976815"/>
              <a:gd name="connsiteY101" fmla="*/ 75436 h 258650"/>
              <a:gd name="connsiteX102" fmla="*/ 28257 w 976815"/>
              <a:gd name="connsiteY102" fmla="*/ 30921 h 258650"/>
              <a:gd name="connsiteX103" fmla="*/ 37409 w 976815"/>
              <a:gd name="connsiteY103" fmla="*/ 28877 h 258650"/>
              <a:gd name="connsiteX104" fmla="*/ 302027 w 976815"/>
              <a:gd name="connsiteY104" fmla="*/ 0 h 258650"/>
              <a:gd name="connsiteX105" fmla="*/ 311180 w 976815"/>
              <a:gd name="connsiteY105" fmla="*/ 2044 h 258650"/>
              <a:gd name="connsiteX106" fmla="*/ 311180 w 976815"/>
              <a:gd name="connsiteY106" fmla="*/ 218756 h 258650"/>
              <a:gd name="connsiteX107" fmla="*/ 332595 w 976815"/>
              <a:gd name="connsiteY107" fmla="*/ 238836 h 258650"/>
              <a:gd name="connsiteX108" fmla="*/ 341747 w 976815"/>
              <a:gd name="connsiteY108" fmla="*/ 238836 h 258650"/>
              <a:gd name="connsiteX109" fmla="*/ 344768 w 976815"/>
              <a:gd name="connsiteY109" fmla="*/ 246300 h 258650"/>
              <a:gd name="connsiteX110" fmla="*/ 341747 w 976815"/>
              <a:gd name="connsiteY110" fmla="*/ 254475 h 258650"/>
              <a:gd name="connsiteX111" fmla="*/ 327885 w 976815"/>
              <a:gd name="connsiteY111" fmla="*/ 254475 h 258650"/>
              <a:gd name="connsiteX112" fmla="*/ 292875 w 976815"/>
              <a:gd name="connsiteY112" fmla="*/ 219467 h 258650"/>
              <a:gd name="connsiteX113" fmla="*/ 292875 w 976815"/>
              <a:gd name="connsiteY113" fmla="*/ 2044 h 258650"/>
              <a:gd name="connsiteX114" fmla="*/ 302027 w 976815"/>
              <a:gd name="connsiteY114" fmla="*/ 0 h 25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976815" h="258650">
                <a:moveTo>
                  <a:pt x="785859" y="83254"/>
                </a:moveTo>
                <a:cubicBezTo>
                  <a:pt x="753248" y="83254"/>
                  <a:pt x="733522" y="97204"/>
                  <a:pt x="733522" y="135944"/>
                </a:cubicBezTo>
                <a:lnTo>
                  <a:pt x="733522" y="189256"/>
                </a:lnTo>
                <a:cubicBezTo>
                  <a:pt x="733522" y="227640"/>
                  <a:pt x="753248" y="242212"/>
                  <a:pt x="785859" y="242212"/>
                </a:cubicBezTo>
                <a:cubicBezTo>
                  <a:pt x="818825" y="242212"/>
                  <a:pt x="838818" y="228262"/>
                  <a:pt x="838818" y="189256"/>
                </a:cubicBezTo>
                <a:lnTo>
                  <a:pt x="838818" y="135944"/>
                </a:lnTo>
                <a:cubicBezTo>
                  <a:pt x="838907" y="97560"/>
                  <a:pt x="818825" y="83254"/>
                  <a:pt x="785859" y="83254"/>
                </a:cubicBezTo>
                <a:close/>
                <a:moveTo>
                  <a:pt x="434248" y="82632"/>
                </a:moveTo>
                <a:cubicBezTo>
                  <a:pt x="407413" y="82632"/>
                  <a:pt x="385021" y="100314"/>
                  <a:pt x="385021" y="135589"/>
                </a:cubicBezTo>
                <a:lnTo>
                  <a:pt x="385021" y="156647"/>
                </a:lnTo>
                <a:lnTo>
                  <a:pt x="485608" y="156647"/>
                </a:lnTo>
                <a:lnTo>
                  <a:pt x="485608" y="136655"/>
                </a:lnTo>
                <a:lnTo>
                  <a:pt x="485519" y="136655"/>
                </a:lnTo>
                <a:cubicBezTo>
                  <a:pt x="485519" y="100314"/>
                  <a:pt x="462061" y="82632"/>
                  <a:pt x="434248" y="82632"/>
                </a:cubicBezTo>
                <a:close/>
                <a:moveTo>
                  <a:pt x="182158" y="82632"/>
                </a:moveTo>
                <a:cubicBezTo>
                  <a:pt x="155323" y="82632"/>
                  <a:pt x="132931" y="100314"/>
                  <a:pt x="132931" y="135589"/>
                </a:cubicBezTo>
                <a:lnTo>
                  <a:pt x="132931" y="156647"/>
                </a:lnTo>
                <a:lnTo>
                  <a:pt x="233518" y="156647"/>
                </a:lnTo>
                <a:lnTo>
                  <a:pt x="233518" y="136655"/>
                </a:lnTo>
                <a:lnTo>
                  <a:pt x="233429" y="136655"/>
                </a:lnTo>
                <a:cubicBezTo>
                  <a:pt x="233429" y="100314"/>
                  <a:pt x="209971" y="82632"/>
                  <a:pt x="182158" y="82632"/>
                </a:cubicBezTo>
                <a:close/>
                <a:moveTo>
                  <a:pt x="907861" y="69038"/>
                </a:moveTo>
                <a:cubicBezTo>
                  <a:pt x="911237" y="69038"/>
                  <a:pt x="916391" y="69038"/>
                  <a:pt x="916391" y="71082"/>
                </a:cubicBezTo>
                <a:lnTo>
                  <a:pt x="916391" y="112220"/>
                </a:lnTo>
                <a:cubicBezTo>
                  <a:pt x="936740" y="81300"/>
                  <a:pt x="947669" y="69749"/>
                  <a:pt x="968018" y="69749"/>
                </a:cubicBezTo>
                <a:lnTo>
                  <a:pt x="974771" y="69749"/>
                </a:lnTo>
                <a:cubicBezTo>
                  <a:pt x="976815" y="69749"/>
                  <a:pt x="976815" y="76235"/>
                  <a:pt x="976815" y="79611"/>
                </a:cubicBezTo>
                <a:cubicBezTo>
                  <a:pt x="976815" y="82988"/>
                  <a:pt x="976104" y="88763"/>
                  <a:pt x="974060" y="88763"/>
                </a:cubicBezTo>
                <a:lnTo>
                  <a:pt x="963219" y="88763"/>
                </a:lnTo>
                <a:lnTo>
                  <a:pt x="963219" y="88674"/>
                </a:lnTo>
                <a:cubicBezTo>
                  <a:pt x="948291" y="88674"/>
                  <a:pt x="935673" y="102269"/>
                  <a:pt x="917013" y="130791"/>
                </a:cubicBezTo>
                <a:lnTo>
                  <a:pt x="917013" y="253852"/>
                </a:lnTo>
                <a:cubicBezTo>
                  <a:pt x="917013" y="255896"/>
                  <a:pt x="911237" y="255896"/>
                  <a:pt x="907861" y="255896"/>
                </a:cubicBezTo>
                <a:cubicBezTo>
                  <a:pt x="904484" y="255896"/>
                  <a:pt x="899064" y="255896"/>
                  <a:pt x="899064" y="253852"/>
                </a:cubicBezTo>
                <a:lnTo>
                  <a:pt x="899064" y="71082"/>
                </a:lnTo>
                <a:cubicBezTo>
                  <a:pt x="899064" y="69038"/>
                  <a:pt x="904484" y="69038"/>
                  <a:pt x="907861" y="69038"/>
                </a:cubicBezTo>
                <a:close/>
                <a:moveTo>
                  <a:pt x="785859" y="66639"/>
                </a:moveTo>
                <a:cubicBezTo>
                  <a:pt x="831088" y="66639"/>
                  <a:pt x="857212" y="90096"/>
                  <a:pt x="857212" y="132923"/>
                </a:cubicBezTo>
                <a:lnTo>
                  <a:pt x="857212" y="192366"/>
                </a:lnTo>
                <a:cubicBezTo>
                  <a:pt x="857212" y="234837"/>
                  <a:pt x="831088" y="258650"/>
                  <a:pt x="785859" y="258650"/>
                </a:cubicBezTo>
                <a:cubicBezTo>
                  <a:pt x="741075" y="258561"/>
                  <a:pt x="715217" y="234837"/>
                  <a:pt x="715217" y="192366"/>
                </a:cubicBezTo>
                <a:lnTo>
                  <a:pt x="715217" y="132923"/>
                </a:lnTo>
                <a:cubicBezTo>
                  <a:pt x="715217" y="90096"/>
                  <a:pt x="741075" y="66639"/>
                  <a:pt x="785859" y="66639"/>
                </a:cubicBezTo>
                <a:close/>
                <a:moveTo>
                  <a:pt x="627870" y="66639"/>
                </a:moveTo>
                <a:cubicBezTo>
                  <a:pt x="657459" y="66639"/>
                  <a:pt x="676120" y="88763"/>
                  <a:pt x="676120" y="121017"/>
                </a:cubicBezTo>
                <a:lnTo>
                  <a:pt x="676120" y="253852"/>
                </a:lnTo>
                <a:cubicBezTo>
                  <a:pt x="676120" y="255896"/>
                  <a:pt x="670344" y="255896"/>
                  <a:pt x="666967" y="255896"/>
                </a:cubicBezTo>
                <a:cubicBezTo>
                  <a:pt x="663591" y="255896"/>
                  <a:pt x="657815" y="255896"/>
                  <a:pt x="657815" y="253852"/>
                </a:cubicBezTo>
                <a:lnTo>
                  <a:pt x="657815" y="129103"/>
                </a:lnTo>
                <a:cubicBezTo>
                  <a:pt x="657815" y="98893"/>
                  <a:pt x="644575" y="84943"/>
                  <a:pt x="622449" y="84943"/>
                </a:cubicBezTo>
                <a:cubicBezTo>
                  <a:pt x="598991" y="84943"/>
                  <a:pt x="577221" y="105023"/>
                  <a:pt x="563981" y="124393"/>
                </a:cubicBezTo>
                <a:lnTo>
                  <a:pt x="563981" y="253852"/>
                </a:lnTo>
                <a:cubicBezTo>
                  <a:pt x="563981" y="255896"/>
                  <a:pt x="558205" y="255896"/>
                  <a:pt x="554828" y="255896"/>
                </a:cubicBezTo>
                <a:cubicBezTo>
                  <a:pt x="551452" y="255896"/>
                  <a:pt x="545676" y="255896"/>
                  <a:pt x="545676" y="253852"/>
                </a:cubicBezTo>
                <a:lnTo>
                  <a:pt x="545676" y="71082"/>
                </a:lnTo>
                <a:cubicBezTo>
                  <a:pt x="545676" y="69038"/>
                  <a:pt x="551452" y="69038"/>
                  <a:pt x="554828" y="69038"/>
                </a:cubicBezTo>
                <a:cubicBezTo>
                  <a:pt x="558205" y="69038"/>
                  <a:pt x="563625" y="69038"/>
                  <a:pt x="563625" y="71082"/>
                </a:cubicBezTo>
                <a:lnTo>
                  <a:pt x="563625" y="104046"/>
                </a:lnTo>
                <a:cubicBezTo>
                  <a:pt x="578198" y="83343"/>
                  <a:pt x="600679" y="66639"/>
                  <a:pt x="627870" y="66639"/>
                </a:cubicBezTo>
                <a:close/>
                <a:moveTo>
                  <a:pt x="434337" y="66550"/>
                </a:moveTo>
                <a:cubicBezTo>
                  <a:pt x="475745" y="66550"/>
                  <a:pt x="504002" y="93028"/>
                  <a:pt x="504002" y="138254"/>
                </a:cubicBezTo>
                <a:lnTo>
                  <a:pt x="504002" y="171574"/>
                </a:lnTo>
                <a:lnTo>
                  <a:pt x="385021" y="171574"/>
                </a:lnTo>
                <a:lnTo>
                  <a:pt x="385021" y="189256"/>
                </a:lnTo>
                <a:cubicBezTo>
                  <a:pt x="385021" y="221865"/>
                  <a:pt x="402348" y="241946"/>
                  <a:pt x="437358" y="241946"/>
                </a:cubicBezTo>
                <a:cubicBezTo>
                  <a:pt x="463838" y="241946"/>
                  <a:pt x="479832" y="234837"/>
                  <a:pt x="493072" y="227640"/>
                </a:cubicBezTo>
                <a:cubicBezTo>
                  <a:pt x="495827" y="226307"/>
                  <a:pt x="504268" y="240879"/>
                  <a:pt x="500892" y="242923"/>
                </a:cubicBezTo>
                <a:cubicBezTo>
                  <a:pt x="483564" y="252786"/>
                  <a:pt x="462149" y="258561"/>
                  <a:pt x="438069" y="258561"/>
                </a:cubicBezTo>
                <a:cubicBezTo>
                  <a:pt x="393196" y="258561"/>
                  <a:pt x="366716" y="233416"/>
                  <a:pt x="366716" y="190589"/>
                </a:cubicBezTo>
                <a:lnTo>
                  <a:pt x="366716" y="134522"/>
                </a:lnTo>
                <a:cubicBezTo>
                  <a:pt x="366716" y="93117"/>
                  <a:pt x="395950" y="66550"/>
                  <a:pt x="434337" y="66550"/>
                </a:cubicBezTo>
                <a:close/>
                <a:moveTo>
                  <a:pt x="182247" y="66550"/>
                </a:moveTo>
                <a:cubicBezTo>
                  <a:pt x="223655" y="66550"/>
                  <a:pt x="251912" y="93028"/>
                  <a:pt x="251912" y="138254"/>
                </a:cubicBezTo>
                <a:lnTo>
                  <a:pt x="251912" y="171574"/>
                </a:lnTo>
                <a:lnTo>
                  <a:pt x="132931" y="171574"/>
                </a:lnTo>
                <a:lnTo>
                  <a:pt x="132931" y="189256"/>
                </a:lnTo>
                <a:cubicBezTo>
                  <a:pt x="132931" y="221865"/>
                  <a:pt x="150258" y="241946"/>
                  <a:pt x="185268" y="241946"/>
                </a:cubicBezTo>
                <a:cubicBezTo>
                  <a:pt x="211748" y="241946"/>
                  <a:pt x="227742" y="234837"/>
                  <a:pt x="240982" y="227640"/>
                </a:cubicBezTo>
                <a:cubicBezTo>
                  <a:pt x="243737" y="226307"/>
                  <a:pt x="252178" y="240879"/>
                  <a:pt x="248802" y="242923"/>
                </a:cubicBezTo>
                <a:cubicBezTo>
                  <a:pt x="231474" y="252786"/>
                  <a:pt x="210059" y="258561"/>
                  <a:pt x="185979" y="258561"/>
                </a:cubicBezTo>
                <a:cubicBezTo>
                  <a:pt x="141106" y="258561"/>
                  <a:pt x="114626" y="233416"/>
                  <a:pt x="114626" y="190589"/>
                </a:cubicBezTo>
                <a:lnTo>
                  <a:pt x="114626" y="134522"/>
                </a:lnTo>
                <a:cubicBezTo>
                  <a:pt x="114626" y="93117"/>
                  <a:pt x="143860" y="66550"/>
                  <a:pt x="182247" y="66550"/>
                </a:cubicBezTo>
                <a:close/>
                <a:moveTo>
                  <a:pt x="37409" y="28877"/>
                </a:moveTo>
                <a:cubicBezTo>
                  <a:pt x="40786" y="28877"/>
                  <a:pt x="46562" y="28877"/>
                  <a:pt x="46562" y="30921"/>
                </a:cubicBezTo>
                <a:lnTo>
                  <a:pt x="46562" y="75436"/>
                </a:lnTo>
                <a:lnTo>
                  <a:pt x="86637" y="75436"/>
                </a:lnTo>
                <a:cubicBezTo>
                  <a:pt x="88680" y="75436"/>
                  <a:pt x="88680" y="79168"/>
                  <a:pt x="88680" y="83255"/>
                </a:cubicBezTo>
                <a:cubicBezTo>
                  <a:pt x="88680" y="87342"/>
                  <a:pt x="88680" y="90719"/>
                  <a:pt x="86637" y="90719"/>
                </a:cubicBezTo>
                <a:lnTo>
                  <a:pt x="46562" y="90719"/>
                </a:lnTo>
                <a:lnTo>
                  <a:pt x="46562" y="218756"/>
                </a:lnTo>
                <a:cubicBezTo>
                  <a:pt x="46562" y="233061"/>
                  <a:pt x="52693" y="238481"/>
                  <a:pt x="67621" y="238481"/>
                </a:cubicBezTo>
                <a:lnTo>
                  <a:pt x="86281" y="238481"/>
                </a:lnTo>
                <a:cubicBezTo>
                  <a:pt x="88680" y="238481"/>
                  <a:pt x="89302" y="239192"/>
                  <a:pt x="89302" y="245945"/>
                </a:cubicBezTo>
                <a:cubicBezTo>
                  <a:pt x="89302" y="253408"/>
                  <a:pt x="88591" y="254474"/>
                  <a:pt x="86281" y="254474"/>
                </a:cubicBezTo>
                <a:lnTo>
                  <a:pt x="63267" y="254474"/>
                </a:lnTo>
                <a:cubicBezTo>
                  <a:pt x="37765" y="254474"/>
                  <a:pt x="28257" y="239547"/>
                  <a:pt x="28257" y="219466"/>
                </a:cubicBezTo>
                <a:lnTo>
                  <a:pt x="28257" y="90719"/>
                </a:lnTo>
                <a:lnTo>
                  <a:pt x="2399" y="90719"/>
                </a:lnTo>
                <a:cubicBezTo>
                  <a:pt x="0" y="90719"/>
                  <a:pt x="0" y="86631"/>
                  <a:pt x="0" y="83255"/>
                </a:cubicBezTo>
                <a:cubicBezTo>
                  <a:pt x="0" y="79879"/>
                  <a:pt x="0" y="75436"/>
                  <a:pt x="2399" y="75436"/>
                </a:cubicBezTo>
                <a:lnTo>
                  <a:pt x="28257" y="75436"/>
                </a:lnTo>
                <a:lnTo>
                  <a:pt x="28257" y="30921"/>
                </a:lnTo>
                <a:cubicBezTo>
                  <a:pt x="28257" y="28877"/>
                  <a:pt x="34033" y="28877"/>
                  <a:pt x="37409" y="28877"/>
                </a:cubicBezTo>
                <a:close/>
                <a:moveTo>
                  <a:pt x="302027" y="0"/>
                </a:moveTo>
                <a:cubicBezTo>
                  <a:pt x="305404" y="0"/>
                  <a:pt x="311180" y="0"/>
                  <a:pt x="311180" y="2044"/>
                </a:cubicBezTo>
                <a:lnTo>
                  <a:pt x="311180" y="218756"/>
                </a:lnTo>
                <a:cubicBezTo>
                  <a:pt x="311180" y="233061"/>
                  <a:pt x="317666" y="238836"/>
                  <a:pt x="332595" y="238836"/>
                </a:cubicBezTo>
                <a:lnTo>
                  <a:pt x="341747" y="238836"/>
                </a:lnTo>
                <a:cubicBezTo>
                  <a:pt x="344146" y="238836"/>
                  <a:pt x="344768" y="239547"/>
                  <a:pt x="344768" y="246300"/>
                </a:cubicBezTo>
                <a:cubicBezTo>
                  <a:pt x="344768" y="253764"/>
                  <a:pt x="344057" y="254475"/>
                  <a:pt x="341747" y="254475"/>
                </a:cubicBezTo>
                <a:lnTo>
                  <a:pt x="327885" y="254475"/>
                </a:lnTo>
                <a:cubicBezTo>
                  <a:pt x="302738" y="254475"/>
                  <a:pt x="292875" y="239547"/>
                  <a:pt x="292875" y="219467"/>
                </a:cubicBezTo>
                <a:lnTo>
                  <a:pt x="292875" y="2044"/>
                </a:lnTo>
                <a:cubicBezTo>
                  <a:pt x="292875" y="0"/>
                  <a:pt x="298651" y="0"/>
                  <a:pt x="302027" y="0"/>
                </a:cubicBezTo>
                <a:close/>
              </a:path>
            </a:pathLst>
          </a:custGeom>
          <a:solidFill>
            <a:schemeClr val="tx1"/>
          </a:solidFill>
          <a:ln w="8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CA23922-5169-5B0D-381C-37C9E48722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5826471E-291F-2842-BA7A-B095A00A2AD9}" type="datetime1">
              <a:rPr lang="nb-NO" smtClean="0"/>
              <a:t>16.06.2026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ACA15F4-DADA-26E6-2115-8A389BCE2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0AD83AE-50AA-32DA-2F80-B78063A90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3281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F041117-E2FA-07ED-B439-B3B7EB8B1A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9750" y="3485359"/>
            <a:ext cx="11120297" cy="3392946"/>
          </a:xfrm>
        </p:spPr>
        <p:txBody>
          <a:bodyPr wrap="none"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400" b="1" i="1" spc="-5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Insert text</a:t>
            </a:r>
            <a:endParaRPr lang="nb-NO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61EED2-9C2C-1015-8AF0-3783E7786A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04000"/>
            <a:ext cx="5556723" cy="381744"/>
          </a:xfrm>
        </p:spPr>
        <p:txBody>
          <a:bodyPr/>
          <a:lstStyle>
            <a:lvl1pPr>
              <a:lnSpc>
                <a:spcPct val="100000"/>
              </a:lnSpc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GB"/>
              <a:t>Insert presentation title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9821" y="1117600"/>
            <a:ext cx="11120297" cy="1644553"/>
          </a:xfrm>
        </p:spPr>
        <p:txBody>
          <a:bodyPr numCol="2" spcCol="360000">
            <a:spAutoFit/>
          </a:bodyPr>
          <a:lstStyle>
            <a:lvl1pPr marL="360000" indent="-360000">
              <a:spcBef>
                <a:spcPts val="6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tabLst/>
              <a:defRPr>
                <a:solidFill>
                  <a:schemeClr val="tx1"/>
                </a:solidFill>
              </a:defRPr>
            </a:lvl1pPr>
            <a:lvl2pPr marL="540000" indent="-180000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756000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3pPr>
            <a:lvl4pPr marL="984250" indent="-222250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tabLst/>
              <a:defRPr>
                <a:solidFill>
                  <a:schemeClr val="tx1"/>
                </a:solidFill>
              </a:defRPr>
            </a:lvl4pPr>
            <a:lvl5pPr marL="1206500" indent="-182563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tabLst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B097F-8233-CABB-AB17-DFBAECBBF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05D10-63C8-7D41-B3DD-558FAE41D72D}" type="datetime1">
              <a:rPr lang="nb-NO" smtClean="0"/>
              <a:t>16.06.2026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EDA65-89A7-562A-E6AA-69C64BC7A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F0B0CA-9FC5-C2DC-0887-17B722DE9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8636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58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Speak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3F1254C-7137-FEEE-6F07-104982B34FD1}"/>
              </a:ext>
            </a:extLst>
          </p:cNvPr>
          <p:cNvSpPr txBox="1">
            <a:spLocks/>
          </p:cNvSpPr>
          <p:nvPr/>
        </p:nvSpPr>
        <p:spPr>
          <a:xfrm>
            <a:off x="540071" y="540000"/>
            <a:ext cx="2329440" cy="5047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i="0" u="none" kern="120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</a:lstStyle>
          <a:p>
            <a:pPr>
              <a:lnSpc>
                <a:spcPct val="82000"/>
              </a:lnSpc>
            </a:pPr>
            <a:r>
              <a:rPr lang="en-US" sz="4000" b="1" i="1" noProof="0">
                <a:solidFill>
                  <a:schemeClr val="accent3"/>
                </a:solidFill>
                <a:uFill>
                  <a:solidFill>
                    <a:schemeClr val="accent2"/>
                  </a:solidFill>
                </a:uFill>
                <a:latin typeface="+mj-lt"/>
              </a:rPr>
              <a:t>Agenda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9025582-10A8-CA5B-0E79-E40F2D42D7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70" y="1180817"/>
            <a:ext cx="3095973" cy="246221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Insert presentation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58880" y="678655"/>
            <a:ext cx="6796271" cy="5509419"/>
          </a:xfrm>
        </p:spPr>
        <p:txBody>
          <a:bodyPr/>
          <a:lstStyle>
            <a:lvl1pPr marL="360000" indent="-360000">
              <a:spcBef>
                <a:spcPts val="600"/>
              </a:spcBef>
              <a:spcAft>
                <a:spcPts val="400"/>
              </a:spcAft>
              <a:buClr>
                <a:schemeClr val="accent3"/>
              </a:buClr>
              <a:buFont typeface="+mj-lt"/>
              <a:buAutoNum type="arabicPeriod"/>
              <a:tabLst/>
              <a:defRPr>
                <a:solidFill>
                  <a:schemeClr val="tx2"/>
                </a:solidFill>
              </a:defRPr>
            </a:lvl1pPr>
            <a:lvl2pPr marL="540000" indent="-180000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>
                <a:solidFill>
                  <a:schemeClr val="tx2"/>
                </a:solidFill>
              </a:defRPr>
            </a:lvl2pPr>
            <a:lvl3pPr marL="756000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defRPr>
                <a:solidFill>
                  <a:schemeClr val="tx2"/>
                </a:solidFill>
              </a:defRPr>
            </a:lvl3pPr>
            <a:lvl4pPr marL="984250" indent="-222250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tabLst/>
              <a:defRPr>
                <a:solidFill>
                  <a:schemeClr val="tx2"/>
                </a:solidFill>
              </a:defRPr>
            </a:lvl4pPr>
            <a:lvl5pPr marL="1206500" indent="-182563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tabLst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AB7EBB-A393-D691-D4A6-F675ACFA10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9820" y="4335800"/>
            <a:ext cx="2329440" cy="590692"/>
          </a:xfrm>
          <a:solidFill>
            <a:schemeClr val="bg2"/>
          </a:solidFill>
        </p:spPr>
        <p:txBody>
          <a:bodyPr lIns="180000" rIns="18000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+mj-lt"/>
              </a:defRPr>
            </a:lvl1pPr>
            <a:lvl2pPr marL="216000" indent="0">
              <a:buNone/>
              <a:defRPr sz="1200"/>
            </a:lvl2pPr>
            <a:lvl3pPr marL="468000" indent="0">
              <a:buNone/>
              <a:defRPr sz="1200"/>
            </a:lvl3pPr>
            <a:lvl4pPr marL="720000" indent="0">
              <a:buNone/>
              <a:defRPr sz="1200"/>
            </a:lvl4pPr>
            <a:lvl5pPr marL="938213" indent="0">
              <a:buNone/>
              <a:defRPr sz="1200"/>
            </a:lvl5pPr>
          </a:lstStyle>
          <a:p>
            <a:pPr lvl="0"/>
            <a:r>
              <a:rPr lang="en-GB"/>
              <a:t>Name</a:t>
            </a:r>
            <a:endParaRPr lang="nb-NO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0744EC4-3DDA-4377-3452-16DDFF16F7C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539818" y="4926494"/>
            <a:ext cx="2329441" cy="979007"/>
          </a:xfrm>
          <a:custGeom>
            <a:avLst/>
            <a:gdLst>
              <a:gd name="connsiteX0" fmla="*/ 0 w 2329138"/>
              <a:gd name="connsiteY0" fmla="*/ 0 h 979007"/>
              <a:gd name="connsiteX1" fmla="*/ 1 w 2329138"/>
              <a:gd name="connsiteY1" fmla="*/ 0 h 979007"/>
              <a:gd name="connsiteX2" fmla="*/ 2329138 w 2329138"/>
              <a:gd name="connsiteY2" fmla="*/ 0 h 979007"/>
              <a:gd name="connsiteX3" fmla="*/ 2329138 w 2329138"/>
              <a:gd name="connsiteY3" fmla="*/ 815548 h 979007"/>
              <a:gd name="connsiteX4" fmla="*/ 2165679 w 2329138"/>
              <a:gd name="connsiteY4" fmla="*/ 979007 h 979007"/>
              <a:gd name="connsiteX5" fmla="*/ 163460 w 2329138"/>
              <a:gd name="connsiteY5" fmla="*/ 979007 h 979007"/>
              <a:gd name="connsiteX6" fmla="*/ 1 w 2329138"/>
              <a:gd name="connsiteY6" fmla="*/ 815548 h 979007"/>
              <a:gd name="connsiteX7" fmla="*/ 1 w 2329138"/>
              <a:gd name="connsiteY7" fmla="*/ 557177 h 979007"/>
              <a:gd name="connsiteX8" fmla="*/ 1 w 2329138"/>
              <a:gd name="connsiteY8" fmla="*/ 523704 h 979007"/>
              <a:gd name="connsiteX9" fmla="*/ 0 w 2329138"/>
              <a:gd name="connsiteY9" fmla="*/ 523704 h 979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29138" h="979007">
                <a:moveTo>
                  <a:pt x="0" y="0"/>
                </a:moveTo>
                <a:lnTo>
                  <a:pt x="1" y="0"/>
                </a:lnTo>
                <a:lnTo>
                  <a:pt x="2329138" y="0"/>
                </a:lnTo>
                <a:lnTo>
                  <a:pt x="2329138" y="815548"/>
                </a:lnTo>
                <a:cubicBezTo>
                  <a:pt x="2329138" y="905824"/>
                  <a:pt x="2255955" y="979007"/>
                  <a:pt x="2165679" y="979007"/>
                </a:cubicBezTo>
                <a:lnTo>
                  <a:pt x="163460" y="979007"/>
                </a:lnTo>
                <a:cubicBezTo>
                  <a:pt x="73184" y="979007"/>
                  <a:pt x="1" y="905824"/>
                  <a:pt x="1" y="815548"/>
                </a:cubicBezTo>
                <a:lnTo>
                  <a:pt x="1" y="557177"/>
                </a:lnTo>
                <a:lnTo>
                  <a:pt x="1" y="523704"/>
                </a:lnTo>
                <a:lnTo>
                  <a:pt x="0" y="523704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180000" tIns="72000" rIns="180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</a:defRPr>
            </a:lvl1pPr>
            <a:lvl2pPr marL="216000" indent="0">
              <a:buNone/>
              <a:defRPr sz="1200"/>
            </a:lvl2pPr>
            <a:lvl3pPr marL="468000" indent="0">
              <a:buNone/>
              <a:defRPr sz="1200"/>
            </a:lvl3pPr>
            <a:lvl4pPr marL="720000" indent="0">
              <a:buNone/>
              <a:defRPr sz="1200"/>
            </a:lvl4pPr>
            <a:lvl5pPr marL="938213" indent="0">
              <a:buNone/>
              <a:defRPr sz="1200"/>
            </a:lvl5pPr>
          </a:lstStyle>
          <a:p>
            <a:pPr lvl="0"/>
            <a:r>
              <a:rPr lang="en-GB"/>
              <a:t>Title</a:t>
            </a:r>
            <a:endParaRPr lang="nb-NO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441B6E7-135E-CAC5-014B-082FEF224E0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9821" y="2006602"/>
            <a:ext cx="2329440" cy="2329199"/>
          </a:xfrm>
          <a:custGeom>
            <a:avLst/>
            <a:gdLst>
              <a:gd name="connsiteX0" fmla="*/ 166650 w 2329137"/>
              <a:gd name="connsiteY0" fmla="*/ 0 h 2329199"/>
              <a:gd name="connsiteX1" fmla="*/ 2162487 w 2329137"/>
              <a:gd name="connsiteY1" fmla="*/ 0 h 2329199"/>
              <a:gd name="connsiteX2" fmla="*/ 2329137 w 2329137"/>
              <a:gd name="connsiteY2" fmla="*/ 166650 h 2329199"/>
              <a:gd name="connsiteX3" fmla="*/ 2329137 w 2329137"/>
              <a:gd name="connsiteY3" fmla="*/ 2329199 h 2329199"/>
              <a:gd name="connsiteX4" fmla="*/ 0 w 2329137"/>
              <a:gd name="connsiteY4" fmla="*/ 2329199 h 2329199"/>
              <a:gd name="connsiteX5" fmla="*/ 0 w 2329137"/>
              <a:gd name="connsiteY5" fmla="*/ 166650 h 2329199"/>
              <a:gd name="connsiteX6" fmla="*/ 166650 w 2329137"/>
              <a:gd name="connsiteY6" fmla="*/ 0 h 2329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29137" h="2329199">
                <a:moveTo>
                  <a:pt x="166650" y="0"/>
                </a:moveTo>
                <a:lnTo>
                  <a:pt x="2162487" y="0"/>
                </a:lnTo>
                <a:cubicBezTo>
                  <a:pt x="2254525" y="0"/>
                  <a:pt x="2329137" y="74612"/>
                  <a:pt x="2329137" y="166650"/>
                </a:cubicBezTo>
                <a:lnTo>
                  <a:pt x="2329137" y="2329199"/>
                </a:lnTo>
                <a:lnTo>
                  <a:pt x="0" y="2329199"/>
                </a:lnTo>
                <a:lnTo>
                  <a:pt x="0" y="166650"/>
                </a:lnTo>
                <a:cubicBezTo>
                  <a:pt x="0" y="74612"/>
                  <a:pt x="74612" y="0"/>
                  <a:pt x="16665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nb-NO"/>
              <a:t>Image 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02D09-201F-9A40-6778-AD3A5C73EB0C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fld id="{CA16D772-F78C-9146-A592-51DEC7639E2F}" type="datetime1">
              <a:rPr lang="nb-NO" smtClean="0"/>
              <a:t>16.06.2026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51CD6-412F-25B8-480D-E2414184D4E6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75C48-2E5A-F642-A932-35AADD71BE9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72571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note speak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2F27F4-9554-1DD3-113B-23B5DC72F9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5" y="446"/>
            <a:ext cx="12191207" cy="6857554"/>
          </a:xfrm>
          <a:prstGeom prst="rect">
            <a:avLst/>
          </a:prstGeom>
        </p:spPr>
      </p:pic>
      <p:sp>
        <p:nvSpPr>
          <p:cNvPr id="6" name="Section title">
            <a:extLst>
              <a:ext uri="{FF2B5EF4-FFF2-40B4-BE49-F238E27FC236}">
                <a16:creationId xmlns:a16="http://schemas.microsoft.com/office/drawing/2014/main" id="{E3DCE9CB-BC03-4349-D59E-65DD82D6087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D467D-01ED-F4CD-4FB0-76B44B10D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A15D789-73FF-5412-D986-C5364527567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39819" y="2006600"/>
            <a:ext cx="5555655" cy="3898900"/>
          </a:xfrm>
          <a:custGeom>
            <a:avLst/>
            <a:gdLst>
              <a:gd name="connsiteX0" fmla="*/ 279551 w 5554932"/>
              <a:gd name="connsiteY0" fmla="*/ 0 h 3898900"/>
              <a:gd name="connsiteX1" fmla="*/ 5554932 w 5554932"/>
              <a:gd name="connsiteY1" fmla="*/ 0 h 3898900"/>
              <a:gd name="connsiteX2" fmla="*/ 5554932 w 5554932"/>
              <a:gd name="connsiteY2" fmla="*/ 3898900 h 3898900"/>
              <a:gd name="connsiteX3" fmla="*/ 279551 w 5554932"/>
              <a:gd name="connsiteY3" fmla="*/ 3898900 h 3898900"/>
              <a:gd name="connsiteX4" fmla="*/ 0 w 5554932"/>
              <a:gd name="connsiteY4" fmla="*/ 3619349 h 3898900"/>
              <a:gd name="connsiteX5" fmla="*/ 0 w 5554932"/>
              <a:gd name="connsiteY5" fmla="*/ 279551 h 3898900"/>
              <a:gd name="connsiteX6" fmla="*/ 279551 w 5554932"/>
              <a:gd name="connsiteY6" fmla="*/ 0 h 389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4932" h="3898900">
                <a:moveTo>
                  <a:pt x="279551" y="0"/>
                </a:moveTo>
                <a:lnTo>
                  <a:pt x="5554932" y="0"/>
                </a:lnTo>
                <a:lnTo>
                  <a:pt x="5554932" y="3898900"/>
                </a:lnTo>
                <a:lnTo>
                  <a:pt x="279551" y="3898900"/>
                </a:lnTo>
                <a:cubicBezTo>
                  <a:pt x="125159" y="3898900"/>
                  <a:pt x="0" y="3773741"/>
                  <a:pt x="0" y="3619349"/>
                </a:cubicBezTo>
                <a:lnTo>
                  <a:pt x="0" y="279551"/>
                </a:lnTo>
                <a:cubicBezTo>
                  <a:pt x="0" y="125159"/>
                  <a:pt x="125159" y="0"/>
                  <a:pt x="279551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360000" tIns="360000" rIns="360000" bIns="36000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BBD8D479-9780-9020-8256-B0111F833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5999" y="2006600"/>
            <a:ext cx="5554593" cy="3898900"/>
          </a:xfrm>
          <a:custGeom>
            <a:avLst/>
            <a:gdLst>
              <a:gd name="connsiteX0" fmla="*/ 0 w 5553870"/>
              <a:gd name="connsiteY0" fmla="*/ 0 h 3898900"/>
              <a:gd name="connsiteX1" fmla="*/ 5277945 w 5553870"/>
              <a:gd name="connsiteY1" fmla="*/ 0 h 3898900"/>
              <a:gd name="connsiteX2" fmla="*/ 5553870 w 5553870"/>
              <a:gd name="connsiteY2" fmla="*/ 275925 h 3898900"/>
              <a:gd name="connsiteX3" fmla="*/ 5553870 w 5553870"/>
              <a:gd name="connsiteY3" fmla="*/ 3622975 h 3898900"/>
              <a:gd name="connsiteX4" fmla="*/ 5277945 w 5553870"/>
              <a:gd name="connsiteY4" fmla="*/ 3898900 h 3898900"/>
              <a:gd name="connsiteX5" fmla="*/ 0 w 5553870"/>
              <a:gd name="connsiteY5" fmla="*/ 3898900 h 389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53870" h="3898900">
                <a:moveTo>
                  <a:pt x="0" y="0"/>
                </a:moveTo>
                <a:lnTo>
                  <a:pt x="5277945" y="0"/>
                </a:lnTo>
                <a:cubicBezTo>
                  <a:pt x="5430334" y="0"/>
                  <a:pt x="5553870" y="123536"/>
                  <a:pt x="5553870" y="275925"/>
                </a:cubicBezTo>
                <a:lnTo>
                  <a:pt x="5553870" y="3622975"/>
                </a:lnTo>
                <a:cubicBezTo>
                  <a:pt x="5553870" y="3775364"/>
                  <a:pt x="5430334" y="3898900"/>
                  <a:pt x="5277945" y="3898900"/>
                </a:cubicBezTo>
                <a:lnTo>
                  <a:pt x="0" y="38989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4" name="Card Title 1">
            <a:extLst>
              <a:ext uri="{FF2B5EF4-FFF2-40B4-BE49-F238E27FC236}">
                <a16:creationId xmlns:a16="http://schemas.microsoft.com/office/drawing/2014/main" id="{BFF04F26-B0FC-3FA0-E192-5295DEA73C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63579" y="2006601"/>
            <a:ext cx="5087012" cy="1139113"/>
          </a:xfrm>
        </p:spPr>
        <p:txBody>
          <a:bodyPr wrap="square" lIns="0" tIns="360000" rIns="360000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Name </a:t>
            </a:r>
            <a:r>
              <a:rPr lang="en-GB" err="1"/>
              <a:t>Middlename</a:t>
            </a:r>
            <a:br>
              <a:rPr lang="en-GB"/>
            </a:br>
            <a:r>
              <a:rPr lang="en-GB"/>
              <a:t>Surname</a:t>
            </a:r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2EEB964A-A83C-1C35-68F6-9031E4B07AE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63055" y="3261897"/>
            <a:ext cx="5087536" cy="307777"/>
          </a:xfrm>
        </p:spPr>
        <p:txBody>
          <a:bodyPr wrap="square" lIns="0" tIns="0" rIns="36000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Title / Role / Company</a:t>
            </a:r>
            <a:endParaRPr lang="nb-NO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6457FFAF-C065-9EFB-BBD3-3CF6D09BE6D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63055" y="4183016"/>
            <a:ext cx="5087011" cy="523220"/>
          </a:xfrm>
        </p:spPr>
        <p:txBody>
          <a:bodyPr wrap="square" lIns="0" tIns="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Additional text</a:t>
            </a:r>
          </a:p>
          <a:p>
            <a:pPr lvl="1"/>
            <a:r>
              <a:rPr lang="en-GB"/>
              <a:t>Second level</a:t>
            </a:r>
            <a:endParaRPr lang="nb-NO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ECE9753-B30B-766E-D6EC-5D416BE5C50F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5AEA6E1F-967F-3946-8ED7-7B5EB1710B74}" type="datetime1">
              <a:rPr lang="nb-NO" smtClean="0"/>
              <a:t>16.06.2026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5F019E1-92AE-95B3-D764-2B26A1D4B264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B8BB34-F033-4292-FF01-02AFF8385230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Graphic 8">
            <a:extLst>
              <a:ext uri="{FF2B5EF4-FFF2-40B4-BE49-F238E27FC236}">
                <a16:creationId xmlns:a16="http://schemas.microsoft.com/office/drawing/2014/main" id="{63977CB0-3AEC-09A9-D6E7-7EC1D6276D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5354" y="6503682"/>
            <a:ext cx="196988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chemeClr val="accent1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3312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Numb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60018" y="3807298"/>
            <a:ext cx="2267265" cy="3133615"/>
          </a:xfrm>
        </p:spPr>
        <p:txBody>
          <a:bodyPr wrap="none" rIns="108000" anchor="b" anchorCtr="0">
            <a:spAutoFit/>
          </a:bodyPr>
          <a:lstStyle>
            <a:lvl1pPr marL="0" indent="0" algn="r" fontAlgn="b">
              <a:buNone/>
              <a:defRPr sz="22000" b="1" i="1" spc="-300" baseline="0">
                <a:solidFill>
                  <a:schemeClr val="accent1"/>
                </a:solidFill>
                <a:latin typeface="TelenorEvolution PPT" pitchFamily="2" charset="77"/>
              </a:defRPr>
            </a:lvl1pPr>
            <a:lvl2pPr marL="180975" indent="-176213">
              <a:buFont typeface="Arial" panose="020B0604020202020204" pitchFamily="34" charset="0"/>
              <a:buChar char="•"/>
              <a:tabLst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#</a:t>
            </a:r>
          </a:p>
        </p:txBody>
      </p:sp>
      <p:sp>
        <p:nvSpPr>
          <p:cNvPr id="7" name="Section title">
            <a:extLst>
              <a:ext uri="{FF2B5EF4-FFF2-40B4-BE49-F238E27FC236}">
                <a16:creationId xmlns:a16="http://schemas.microsoft.com/office/drawing/2014/main" id="{8728C624-8F74-6730-9C84-4E10C8362A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205FC8-5070-6E7E-6E57-D60E316FF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72" y="860400"/>
            <a:ext cx="5087211" cy="2889000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C48727E-D6A1-72E4-5352-A5254C0193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71" y="5415337"/>
            <a:ext cx="2817360" cy="914866"/>
          </a:xfrm>
        </p:spPr>
        <p:txBody>
          <a:bodyPr wrap="square" rIns="18000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insert additional text</a:t>
            </a:r>
          </a:p>
          <a:p>
            <a:pPr lvl="1"/>
            <a:r>
              <a:rPr lang="en-GB"/>
              <a:t>Second level</a:t>
            </a:r>
            <a:endParaRPr lang="nb-NO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C00C893-5B71-7A7E-8592-0278486351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096407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288000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lang="nb-NO" sz="1400" b="0" i="0" kern="12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n-cs"/>
                <a:sym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noProof="0"/>
              <a:t>Klikk på ikonet for å legge til et bilde</a:t>
            </a:r>
            <a:endParaRPr lang="en-US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3B0A6-CF15-20C7-D78C-71C578FA962E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DE6D16EF-64F2-D04A-B1F0-62CEEF8AA816}" type="datetime1">
              <a:rPr lang="nb-NO" smtClean="0"/>
              <a:t>16.06.2026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F4B6B-7545-09B3-598C-F0CCAD6ACBA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A96408-94A8-AF08-B578-8C29F6CDC62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C36B7A68-A840-5EF8-2E78-EA7B6A808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GB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11521458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ex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CB1A266-BD7F-CCAC-0611-83037F0EE4A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820" y="905312"/>
            <a:ext cx="3522466" cy="902246"/>
          </a:xfrm>
          <a:solidFill>
            <a:schemeClr val="tx2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bg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en-GB"/>
              <a:t>First line</a:t>
            </a:r>
            <a:endParaRPr lang="nb-NO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312E53E7-51D7-32AE-9A88-2F5EF272E49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9820" y="1790912"/>
            <a:ext cx="4556404" cy="902246"/>
          </a:xfrm>
          <a:solidFill>
            <a:schemeClr val="tx2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bg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en-GB"/>
              <a:t>second line</a:t>
            </a:r>
            <a:endParaRPr lang="nb-NO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35D4DDAD-2E1F-C244-A39B-2071E720CF0E}" type="datetime1">
              <a:rPr lang="nb-NO" smtClean="0"/>
              <a:t>16.06.2026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2CE8E08E-6D30-C34A-E0DD-101C2A31E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9845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ext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CB1A266-BD7F-CCAC-0611-83037F0EE4A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820" y="905312"/>
            <a:ext cx="3522466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en-GB"/>
              <a:t>First line</a:t>
            </a:r>
            <a:endParaRPr lang="nb-NO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312E53E7-51D7-32AE-9A88-2F5EF272E49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9820" y="1790912"/>
            <a:ext cx="4556404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en-GB"/>
              <a:t>second line</a:t>
            </a:r>
            <a:endParaRPr lang="nb-NO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680F084E-3EA5-8A4A-95AE-FC4565F938AB}" type="datetime1">
              <a:rPr lang="nb-NO" smtClean="0"/>
              <a:t>16.06.2026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kstSylinder 50">
            <a:extLst>
              <a:ext uri="{FF2B5EF4-FFF2-40B4-BE49-F238E27FC236}">
                <a16:creationId xmlns:a16="http://schemas.microsoft.com/office/drawing/2014/main" id="{77EE2D2F-82FE-CED0-3A1A-CEFCB8963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9622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Image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0" y="540001"/>
            <a:ext cx="9001172" cy="1818959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sz="7200" b="1" i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Headline short and big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71769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0E74003-45A9-AD3F-87C3-DF5C13BC432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8BE9A0AE-6586-EC40-B649-AB4FE0ACD219}" type="datetime1">
              <a:rPr lang="nb-NO" smtClean="0"/>
              <a:t>16.06.2026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4743BCB-BD23-5950-258D-F5449DF67B0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D20F3CE-86E8-370C-D224-1509A924EB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720C9D3F-4A05-4C35-2EE4-97983B056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 on the right side of this slide,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9647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Image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0" y="540001"/>
            <a:ext cx="9001172" cy="1818959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sz="7200" b="1" i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Headline short and big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71769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1CCC8C-4F78-8515-39C4-BA6467B8B5D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BE3035FC-E90C-0C44-9667-89C49958C7E8}" type="datetime1">
              <a:rPr lang="nb-NO" smtClean="0"/>
              <a:t>16.06.2026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C453FA-B2D1-D172-54E1-F2E7BF966C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BFBFC75-0B81-D853-07C1-D775566176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558F1CE6-9496-D4D3-BACA-4BB5866D6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 on the right side of this slide,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72922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Image Panel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634A6EED-D683-7BD7-9AE4-7772F47382E6}"/>
              </a:ext>
            </a:extLst>
          </p:cNvPr>
          <p:cNvSpPr/>
          <p:nvPr/>
        </p:nvSpPr>
        <p:spPr>
          <a:xfrm>
            <a:off x="6096792" y="0"/>
            <a:ext cx="3047603" cy="6858000"/>
          </a:xfrm>
          <a:custGeom>
            <a:avLst/>
            <a:gdLst>
              <a:gd name="connsiteX0" fmla="*/ 0 w 3047206"/>
              <a:gd name="connsiteY0" fmla="*/ 0 h 914400"/>
              <a:gd name="connsiteX1" fmla="*/ 1523603 w 3047206"/>
              <a:gd name="connsiteY1" fmla="*/ 0 h 914400"/>
              <a:gd name="connsiteX2" fmla="*/ 3047206 w 3047206"/>
              <a:gd name="connsiteY2" fmla="*/ 0 h 914400"/>
              <a:gd name="connsiteX3" fmla="*/ 3047206 w 3047206"/>
              <a:gd name="connsiteY3" fmla="*/ 914400 h 914400"/>
              <a:gd name="connsiteX4" fmla="*/ 1523603 w 3047206"/>
              <a:gd name="connsiteY4" fmla="*/ 914400 h 914400"/>
              <a:gd name="connsiteX5" fmla="*/ 0 w 3047206"/>
              <a:gd name="connsiteY5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7206" h="914400">
                <a:moveTo>
                  <a:pt x="0" y="0"/>
                </a:moveTo>
                <a:lnTo>
                  <a:pt x="1523603" y="0"/>
                </a:lnTo>
                <a:lnTo>
                  <a:pt x="3047206" y="0"/>
                </a:lnTo>
                <a:lnTo>
                  <a:pt x="3047206" y="914400"/>
                </a:lnTo>
                <a:lnTo>
                  <a:pt x="1523603" y="914400"/>
                </a:lnTo>
                <a:lnTo>
                  <a:pt x="0" y="9144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4EA111-0938-666A-FA7D-07D558D9F3B7}"/>
              </a:ext>
            </a:extLst>
          </p:cNvPr>
          <p:cNvSpPr/>
          <p:nvPr/>
        </p:nvSpPr>
        <p:spPr>
          <a:xfrm>
            <a:off x="9144398" y="0"/>
            <a:ext cx="15238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tx2"/>
          </a:solidFill>
        </p:spPr>
        <p:txBody>
          <a:bodyPr wrap="square" tIns="2880000" bIns="360000" anchor="t" anchorCtr="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40001"/>
            <a:ext cx="9001172" cy="1818959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sz="7200" b="1" i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Headline short and big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71769" y="5664635"/>
            <a:ext cx="4096430" cy="665567"/>
          </a:xfrm>
        </p:spPr>
        <p:txBody>
          <a:bodyPr wrap="square" rIns="360000"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73BCFAC-C588-8322-ACD5-C9D0B0DFA38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D0E29173-6442-BF44-971C-076363A4F22F}" type="datetime1">
              <a:rPr lang="nb-NO" smtClean="0"/>
              <a:t>16.06.2026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F887126-5C09-8DFB-249B-B184B83EC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91DD7D6-DC9B-2975-C4F0-BDC01EE7632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EB06B325-FF24-E267-7475-F3EB80D96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 on the right panel of this slide,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538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B8A4FDA-29BE-0A67-3A42-E8A068307D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8795669-0498-A002-E47D-89EBDA248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D587D30-7812-2AFF-8F42-859C07C6868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7A594DC-DF05-724C-8A47-85DA13EE42C4}" type="datetime1">
              <a:rPr lang="nb-NO" smtClean="0"/>
              <a:t>16.06.2026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1543EE-4B15-F0CA-D48F-BD29ED954E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AF2013F-43A6-8038-5D87-CBD5EB81FDA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kstSylinder 50">
            <a:extLst>
              <a:ext uri="{FF2B5EF4-FFF2-40B4-BE49-F238E27FC236}">
                <a16:creationId xmlns:a16="http://schemas.microsoft.com/office/drawing/2014/main" id="{688C72A7-6153-57CF-3A17-431D9774A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7385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B8A4FDA-29BE-0A67-3A42-E8A068307D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8795669-0498-A002-E47D-89EBDA248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D05DC-25FF-60FD-F4FD-AD0DD244113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24FD7B6-3C9F-DB4A-A8EA-730EC90938EE}" type="datetime1">
              <a:rPr lang="nb-NO" smtClean="0"/>
              <a:t>16.06.2026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3931A-C51B-F906-FB92-145A4E71D1E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A8C28-61EE-17B0-1598-87037AB2527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4143D954-B553-23B4-A697-03663C4E1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7540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104984-6B09-F539-3118-ED345DF15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63579" y="2015999"/>
            <a:ext cx="5087462" cy="4172075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28901B-21FD-507E-4F95-A2A6C8848B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411FAB8-613F-3546-B84F-43F9554BAD31}" type="datetime1">
              <a:rPr lang="nb-NO" smtClean="0"/>
              <a:t>16.06.2026</a:t>
            </a:fld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5C216E72-AE69-1709-1DEA-8A036429A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2066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104984-6B09-F539-3118-ED345DF15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63579" y="2015999"/>
            <a:ext cx="5087462" cy="4172075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586A5-F110-DF05-2507-E9A902C1B84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CD4231-AE0A-3043-A5AF-E22125FD9078}" type="datetime1">
              <a:rPr lang="nb-NO" smtClean="0"/>
              <a:t>16.06.2026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CD21B64-DE5B-3F73-675F-AFA169DB209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F503167-D9B5-C41E-3E73-BA6BD966577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7D23DB7A-CAFE-38AA-7DFF-6A520B897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23195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title">
            <a:extLst>
              <a:ext uri="{FF2B5EF4-FFF2-40B4-BE49-F238E27FC236}">
                <a16:creationId xmlns:a16="http://schemas.microsoft.com/office/drawing/2014/main" id="{78625AAD-121D-EF2F-DBE4-EB84C9E8FA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71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99772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49D49AB-DD22-3CE0-2328-C5B9E9E4A63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259474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1E3B6-C790-5BBE-90A1-1E1829DDCA3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F8260D-A44C-BCCD-F4FA-A86FE4BB03F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D8F756-90B7-FDE9-081D-7C2E6AAAA46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74C072ED-17FD-534D-9CB4-369F4A45AFCF}" type="datetime1">
              <a:rPr lang="nb-NO" smtClean="0"/>
              <a:t>16.06.2026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5B5B0CA-69D2-3DF9-3EFA-DA4B0EBCE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2BE02FF7-C4FE-5B83-273D-59EEBBBB09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80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title">
            <a:extLst>
              <a:ext uri="{FF2B5EF4-FFF2-40B4-BE49-F238E27FC236}">
                <a16:creationId xmlns:a16="http://schemas.microsoft.com/office/drawing/2014/main" id="{78625AAD-121D-EF2F-DBE4-EB84C9E8FA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71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99772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49D49AB-DD22-3CE0-2328-C5B9E9E4A63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259474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1E3B6-C790-5BBE-90A1-1E1829DDCA3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F8260D-A44C-BCCD-F4FA-A86FE4BB03F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2E183F-1B3D-52A7-11D9-594D24E5F25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B815C360-7C96-8C40-B269-0BD063E88660}" type="datetime1">
              <a:rPr lang="nb-NO" smtClean="0"/>
              <a:t>16.06.2026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180C5FB5-029F-BBE6-0787-49B5622A1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10" name="TekstSylinder 50">
            <a:extLst>
              <a:ext uri="{FF2B5EF4-FFF2-40B4-BE49-F238E27FC236}">
                <a16:creationId xmlns:a16="http://schemas.microsoft.com/office/drawing/2014/main" id="{D9D8E22D-3A82-FA52-9AB4-006198E48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94317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AD9BE5F-9865-4595-26CD-245C1125A54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096795" y="0"/>
            <a:ext cx="6095205" cy="6858000"/>
          </a:xfrm>
          <a:prstGeom prst="rect">
            <a:avLst/>
          </a:prstGeom>
          <a:noFill/>
        </p:spPr>
        <p:txBody>
          <a:bodyPr wrap="square" tIns="288000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noProof="0"/>
              <a:t>Klikk på ikonet for å legge til et bilde</a:t>
            </a:r>
            <a:endParaRPr lang="en-US" noProof="0"/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51F922AF-ABF3-8E9E-29BF-28A8A11AA7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8D026-F7A3-E725-4DC0-4B17CAF1D9B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BCA9D67-D9BD-BD48-9DBC-254BA0CDAE9F}" type="datetime1">
              <a:rPr lang="nb-NO" smtClean="0"/>
              <a:t>16.06.2026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1F3C7B05-28F7-0B1A-95A8-340F25EC1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859515"/>
            <a:ext cx="5088350" cy="1123200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77E0C388-0430-F67E-A814-0D7FB534C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B1FBEB96-5491-E853-8376-076A25C73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256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1F922AF-ABF3-8E9E-29BF-28A8A11AA7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DEFC025-AAFC-DB1C-E9D4-57997E745C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096795" y="0"/>
            <a:ext cx="6095205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864503-6AD9-7194-CF17-38B4DFE0D28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FE3286A-4F6F-A84C-B022-A7FE66FD1514}" type="datetime1">
              <a:rPr lang="nb-NO" smtClean="0"/>
              <a:t>16.06.2026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2E2E94C-2832-3553-57B8-9C68B562F33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0AF7F6D-4D69-B368-9433-94E93D9DC4F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0D7DE433-B316-2622-1D09-835D1C3C9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859515"/>
            <a:ext cx="5088350" cy="1123200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50EAA09C-3D65-1B69-DCD4-FFCC13D6B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C8C5A613-7079-58FA-ECFC-D57377156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6184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 title">
            <a:extLst>
              <a:ext uri="{FF2B5EF4-FFF2-40B4-BE49-F238E27FC236}">
                <a16:creationId xmlns:a16="http://schemas.microsoft.com/office/drawing/2014/main" id="{649C69DC-E98A-99A8-62D2-45C8024624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794" y="941901"/>
            <a:ext cx="5554323" cy="5246173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515C8A-7C4E-C092-CCE9-157348AE1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984F5-EC0C-34C5-8171-4C225E37899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24C779-2C98-F48F-1931-EEECB905377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3B811D1-B507-754E-8685-9640AFEB5E10}" type="datetime1">
              <a:rPr lang="nb-NO" smtClean="0"/>
              <a:t>16.06.2026</a:t>
            </a:fld>
            <a:endParaRPr lang="en-GB"/>
          </a:p>
        </p:txBody>
      </p:sp>
      <p:sp>
        <p:nvSpPr>
          <p:cNvPr id="9" name="Tittel 8">
            <a:extLst>
              <a:ext uri="{FF2B5EF4-FFF2-40B4-BE49-F238E27FC236}">
                <a16:creationId xmlns:a16="http://schemas.microsoft.com/office/drawing/2014/main" id="{11D5C898-71C6-6972-6D33-F856F2477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859515"/>
            <a:ext cx="5086800" cy="5328560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6454A34A-BFEE-ED5C-7EC4-6BC9EE0C9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146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 title">
            <a:extLst>
              <a:ext uri="{FF2B5EF4-FFF2-40B4-BE49-F238E27FC236}">
                <a16:creationId xmlns:a16="http://schemas.microsoft.com/office/drawing/2014/main" id="{649C69DC-E98A-99A8-62D2-45C8024624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794" y="941901"/>
            <a:ext cx="5554323" cy="5246173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7602F6A-8EA9-0DEF-7E6D-41BB94B076A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5054DCB-E7F3-E449-A722-033BE53DD820}" type="datetime1">
              <a:rPr lang="nb-NO" smtClean="0"/>
              <a:t>16.06.2026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CDC988D-329E-A6D8-4B26-5B17D95DF7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C977A4-84E1-8D4C-6141-734A77CADA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C570C98A-A54B-C27E-0000-AC1ADAA69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859515"/>
            <a:ext cx="5086800" cy="5328560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850E3B4B-78DD-85F2-8813-8C74EDF4E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3627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 Mid spli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5DF7D0-ED21-EA04-E848-15117CA92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5" name="Section title">
            <a:extLst>
              <a:ext uri="{FF2B5EF4-FFF2-40B4-BE49-F238E27FC236}">
                <a16:creationId xmlns:a16="http://schemas.microsoft.com/office/drawing/2014/main" id="{434061EB-80E4-5790-900D-B98FE574BE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63579" y="944654"/>
            <a:ext cx="5091571" cy="52434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34FFE69-9039-F90F-2A2A-B17E8581653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B62AE21-A135-314A-8CDB-D738DB74C731}" type="datetime1">
              <a:rPr lang="nb-NO" smtClean="0"/>
              <a:t>16.06.2026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BBCCABB-4655-F6BD-3D1A-43A56934F25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D69D1C4-E336-A11B-57BF-5649DFDA8F1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199E3E61-D10A-EE5F-3F14-F35EA5438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859515"/>
            <a:ext cx="5086800" cy="53285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7" name="TekstSylinder 50">
            <a:extLst>
              <a:ext uri="{FF2B5EF4-FFF2-40B4-BE49-F238E27FC236}">
                <a16:creationId xmlns:a16="http://schemas.microsoft.com/office/drawing/2014/main" id="{66A95B51-EA65-04ED-7FAA-19967F6D4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 on the right side of this slide,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815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1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 Soft spli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5DF7D0-ED21-EA04-E848-15117CA92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5" name="Section title">
            <a:extLst>
              <a:ext uri="{FF2B5EF4-FFF2-40B4-BE49-F238E27FC236}">
                <a16:creationId xmlns:a16="http://schemas.microsoft.com/office/drawing/2014/main" id="{434061EB-80E4-5790-900D-B98FE574BE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63579" y="944654"/>
            <a:ext cx="5091571" cy="52434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9469C1C-43D0-5345-4FBB-753AE898727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7E6CF1B-F983-454F-8BCA-766C8E5E55A6}" type="datetime1">
              <a:rPr lang="nb-NO" smtClean="0"/>
              <a:t>16.06.2026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DA0DD14-EE1D-D586-9775-4C2841C29C3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B4785BD-DF18-2270-B9A9-DE063D9BD9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ittel 8">
            <a:extLst>
              <a:ext uri="{FF2B5EF4-FFF2-40B4-BE49-F238E27FC236}">
                <a16:creationId xmlns:a16="http://schemas.microsoft.com/office/drawing/2014/main" id="{E41C3E4D-D68E-B096-032D-03BA5598D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859515"/>
            <a:ext cx="5086800" cy="53285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4" name="TekstSylinder 50">
            <a:extLst>
              <a:ext uri="{FF2B5EF4-FFF2-40B4-BE49-F238E27FC236}">
                <a16:creationId xmlns:a16="http://schemas.microsoft.com/office/drawing/2014/main" id="{09C7E65C-AA43-E20C-EB8B-224ACE9A3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 on the right side of this slide,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53859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1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 title">
            <a:extLst>
              <a:ext uri="{FF2B5EF4-FFF2-40B4-BE49-F238E27FC236}">
                <a16:creationId xmlns:a16="http://schemas.microsoft.com/office/drawing/2014/main" id="{7C983ED9-314D-9A08-FCE1-9049C5CA20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F76A3-9772-2EB1-0FBF-6D46B7DAD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78E6DF-7BCA-4393-B3FE-DBBACFCB62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DD893-DFEC-B426-E5C4-94BFE949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032F68-9716-EC7E-5673-4871298F032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F2B031-2066-9040-A7A4-04FEFABA58EB}" type="datetime1">
              <a:rPr lang="nb-NO" smtClean="0"/>
              <a:t>16.06.2026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93DEEDD7-1F06-18A0-FFE9-0D81D8214A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519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 title">
            <a:extLst>
              <a:ext uri="{FF2B5EF4-FFF2-40B4-BE49-F238E27FC236}">
                <a16:creationId xmlns:a16="http://schemas.microsoft.com/office/drawing/2014/main" id="{7C983ED9-314D-9A08-FCE1-9049C5CA20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F76A3-9772-2EB1-0FBF-6D46B7DAD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78E6DF-7BCA-4393-B3FE-DBBACFCB62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DD893-DFEC-B426-E5C4-94BFE949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032F68-9716-EC7E-5673-4871298F032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F2B031-2066-9040-A7A4-04FEFABA58EB}" type="datetime1">
              <a:rPr lang="nb-NO" smtClean="0"/>
              <a:t>16.06.2026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B0A5F520-26AD-EB30-4146-4C8CCF867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329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 title">
            <a:extLst>
              <a:ext uri="{FF2B5EF4-FFF2-40B4-BE49-F238E27FC236}">
                <a16:creationId xmlns:a16="http://schemas.microsoft.com/office/drawing/2014/main" id="{7C983ED9-314D-9A08-FCE1-9049C5CA20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F76A3-9772-2EB1-0FBF-6D46B7DAD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8" y="859515"/>
            <a:ext cx="8640000" cy="1123200"/>
          </a:xfrm>
        </p:spPr>
        <p:txBody>
          <a:bodyPr/>
          <a:lstStyle>
            <a:lvl1pPr>
              <a:defRPr sz="4500" b="1" i="1">
                <a:latin typeface="+mj-lt"/>
              </a:defRPr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885A1-54BB-EE9B-F962-8B6360ECE23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537F03E-C082-744C-9348-E53F11F09F47}" type="datetime1">
              <a:rPr lang="nb-NO" smtClean="0"/>
              <a:t>16.06.2026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C401ACA-E9F2-E265-F6E4-D345544071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9E9AE9-185C-D954-A026-E04B1904DF7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19208820-B208-3762-A18F-A8FB143E6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894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DB737-BBA1-D441-1FB6-01D052B3B3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04001"/>
            <a:ext cx="724557" cy="292388"/>
          </a:xfrm>
        </p:spPr>
        <p:txBody>
          <a:bodyPr wrap="none">
            <a:spAutoFit/>
          </a:bodyPr>
          <a:lstStyle>
            <a:lvl1pPr>
              <a:lnSpc>
                <a:spcPct val="100000"/>
              </a:lnSpc>
              <a:defRPr sz="1600"/>
            </a:lvl1pPr>
          </a:lstStyle>
          <a:p>
            <a:r>
              <a:rPr lang="en-GB"/>
              <a:t>Section</a:t>
            </a:r>
            <a:endParaRPr lang="nb-NO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822A581-7119-3836-D55F-04CF4404D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F88EA-ADA6-554F-BA1C-78255CBA13AD}" type="datetime1">
              <a:rPr lang="nb-NO" smtClean="0"/>
              <a:t>16.06.2026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5C709FF-7147-B96E-1794-0CE8E103E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A479E0C-8BA9-F45A-DDDD-968B3BFA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6DE18FA5-E550-2C0F-29A7-8A808C636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50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DB737-BBA1-D441-1FB6-01D052B3B3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04001"/>
            <a:ext cx="724557" cy="292388"/>
          </a:xfrm>
        </p:spPr>
        <p:txBody>
          <a:bodyPr wrap="none">
            <a:spAutoFit/>
          </a:bodyPr>
          <a:lstStyle>
            <a:lvl1pPr>
              <a:lnSpc>
                <a:spcPct val="100000"/>
              </a:lnSpc>
              <a:defRPr sz="1600"/>
            </a:lvl1pPr>
          </a:lstStyle>
          <a:p>
            <a:r>
              <a:rPr lang="en-GB"/>
              <a:t>Section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3839D-E356-406C-F658-8D54D4FC3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6C10E-F96E-394D-B3CC-AC5D39981C18}" type="datetime1">
              <a:rPr lang="nb-NO" smtClean="0"/>
              <a:t>16.06.2026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7C9463-E37C-710A-46F1-FAA12A025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FD3633C-83AF-F473-B47E-4FFC1F36A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2FB7E2D4-5F95-C2A6-DA6C-B5A39505B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13306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D55FE30D-76D0-B04C-9714-53DA24FF403D}" type="datetime1">
              <a:rPr lang="nb-NO" smtClean="0"/>
              <a:t>16.06.2026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C717AC47-3295-7CE9-88DD-B01B65B2A1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950385"/>
            <a:ext cx="11113200" cy="4434415"/>
          </a:xfrm>
        </p:spPr>
        <p:txBody>
          <a:bodyPr>
            <a:normAutofit/>
          </a:bodyPr>
          <a:lstStyle>
            <a:lvl1pPr>
              <a:defRPr sz="6000" b="1" i="1" kern="4000" spc="-100" baseline="0">
                <a:latin typeface="+mj-lt"/>
              </a:defRPr>
            </a:lvl1pPr>
          </a:lstStyle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DBCB824A-3901-2E26-0727-0C10009E9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55429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F8CE2160-E85A-A147-A259-E1131CEF1639}" type="datetime1">
              <a:rPr lang="nb-NO" smtClean="0"/>
              <a:t>16.06.2026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C717AC47-3295-7CE9-88DD-B01B65B2A1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950385"/>
            <a:ext cx="11113200" cy="4434415"/>
          </a:xfrm>
        </p:spPr>
        <p:txBody>
          <a:bodyPr>
            <a:normAutofit/>
          </a:bodyPr>
          <a:lstStyle>
            <a:lvl1pPr>
              <a:defRPr sz="6000" b="1" i="1">
                <a:latin typeface="+mj-lt"/>
              </a:defRPr>
            </a:lvl1pPr>
          </a:lstStyle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00CD05FB-4C11-F47A-AB60-3625F6C3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01028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Image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20BBDE4-EADE-5B93-BD24-220EBDD498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63655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71769" y="5730037"/>
            <a:ext cx="5087462" cy="600164"/>
          </a:xfrm>
        </p:spPr>
        <p:txBody>
          <a:bodyPr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180975" indent="-180000">
              <a:buFont typeface="Arial" panose="020B0604020202020204" pitchFamily="34" charset="0"/>
              <a:buChar char="•"/>
              <a:tabLst/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48C5624B-9046-D2CE-06A4-8C9537A0027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288000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noProof="0"/>
              <a:t>Klikk på ikonet for å legge til et bilde</a:t>
            </a:r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C5D66-E969-4DD9-8C87-36FD62780D1F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4C4E72E6-0782-124F-9AFB-F66D50A0A93D}" type="datetime1">
              <a:rPr lang="nb-NO" smtClean="0"/>
              <a:t>16.06.2026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711B032-411C-5D8B-2F34-D2C525A7632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CDEE95-5741-1E39-565D-8740B6F7940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045504DD-77B7-017B-B0DE-7ECF2CBBD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3655" y="859515"/>
            <a:ext cx="5089544" cy="489365"/>
          </a:xfrm>
        </p:spPr>
        <p:txBody>
          <a:bodyPr>
            <a:spAutoFit/>
          </a:bodyPr>
          <a:lstStyle/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C493D4E8-A400-3C83-8AAA-CAE8DD92C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077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Image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A1F5771B-788D-AEEF-2713-C1E0867AF1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820" y="5730037"/>
            <a:ext cx="5087462" cy="600164"/>
          </a:xfrm>
        </p:spPr>
        <p:txBody>
          <a:bodyPr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180975" indent="-180000">
              <a:buFont typeface="Arial" panose="020B0604020202020204" pitchFamily="34" charset="0"/>
              <a:buChar char="•"/>
              <a:tabLst/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C00C893-5B71-7A7E-8592-0278486351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096407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2880000">
            <a:noAutofit/>
          </a:bodyPr>
          <a:lstStyle>
            <a:lvl1pPr marL="0" indent="0" algn="ctr">
              <a:buNone/>
              <a:defRPr lang="en-US" sz="1400" b="0" i="0" kern="1200" noProof="0" dirty="0">
                <a:solidFill>
                  <a:schemeClr val="tx1"/>
                </a:solidFill>
                <a:highlight>
                  <a:srgbClr val="E8FDFF"/>
                </a:highlight>
                <a:latin typeface="+mn-lt"/>
                <a:ea typeface="Verdana" panose="020B0604030504040204" pitchFamily="34" charset="0"/>
                <a:cs typeface="+mn-cs"/>
                <a:sym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noProof="0"/>
              <a:t>Klikk på ikonet for å legge til et bilde</a:t>
            </a:r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E36EC-23F6-AB0D-E318-7CC83FB9D29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EA7789D2-AF95-A04B-AEAA-E368A7EF84CB}" type="datetime1">
              <a:rPr lang="nb-NO" smtClean="0"/>
              <a:t>16.06.2026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7B659-41B1-1E89-181C-34095CEDC5E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5C3AED-6696-54AF-DE69-3815D85969B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CC850A34-FDAE-2CC9-3824-BDBB5D784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859515"/>
            <a:ext cx="5087283" cy="489365"/>
          </a:xfrm>
        </p:spPr>
        <p:txBody>
          <a:bodyPr>
            <a:spAutoFit/>
          </a:bodyPr>
          <a:lstStyle/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0CC7E964-D06E-ECF2-3CD1-FF1D800BCB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D173E98B-6259-DC2A-089E-962FBCC46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307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image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7257E026-CA26-3A01-D72B-BE2383324B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820" y="5730037"/>
            <a:ext cx="3391091" cy="600164"/>
          </a:xfrm>
        </p:spPr>
        <p:txBody>
          <a:bodyPr wrap="square" rIns="468000"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4401693" y="0"/>
            <a:ext cx="3895707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6E2836B-B07D-B64C-37F0-912AD879F6E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8296293" y="0"/>
            <a:ext cx="3895707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2068BA2-2627-EDDD-E4B7-B436E2F887DE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174FC493-3D2B-0247-83DC-A529ACA6CFE1}" type="datetime1">
              <a:rPr lang="nb-NO" smtClean="0"/>
              <a:t>16.06.2026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C2D19E8-D91D-D5DC-4CB4-4E2F968772F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C5AF41F-7D8D-E316-971C-239886BF486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AEE9563D-BB00-D525-C198-B43FD212C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859515"/>
            <a:ext cx="3391200" cy="4557600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0657F1A2-CEF1-9AEA-8040-C34CF97A6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5E4F5FAF-845E-01A2-850D-D194C996A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1782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Spli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063E8-55E9-7D9E-9E10-807DEFBD9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70" y="2015999"/>
            <a:ext cx="5088350" cy="41720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943200"/>
            <a:ext cx="5087462" cy="5244874"/>
          </a:xfrm>
        </p:spPr>
        <p:txBody>
          <a:bodyPr/>
          <a:lstStyle/>
          <a:p>
            <a:pPr lvl="0"/>
            <a:r>
              <a:rPr lang="en-GB"/>
              <a:t>Add visual content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5E9FA880-7D80-4289-5BF5-92A73C96E6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0DE3A-F217-EAE9-55B6-DDD30B2AEAB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9338C3A-47DE-184F-BF28-7DB54983EF90}" type="datetime1">
              <a:rPr lang="nb-NO" smtClean="0"/>
              <a:t>16.06.2026</a:t>
            </a:fld>
            <a:endParaRPr lang="en-GB"/>
          </a:p>
        </p:txBody>
      </p:sp>
      <p:sp>
        <p:nvSpPr>
          <p:cNvPr id="10" name="Tittel 9">
            <a:extLst>
              <a:ext uri="{FF2B5EF4-FFF2-40B4-BE49-F238E27FC236}">
                <a16:creationId xmlns:a16="http://schemas.microsoft.com/office/drawing/2014/main" id="{5A18E854-B6C5-CAEE-9018-DBA9D4710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859515"/>
            <a:ext cx="5088350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B5B467DB-0C82-8ED4-786D-2C973BEB9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 on the right side of this slide,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14137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Split So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70" y="2015999"/>
            <a:ext cx="5088350" cy="41720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943199"/>
            <a:ext cx="5087462" cy="5244875"/>
          </a:xfrm>
        </p:spPr>
        <p:txBody>
          <a:bodyPr/>
          <a:lstStyle/>
          <a:p>
            <a:pPr lvl="0"/>
            <a:r>
              <a:rPr lang="en-GB"/>
              <a:t>Add visual content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5E9FA880-7D80-4289-5BF5-92A73C96E6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9724B96-A7D3-F48B-DB34-0AF8EFE826B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5BE8AFF-FA5D-5246-8BFF-CAD489D9F66F}" type="datetime1">
              <a:rPr lang="nb-NO" smtClean="0"/>
              <a:t>16.06.2026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DB5F8C0-4380-A1E9-6AA4-2ECAFA9097E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09F0A6C-B17A-A515-7EE0-1E7E99A2CC6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ittel 4">
            <a:extLst>
              <a:ext uri="{FF2B5EF4-FFF2-40B4-BE49-F238E27FC236}">
                <a16:creationId xmlns:a16="http://schemas.microsoft.com/office/drawing/2014/main" id="{B5A3D02A-C1EB-E4B0-33D5-5CE7FCC32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859515"/>
            <a:ext cx="5088350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05260ECB-08DA-6515-55FC-AFF41DD80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 on the right side of this slide,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5029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 flipH="1">
            <a:off x="1" y="0"/>
            <a:ext cx="439794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71" y="2016000"/>
            <a:ext cx="3391641" cy="417207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865528" y="943201"/>
            <a:ext cx="6785063" cy="524487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Add visual content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4BB859AC-5C93-7E55-42EC-851F728D4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6892" y="6503682"/>
            <a:ext cx="197014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chemeClr val="accent1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800"/>
          </a:p>
        </p:txBody>
      </p:sp>
      <p:sp>
        <p:nvSpPr>
          <p:cNvPr id="11" name="Section title">
            <a:extLst>
              <a:ext uri="{FF2B5EF4-FFF2-40B4-BE49-F238E27FC236}">
                <a16:creationId xmlns:a16="http://schemas.microsoft.com/office/drawing/2014/main" id="{E1CA003B-6C16-8451-9038-ADE1469AC5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95D5B38-95D2-8CEC-EC3D-871A3810DDC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1933963-2A25-A449-8EFC-4572009F125D}" type="datetime1">
              <a:rPr lang="nb-NO" smtClean="0"/>
              <a:t>16.06.2026</a:t>
            </a:fld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4347413-21F5-35B5-5050-0FDE325149E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DA1EFEA-D75B-3CC8-1114-CB4DA8DF7F0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0813222B-AEAB-F4B7-8555-232BF490E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859515"/>
            <a:ext cx="3391641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ACA2F022-EE5B-C5EB-4388-6B67415F34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 on the right side of this slide,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8483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So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 flipH="1">
            <a:off x="1" y="0"/>
            <a:ext cx="439794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71" y="2016000"/>
            <a:ext cx="3391641" cy="417207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865528" y="943201"/>
            <a:ext cx="6785063" cy="524487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Add visual content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4BB859AC-5C93-7E55-42EC-851F728D4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6892" y="6503682"/>
            <a:ext cx="197014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chemeClr val="accent1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800"/>
          </a:p>
        </p:txBody>
      </p:sp>
      <p:sp>
        <p:nvSpPr>
          <p:cNvPr id="11" name="Section title">
            <a:extLst>
              <a:ext uri="{FF2B5EF4-FFF2-40B4-BE49-F238E27FC236}">
                <a16:creationId xmlns:a16="http://schemas.microsoft.com/office/drawing/2014/main" id="{E1CA003B-6C16-8451-9038-ADE1469AC5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5E70422-7DCF-29FB-5EA8-7D4E8E64814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9E8CBED-249C-5347-BC07-AB41CCC4FF56}" type="datetime1">
              <a:rPr lang="nb-NO" smtClean="0"/>
              <a:t>16.06.2026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183240-8E74-3BF7-C8CA-75FF0845AB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0D0429-44E1-867C-14A6-FF25E081970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tel 9">
            <a:extLst>
              <a:ext uri="{FF2B5EF4-FFF2-40B4-BE49-F238E27FC236}">
                <a16:creationId xmlns:a16="http://schemas.microsoft.com/office/drawing/2014/main" id="{9B08DFCF-0BA4-BC63-1852-767145960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859515"/>
            <a:ext cx="3391641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CF1C11CA-A476-65CD-3242-FC77EE96C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 on the right side of this slide,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3905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s Panel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01A967B-6543-B84F-3A38-DC68E3057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6794" y="0"/>
            <a:ext cx="304599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4" name="Section 1">
            <a:extLst>
              <a:ext uri="{FF2B5EF4-FFF2-40B4-BE49-F238E27FC236}">
                <a16:creationId xmlns:a16="http://schemas.microsoft.com/office/drawing/2014/main" id="{97A19A75-202A-1A09-B415-20DE76E7DF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14" name="Tall 1">
            <a:extLst>
              <a:ext uri="{FF2B5EF4-FFF2-40B4-BE49-F238E27FC236}">
                <a16:creationId xmlns:a16="http://schemas.microsoft.com/office/drawing/2014/main" id="{116FF204-5136-B24C-C877-78748972EB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5230" y="1163523"/>
            <a:ext cx="5088600" cy="2744558"/>
          </a:xfrm>
        </p:spPr>
        <p:txBody>
          <a:bodyPr wrap="none" anchor="b" anchorCtr="0">
            <a:norm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5000" b="1" i="1" spc="-3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GB"/>
              <a:t>1###</a:t>
            </a:r>
          </a:p>
        </p:txBody>
      </p:sp>
      <p:sp>
        <p:nvSpPr>
          <p:cNvPr id="3" name="Tekst 1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71" y="3941531"/>
            <a:ext cx="3391091" cy="224654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180975" indent="-174625">
              <a:spcBef>
                <a:spcPts val="10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2pPr>
            <a:lvl3pPr marL="317500" indent="-136525">
              <a:tabLst/>
              <a:defRPr sz="1400">
                <a:solidFill>
                  <a:schemeClr val="accent3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</p:txBody>
      </p:sp>
      <p:sp>
        <p:nvSpPr>
          <p:cNvPr id="5" name="Section 2">
            <a:extLst>
              <a:ext uri="{FF2B5EF4-FFF2-40B4-BE49-F238E27FC236}">
                <a16:creationId xmlns:a16="http://schemas.microsoft.com/office/drawing/2014/main" id="{F24A6423-F823-AE53-1957-EF7F25B2B3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794" y="504001"/>
            <a:ext cx="1088215" cy="246221"/>
          </a:xfrm>
        </p:spPr>
        <p:txBody>
          <a:bodyPr wrap="none" lIns="36000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16" name="Tall 2">
            <a:extLst>
              <a:ext uri="{FF2B5EF4-FFF2-40B4-BE49-F238E27FC236}">
                <a16:creationId xmlns:a16="http://schemas.microsoft.com/office/drawing/2014/main" id="{D0C02313-EB7E-3C07-CC57-1BA4DE530C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794" y="1196975"/>
            <a:ext cx="3045996" cy="2484402"/>
          </a:xfrm>
        </p:spPr>
        <p:txBody>
          <a:bodyPr lIns="360000" anchor="b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8000" b="1" i="1" spc="-3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1###</a:t>
            </a:r>
          </a:p>
        </p:txBody>
      </p:sp>
      <p:sp>
        <p:nvSpPr>
          <p:cNvPr id="15" name="Tekst 2">
            <a:extLst>
              <a:ext uri="{FF2B5EF4-FFF2-40B4-BE49-F238E27FC236}">
                <a16:creationId xmlns:a16="http://schemas.microsoft.com/office/drawing/2014/main" id="{25408968-4DDB-53D9-74E6-E3034E7A93E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096793" y="3941531"/>
            <a:ext cx="3043173" cy="2246543"/>
          </a:xfrm>
        </p:spPr>
        <p:txBody>
          <a:bodyPr lIns="360000" rIns="360000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180975" indent="-174625">
              <a:spcBef>
                <a:spcPts val="1000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chemeClr val="bg1"/>
                </a:solidFill>
              </a:defRPr>
            </a:lvl2pPr>
            <a:lvl3pPr marL="317500" indent="-136525">
              <a:buClr>
                <a:schemeClr val="bg1"/>
              </a:buClr>
              <a:tabLst/>
              <a:defRPr sz="1400">
                <a:solidFill>
                  <a:schemeClr val="bg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</p:txBody>
      </p:sp>
      <p:sp>
        <p:nvSpPr>
          <p:cNvPr id="11" name="Section 3">
            <a:extLst>
              <a:ext uri="{FF2B5EF4-FFF2-40B4-BE49-F238E27FC236}">
                <a16:creationId xmlns:a16="http://schemas.microsoft.com/office/drawing/2014/main" id="{FA71BA3A-E69D-CA7E-C003-5344BA8358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5190" y="504001"/>
            <a:ext cx="1088073" cy="246221"/>
          </a:xfrm>
        </p:spPr>
        <p:txBody>
          <a:bodyPr wrap="none" lIns="36000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18" name="Tall 3">
            <a:extLst>
              <a:ext uri="{FF2B5EF4-FFF2-40B4-BE49-F238E27FC236}">
                <a16:creationId xmlns:a16="http://schemas.microsoft.com/office/drawing/2014/main" id="{2D4AF362-C8FE-1C70-68CF-D641E471680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45190" y="1196975"/>
            <a:ext cx="3045996" cy="2484402"/>
          </a:xfrm>
        </p:spPr>
        <p:txBody>
          <a:bodyPr lIns="360000" anchor="b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8000" b="1" i="1" spc="-3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1###</a:t>
            </a:r>
          </a:p>
        </p:txBody>
      </p:sp>
      <p:sp>
        <p:nvSpPr>
          <p:cNvPr id="17" name="Tekst 3">
            <a:extLst>
              <a:ext uri="{FF2B5EF4-FFF2-40B4-BE49-F238E27FC236}">
                <a16:creationId xmlns:a16="http://schemas.microsoft.com/office/drawing/2014/main" id="{1A6C386F-9B63-5FEB-E855-802B57382AF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45190" y="3941532"/>
            <a:ext cx="3043173" cy="2246542"/>
          </a:xfrm>
        </p:spPr>
        <p:txBody>
          <a:bodyPr lIns="360000" rIns="360000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180975" indent="-174625">
              <a:spcBef>
                <a:spcPts val="1000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chemeClr val="bg1"/>
                </a:solidFill>
              </a:defRPr>
            </a:lvl2pPr>
            <a:lvl3pPr marL="317500" indent="-136525">
              <a:buClr>
                <a:schemeClr val="bg1"/>
              </a:buClr>
              <a:tabLst/>
              <a:defRPr sz="1400">
                <a:solidFill>
                  <a:schemeClr val="bg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D9F496-7F17-3274-D5DA-C9E47FC596F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0424279-1F3E-3246-B88A-3DFC2504035B}" type="datetime1">
              <a:rPr lang="nb-NO" smtClean="0"/>
              <a:t>16.06.2026</a:t>
            </a:fld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063E8-55E9-7D9E-9E10-807DEFBD9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908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plit Tex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2" y="540001"/>
            <a:ext cx="5088349" cy="177279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600" b="1" i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Headline split</a:t>
            </a:r>
            <a:endParaRPr lang="nb-NO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4509003"/>
            <a:ext cx="5087462" cy="1812422"/>
          </a:xfrm>
        </p:spPr>
        <p:txBody>
          <a:bodyPr anchor="b" anchorCtr="0">
            <a:noAutofit/>
          </a:bodyPr>
          <a:lstStyle>
            <a:lvl1pPr marL="0" indent="0" fontAlgn="b">
              <a:lnSpc>
                <a:spcPct val="80000"/>
              </a:lnSpc>
              <a:spcBef>
                <a:spcPts val="0"/>
              </a:spcBef>
              <a:buNone/>
              <a:defRPr lang="en-GB" sz="6600" b="1" i="1" u="none" kern="120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  <a:lvl2pPr marL="180975" indent="-176213">
              <a:buFont typeface="Arial" panose="020B0604020202020204" pitchFamily="34" charset="0"/>
              <a:buChar char="•"/>
              <a:tabLst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across screen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EDED9B6-4754-B4D2-F7FD-403C0E03373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0A5C3285-0ED9-3C4E-A405-69948C389DEF}" type="datetime1">
              <a:rPr lang="nb-NO" smtClean="0"/>
              <a:t>16.06.2026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0F14264-EE95-5D5D-BAC0-140639BE7A8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8E15F6E-6BA5-4854-1DFB-82CD9C6BCF5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D52FBB17-AADA-4C59-D722-D3FDBE92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594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plit Text So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tx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2" y="540001"/>
            <a:ext cx="5088349" cy="177279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600" b="1" i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Headline split</a:t>
            </a:r>
            <a:endParaRPr lang="nb-NO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7A258FDC-0687-4900-3CF9-8A0B142954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4509003"/>
            <a:ext cx="5087462" cy="1812422"/>
          </a:xfrm>
        </p:spPr>
        <p:txBody>
          <a:bodyPr anchor="b" anchorCtr="0">
            <a:noAutofit/>
          </a:bodyPr>
          <a:lstStyle>
            <a:lvl1pPr marL="0" indent="0" fontAlgn="b">
              <a:lnSpc>
                <a:spcPct val="80000"/>
              </a:lnSpc>
              <a:spcBef>
                <a:spcPts val="0"/>
              </a:spcBef>
              <a:buNone/>
              <a:defRPr lang="en-GB" sz="6600" b="1" i="1" u="none" kern="120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  <a:lvl2pPr marL="180975" indent="-176213">
              <a:buFont typeface="Arial" panose="020B0604020202020204" pitchFamily="34" charset="0"/>
              <a:buChar char="•"/>
              <a:tabLst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across screen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4A3600-577F-8A71-607D-3842951006C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D4E8E9DF-C8E3-4944-ADBD-E409416A8C78}" type="datetime1">
              <a:rPr lang="nb-NO" smtClean="0"/>
              <a:t>16.06.2026</a:t>
            </a:fld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B4ACC9DF-2F0F-922A-8E3B-4F36A1C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51067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pl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C1DD791-19E6-EEAF-5D49-B00DB884D84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</p:spPr>
        <p:txBody>
          <a:bodyPr wrap="none" tIns="360000" bIns="2880000" anchor="b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0554FAFD-7BDD-23FA-B4EB-08D91D2338A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0000" y="530662"/>
            <a:ext cx="3522466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en-GB"/>
              <a:t>First line</a:t>
            </a:r>
            <a:endParaRPr lang="nb-NO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90FBFD1E-6A84-AD49-1A7E-BB8DD0EC2B9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0000" y="1416262"/>
            <a:ext cx="4556404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en-GB"/>
              <a:t>second line</a:t>
            </a:r>
            <a:endParaRPr lang="nb-NO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E3300CFC-7025-3149-D493-AAC70AE536C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07955" y="4555712"/>
            <a:ext cx="3644295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r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en-GB"/>
              <a:t>third line</a:t>
            </a:r>
            <a:endParaRPr lang="nb-NO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C9AD8D6A-D2E9-0154-0D44-148CFE86F7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392402" y="5436206"/>
            <a:ext cx="4259848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r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en-GB"/>
              <a:t>fourth line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EFBA12-1079-56BB-5B5E-ACDDE041986E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C34EB371-0610-3A46-92F9-9F184AF1659F}" type="datetime1">
              <a:rPr lang="nb-NO" smtClean="0"/>
              <a:t>16.06.2026</a:t>
            </a:fld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630D786-5751-98B1-94F9-550928CA4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</p:spTree>
    <p:extLst>
      <p:ext uri="{BB962C8B-B14F-4D97-AF65-F5344CB8AC3E}">
        <p14:creationId xmlns:p14="http://schemas.microsoft.com/office/powerpoint/2010/main" val="2969740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D4B32CFD-0059-D532-5795-442283D4EA6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180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5F8459-D189-5669-6E44-52ABC59500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9493" y="2968789"/>
            <a:ext cx="4153016" cy="920422"/>
          </a:xfrm>
          <a:solidFill>
            <a:schemeClr val="accent1"/>
          </a:solidFill>
        </p:spPr>
        <p:txBody>
          <a:bodyPr vert="horz" wrap="none" lIns="180000" tIns="144000" rIns="180000" bIns="36000" rtlCol="0" anchor="ctr" anchorCtr="0">
            <a:spAutoFit/>
          </a:bodyPr>
          <a:lstStyle>
            <a:lvl1pPr algn="ctr">
              <a:defRPr lang="nb-NO" sz="6000" b="1" i="1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 marL="0" lvl="0" indent="0" fontAlgn="b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</a:pPr>
            <a:r>
              <a:rPr lang="en-GB"/>
              <a:t>Short title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B0EE3A-C39D-F1F4-51EB-13C5ADD103CB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EF765E4C-CC36-FF4C-BDF5-EE3D56B457F7}" type="datetime1">
              <a:rPr lang="nb-NO" smtClean="0"/>
              <a:t>16.06.2026</a:t>
            </a:fld>
            <a:endParaRPr lang="en-GB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45A09C8F-50C2-DDAB-8A4D-83B50375C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</p:spTree>
    <p:extLst>
      <p:ext uri="{BB962C8B-B14F-4D97-AF65-F5344CB8AC3E}">
        <p14:creationId xmlns:p14="http://schemas.microsoft.com/office/powerpoint/2010/main" val="4257363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Image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C1A9B-DCE8-7C0C-C699-F2676D5731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180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C00C893-5B71-7A7E-8592-0278486351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096407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180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5F8459-D189-5669-6E44-52ABC59500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9493" y="2968789"/>
            <a:ext cx="4153016" cy="920422"/>
          </a:xfrm>
          <a:solidFill>
            <a:schemeClr val="tx2"/>
          </a:solidFill>
        </p:spPr>
        <p:txBody>
          <a:bodyPr vert="horz" wrap="none" lIns="180000" tIns="144000" rIns="180000" bIns="36000" rtlCol="0" anchor="ctr" anchorCtr="0">
            <a:spAutoFit/>
          </a:bodyPr>
          <a:lstStyle>
            <a:lvl1pPr algn="ctr">
              <a:defRPr lang="nb-NO" sz="6000" b="1" i="1">
                <a:solidFill>
                  <a:schemeClr val="accent3"/>
                </a:solidFill>
                <a:latin typeface="+mj-lt"/>
                <a:cs typeface="+mn-cs"/>
              </a:defRPr>
            </a:lvl1pPr>
          </a:lstStyle>
          <a:p>
            <a:pPr marL="0" lvl="0" indent="0" fontAlgn="b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</a:pPr>
            <a:r>
              <a:rPr lang="en-GB"/>
              <a:t>Short title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42D837-14A4-60D9-27C6-4BE824A0E9F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574391A7-B34E-0844-8FCE-55FB2F126A80}" type="datetime1">
              <a:rPr lang="nb-NO" smtClean="0"/>
              <a:t>16.06.2026</a:t>
            </a:fld>
            <a:endParaRPr lang="en-GB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2212DA51-2D94-66BD-FB70-3EC9FE84D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</p:spTree>
    <p:extLst>
      <p:ext uri="{BB962C8B-B14F-4D97-AF65-F5344CB8AC3E}">
        <p14:creationId xmlns:p14="http://schemas.microsoft.com/office/powerpoint/2010/main" val="22707416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ousel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Sylinder 50">
            <a:extLst>
              <a:ext uri="{FF2B5EF4-FFF2-40B4-BE49-F238E27FC236}">
                <a16:creationId xmlns:a16="http://schemas.microsoft.com/office/drawing/2014/main" id="{DB7409EF-E06B-F254-0473-4F0A86C7E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ED9996-D27C-5EC3-7480-185CC649DD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-900000"/>
            <a:ext cx="6094412" cy="720000"/>
          </a:xfrm>
          <a:solidFill>
            <a:schemeClr val="bg1"/>
          </a:solidFill>
        </p:spPr>
        <p:txBody>
          <a:bodyPr lIns="72000" tIns="72000" rIns="72000" bIns="72000" anchor="b" anchorCtr="0"/>
          <a:lstStyle>
            <a:lvl1pPr>
              <a:defRPr sz="1000"/>
            </a:lvl1pPr>
          </a:lstStyle>
          <a:p>
            <a:r>
              <a:rPr lang="en-GB"/>
              <a:t>Write slide title for accessibility in this placeholder</a:t>
            </a:r>
            <a:endParaRPr lang="nb-NO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Image 1">
            <a:extLst>
              <a:ext uri="{FF2B5EF4-FFF2-40B4-BE49-F238E27FC236}">
                <a16:creationId xmlns:a16="http://schemas.microsoft.com/office/drawing/2014/main" id="{9C5D8DBD-51ED-16F1-78C7-59F79258C5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76218" y="540000"/>
            <a:ext cx="3567734" cy="5778000"/>
          </a:xfrm>
          <a:prstGeom prst="roundRect">
            <a:avLst>
              <a:gd name="adj" fmla="val 7093"/>
            </a:avLst>
          </a:prstGeom>
          <a:noFill/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-NO"/>
              <a:t>Image 1</a:t>
            </a:r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61525025-9158-78A5-2A27-135E56A4CC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4858519" y="1191872"/>
            <a:ext cx="3014760" cy="44712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-NO"/>
              <a:t>Image 2</a:t>
            </a:r>
          </a:p>
        </p:txBody>
      </p:sp>
      <p:sp>
        <p:nvSpPr>
          <p:cNvPr id="9" name="Image 3">
            <a:extLst>
              <a:ext uri="{FF2B5EF4-FFF2-40B4-BE49-F238E27FC236}">
                <a16:creationId xmlns:a16="http://schemas.microsoft.com/office/drawing/2014/main" id="{92CF4AE7-830D-7FA6-5274-70C69D2B7F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8087846" y="1191872"/>
            <a:ext cx="3014760" cy="4474256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-NO"/>
              <a:t>Image 3</a:t>
            </a:r>
          </a:p>
        </p:txBody>
      </p:sp>
      <p:sp>
        <p:nvSpPr>
          <p:cNvPr id="10" name="Image 4">
            <a:extLst>
              <a:ext uri="{FF2B5EF4-FFF2-40B4-BE49-F238E27FC236}">
                <a16:creationId xmlns:a16="http://schemas.microsoft.com/office/drawing/2014/main" id="{9A9841C3-081E-16F8-1E47-FE33A53F93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 hasCustomPrompt="1"/>
          </p:nvPr>
        </p:nvSpPr>
        <p:spPr>
          <a:xfrm>
            <a:off x="-2153108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r">
              <a:buNone/>
              <a:defRPr sz="1200"/>
            </a:lvl1pPr>
          </a:lstStyle>
          <a:p>
            <a:r>
              <a:rPr lang="nb-NO"/>
              <a:t>Image 4</a:t>
            </a:r>
          </a:p>
        </p:txBody>
      </p:sp>
      <p:sp>
        <p:nvSpPr>
          <p:cNvPr id="6" name="Image 5">
            <a:extLst>
              <a:ext uri="{FF2B5EF4-FFF2-40B4-BE49-F238E27FC236}">
                <a16:creationId xmlns:a16="http://schemas.microsoft.com/office/drawing/2014/main" id="{B30F469A-CCF3-9604-A8A6-BB482B9CE6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11317173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l">
              <a:buNone/>
              <a:defRPr sz="1200"/>
            </a:lvl1pPr>
          </a:lstStyle>
          <a:p>
            <a:r>
              <a:rPr lang="nb-NO"/>
              <a:t>Image 5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F1622-CDE1-0D00-887D-C705F5AFDF73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28301413-4585-1941-AC00-159F82A713FE}" type="datetime1">
              <a:rPr lang="nb-NO" smtClean="0"/>
              <a:t>16.06.2026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5267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ousel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Sylinder 50">
            <a:extLst>
              <a:ext uri="{FF2B5EF4-FFF2-40B4-BE49-F238E27FC236}">
                <a16:creationId xmlns:a16="http://schemas.microsoft.com/office/drawing/2014/main" id="{93485B01-B32A-1F5D-FE26-E286EB9481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Image 1">
            <a:extLst>
              <a:ext uri="{FF2B5EF4-FFF2-40B4-BE49-F238E27FC236}">
                <a16:creationId xmlns:a16="http://schemas.microsoft.com/office/drawing/2014/main" id="{9C5D8DBD-51ED-16F1-78C7-59F79258C5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76428" y="1191600"/>
            <a:ext cx="3013592" cy="4474800"/>
          </a:xfrm>
          <a:prstGeom prst="roundRect">
            <a:avLst>
              <a:gd name="adj" fmla="val 7093"/>
            </a:avLst>
          </a:prstGeom>
          <a:noFill/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-NO"/>
              <a:t>Image 1</a:t>
            </a:r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61525025-9158-78A5-2A27-135E56A4CC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4304797" y="540000"/>
            <a:ext cx="3568064" cy="57780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-NO"/>
              <a:t>Image 2</a:t>
            </a:r>
          </a:p>
        </p:txBody>
      </p:sp>
      <p:sp>
        <p:nvSpPr>
          <p:cNvPr id="9" name="Image 3">
            <a:extLst>
              <a:ext uri="{FF2B5EF4-FFF2-40B4-BE49-F238E27FC236}">
                <a16:creationId xmlns:a16="http://schemas.microsoft.com/office/drawing/2014/main" id="{92CF4AE7-830D-7FA6-5274-70C69D2B7F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8087637" y="1191872"/>
            <a:ext cx="3014760" cy="4474256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-NO"/>
              <a:t>Image 3</a:t>
            </a:r>
          </a:p>
        </p:txBody>
      </p:sp>
      <p:sp>
        <p:nvSpPr>
          <p:cNvPr id="10" name="Image 4">
            <a:extLst>
              <a:ext uri="{FF2B5EF4-FFF2-40B4-BE49-F238E27FC236}">
                <a16:creationId xmlns:a16="http://schemas.microsoft.com/office/drawing/2014/main" id="{9A9841C3-081E-16F8-1E47-FE33A53F93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 hasCustomPrompt="1"/>
          </p:nvPr>
        </p:nvSpPr>
        <p:spPr>
          <a:xfrm>
            <a:off x="-2153108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r">
              <a:buNone/>
              <a:defRPr sz="1200"/>
            </a:lvl1pPr>
          </a:lstStyle>
          <a:p>
            <a:r>
              <a:rPr lang="nb-NO"/>
              <a:t>Image 4</a:t>
            </a:r>
          </a:p>
        </p:txBody>
      </p:sp>
      <p:sp>
        <p:nvSpPr>
          <p:cNvPr id="6" name="Image 5">
            <a:extLst>
              <a:ext uri="{FF2B5EF4-FFF2-40B4-BE49-F238E27FC236}">
                <a16:creationId xmlns:a16="http://schemas.microsoft.com/office/drawing/2014/main" id="{B30F469A-CCF3-9604-A8A6-BB482B9CE6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11317173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l">
              <a:buNone/>
              <a:defRPr sz="1200"/>
            </a:lvl1pPr>
          </a:lstStyle>
          <a:p>
            <a:r>
              <a:rPr lang="nb-NO"/>
              <a:t>Image 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280B77-3BDF-14DD-F52C-70498BD9EF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-900000"/>
            <a:ext cx="6096795" cy="720000"/>
          </a:xfrm>
          <a:solidFill>
            <a:schemeClr val="bg1"/>
          </a:solidFill>
        </p:spPr>
        <p:txBody>
          <a:bodyPr lIns="72000" tIns="72000" rIns="72000" bIns="72000" anchor="b" anchorCtr="0"/>
          <a:lstStyle>
            <a:lvl1pPr>
              <a:defRPr lang="en-GB" sz="1000" b="0" i="0" u="none" kern="12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</a:lstStyle>
          <a:p>
            <a:r>
              <a:rPr lang="en-GB"/>
              <a:t>Write slide title for accessibility in this placeholder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66AC9A-51AB-9BF7-0F60-EFF6BCF8C29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07EB366-45DC-1548-8EC1-375AF3CAE09C}" type="datetime1">
              <a:rPr lang="nb-NO" smtClean="0"/>
              <a:t>16.06.2026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057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ousel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Sylinder 50">
            <a:extLst>
              <a:ext uri="{FF2B5EF4-FFF2-40B4-BE49-F238E27FC236}">
                <a16:creationId xmlns:a16="http://schemas.microsoft.com/office/drawing/2014/main" id="{29F44BF4-AC00-3D2B-DD34-F52CE9F9B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Image 1">
            <a:extLst>
              <a:ext uri="{FF2B5EF4-FFF2-40B4-BE49-F238E27FC236}">
                <a16:creationId xmlns:a16="http://schemas.microsoft.com/office/drawing/2014/main" id="{9C5D8DBD-51ED-16F1-78C7-59F79258C5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76720" y="1191600"/>
            <a:ext cx="3013592" cy="4474800"/>
          </a:xfrm>
          <a:prstGeom prst="roundRect">
            <a:avLst>
              <a:gd name="adj" fmla="val 7093"/>
            </a:avLst>
          </a:prstGeom>
          <a:noFill/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-NO"/>
              <a:t>Image 1</a:t>
            </a:r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61525025-9158-78A5-2A27-135E56A4CC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4305381" y="1191600"/>
            <a:ext cx="3013592" cy="44748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-NO"/>
              <a:t>Image 2</a:t>
            </a:r>
          </a:p>
        </p:txBody>
      </p:sp>
      <p:sp>
        <p:nvSpPr>
          <p:cNvPr id="9" name="Image 3">
            <a:extLst>
              <a:ext uri="{FF2B5EF4-FFF2-40B4-BE49-F238E27FC236}">
                <a16:creationId xmlns:a16="http://schemas.microsoft.com/office/drawing/2014/main" id="{92CF4AE7-830D-7FA6-5274-70C69D2B7F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7534041" y="540000"/>
            <a:ext cx="3568064" cy="57780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-NO"/>
              <a:t>Image 3</a:t>
            </a:r>
          </a:p>
        </p:txBody>
      </p:sp>
      <p:sp>
        <p:nvSpPr>
          <p:cNvPr id="10" name="Image 4">
            <a:extLst>
              <a:ext uri="{FF2B5EF4-FFF2-40B4-BE49-F238E27FC236}">
                <a16:creationId xmlns:a16="http://schemas.microsoft.com/office/drawing/2014/main" id="{9A9841C3-081E-16F8-1E47-FE33A53F93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 hasCustomPrompt="1"/>
          </p:nvPr>
        </p:nvSpPr>
        <p:spPr>
          <a:xfrm>
            <a:off x="-2153108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r">
              <a:buNone/>
              <a:defRPr sz="1200"/>
            </a:lvl1pPr>
          </a:lstStyle>
          <a:p>
            <a:r>
              <a:rPr lang="nb-NO"/>
              <a:t>Image 4</a:t>
            </a:r>
          </a:p>
        </p:txBody>
      </p:sp>
      <p:sp>
        <p:nvSpPr>
          <p:cNvPr id="6" name="Image 5">
            <a:extLst>
              <a:ext uri="{FF2B5EF4-FFF2-40B4-BE49-F238E27FC236}">
                <a16:creationId xmlns:a16="http://schemas.microsoft.com/office/drawing/2014/main" id="{B30F469A-CCF3-9604-A8A6-BB482B9CE6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11317173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l">
              <a:buNone/>
              <a:defRPr sz="1200"/>
            </a:lvl1pPr>
          </a:lstStyle>
          <a:p>
            <a:r>
              <a:rPr lang="nb-NO"/>
              <a:t>Image 5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87A5BC-852E-CBA5-8E62-C99D1CA099D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31932AE6-AD34-BB4D-A16E-936B911CCA16}" type="datetime1">
              <a:rPr lang="nb-NO" smtClean="0"/>
              <a:t>16.06.2026</a:t>
            </a:fld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02AA6A4-A222-AE71-065C-BC56AEA47A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900000"/>
            <a:ext cx="6098400" cy="720000"/>
          </a:xfrm>
          <a:solidFill>
            <a:schemeClr val="bg1"/>
          </a:solidFill>
        </p:spPr>
        <p:txBody>
          <a:bodyPr lIns="72000" tIns="72000" rIns="72000" bIns="72000" anchor="b" anchorCtr="0">
            <a:normAutofit/>
          </a:bodyPr>
          <a:lstStyle>
            <a:lvl1pPr>
              <a:defRPr sz="1000"/>
            </a:lvl1pPr>
          </a:lstStyle>
          <a:p>
            <a:r>
              <a:rPr lang="en-GB"/>
              <a:t>Write slide title for accessibility in this placeholder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94376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ousel Card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50">
            <a:extLst>
              <a:ext uri="{FF2B5EF4-FFF2-40B4-BE49-F238E27FC236}">
                <a16:creationId xmlns:a16="http://schemas.microsoft.com/office/drawing/2014/main" id="{52695C98-B1D9-0ECB-3B55-39CE7D804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  <p:sp>
        <p:nvSpPr>
          <p:cNvPr id="20" name="!!Form 1">
            <a:extLst>
              <a:ext uri="{FF2B5EF4-FFF2-40B4-BE49-F238E27FC236}">
                <a16:creationId xmlns:a16="http://schemas.microsoft.com/office/drawing/2014/main" id="{BD9B1B5A-51C2-1DE4-AA77-5CE6889EF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86347" y="4218450"/>
            <a:ext cx="3013591" cy="1447679"/>
          </a:xfrm>
          <a:custGeom>
            <a:avLst/>
            <a:gdLst>
              <a:gd name="connsiteX0" fmla="*/ 0 w 3013199"/>
              <a:gd name="connsiteY0" fmla="*/ 0 h 1447679"/>
              <a:gd name="connsiteX1" fmla="*/ 3013199 w 3013199"/>
              <a:gd name="connsiteY1" fmla="*/ 0 h 1447679"/>
              <a:gd name="connsiteX2" fmla="*/ 3013199 w 3013199"/>
              <a:gd name="connsiteY2" fmla="*/ 1236213 h 1447679"/>
              <a:gd name="connsiteX3" fmla="*/ 2801733 w 3013199"/>
              <a:gd name="connsiteY3" fmla="*/ 1447679 h 1447679"/>
              <a:gd name="connsiteX4" fmla="*/ 211466 w 3013199"/>
              <a:gd name="connsiteY4" fmla="*/ 1447679 h 1447679"/>
              <a:gd name="connsiteX5" fmla="*/ 0 w 3013199"/>
              <a:gd name="connsiteY5" fmla="*/ 1236213 h 1447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3199" h="1447679">
                <a:moveTo>
                  <a:pt x="0" y="0"/>
                </a:moveTo>
                <a:lnTo>
                  <a:pt x="3013199" y="0"/>
                </a:lnTo>
                <a:lnTo>
                  <a:pt x="3013199" y="1236213"/>
                </a:lnTo>
                <a:cubicBezTo>
                  <a:pt x="3013199" y="1353002"/>
                  <a:pt x="2918522" y="1447679"/>
                  <a:pt x="2801733" y="1447679"/>
                </a:cubicBezTo>
                <a:lnTo>
                  <a:pt x="211466" y="1447679"/>
                </a:lnTo>
                <a:cubicBezTo>
                  <a:pt x="94677" y="1447679"/>
                  <a:pt x="0" y="1353002"/>
                  <a:pt x="0" y="1236213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!!Form 2">
            <a:extLst>
              <a:ext uri="{FF2B5EF4-FFF2-40B4-BE49-F238E27FC236}">
                <a16:creationId xmlns:a16="http://schemas.microsoft.com/office/drawing/2014/main" id="{E74F3E28-78B0-0214-77E7-4A533834A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1259" y="4218450"/>
            <a:ext cx="3569481" cy="2102963"/>
          </a:xfrm>
          <a:custGeom>
            <a:avLst/>
            <a:gdLst>
              <a:gd name="connsiteX0" fmla="*/ 0 w 3569016"/>
              <a:gd name="connsiteY0" fmla="*/ 0 h 2102963"/>
              <a:gd name="connsiteX1" fmla="*/ 3569016 w 3569016"/>
              <a:gd name="connsiteY1" fmla="*/ 0 h 2102963"/>
              <a:gd name="connsiteX2" fmla="*/ 3569016 w 3569016"/>
              <a:gd name="connsiteY2" fmla="*/ 1842960 h 2102963"/>
              <a:gd name="connsiteX3" fmla="*/ 3309013 w 3569016"/>
              <a:gd name="connsiteY3" fmla="*/ 2102963 h 2102963"/>
              <a:gd name="connsiteX4" fmla="*/ 260003 w 3569016"/>
              <a:gd name="connsiteY4" fmla="*/ 2102963 h 2102963"/>
              <a:gd name="connsiteX5" fmla="*/ 0 w 3569016"/>
              <a:gd name="connsiteY5" fmla="*/ 1842960 h 2102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69016" h="2102963">
                <a:moveTo>
                  <a:pt x="0" y="0"/>
                </a:moveTo>
                <a:lnTo>
                  <a:pt x="3569016" y="0"/>
                </a:lnTo>
                <a:lnTo>
                  <a:pt x="3569016" y="1842960"/>
                </a:lnTo>
                <a:cubicBezTo>
                  <a:pt x="3569016" y="1986556"/>
                  <a:pt x="3452609" y="2102963"/>
                  <a:pt x="3309013" y="2102963"/>
                </a:cubicBezTo>
                <a:lnTo>
                  <a:pt x="260003" y="2102963"/>
                </a:lnTo>
                <a:cubicBezTo>
                  <a:pt x="116407" y="2102963"/>
                  <a:pt x="0" y="1986556"/>
                  <a:pt x="0" y="184296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23" name="!!Form 3">
            <a:extLst>
              <a:ext uri="{FF2B5EF4-FFF2-40B4-BE49-F238E27FC236}">
                <a16:creationId xmlns:a16="http://schemas.microsoft.com/office/drawing/2014/main" id="{CFDA1C59-8A93-4FD1-A4BC-F5850E102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8092962" y="4218450"/>
            <a:ext cx="3013591" cy="1447679"/>
          </a:xfrm>
          <a:custGeom>
            <a:avLst/>
            <a:gdLst>
              <a:gd name="connsiteX0" fmla="*/ 0 w 3013199"/>
              <a:gd name="connsiteY0" fmla="*/ 0 h 1447679"/>
              <a:gd name="connsiteX1" fmla="*/ 3013199 w 3013199"/>
              <a:gd name="connsiteY1" fmla="*/ 0 h 1447679"/>
              <a:gd name="connsiteX2" fmla="*/ 3013199 w 3013199"/>
              <a:gd name="connsiteY2" fmla="*/ 1236213 h 1447679"/>
              <a:gd name="connsiteX3" fmla="*/ 2801732 w 3013199"/>
              <a:gd name="connsiteY3" fmla="*/ 1447679 h 1447679"/>
              <a:gd name="connsiteX4" fmla="*/ 211467 w 3013199"/>
              <a:gd name="connsiteY4" fmla="*/ 1447679 h 1447679"/>
              <a:gd name="connsiteX5" fmla="*/ 0 w 3013199"/>
              <a:gd name="connsiteY5" fmla="*/ 1236213 h 1447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3199" h="1447679">
                <a:moveTo>
                  <a:pt x="0" y="0"/>
                </a:moveTo>
                <a:lnTo>
                  <a:pt x="3013199" y="0"/>
                </a:lnTo>
                <a:lnTo>
                  <a:pt x="3013199" y="1236213"/>
                </a:lnTo>
                <a:cubicBezTo>
                  <a:pt x="3013199" y="1353002"/>
                  <a:pt x="2918522" y="1447679"/>
                  <a:pt x="2801732" y="1447679"/>
                </a:cubicBezTo>
                <a:lnTo>
                  <a:pt x="211467" y="1447679"/>
                </a:lnTo>
                <a:cubicBezTo>
                  <a:pt x="94677" y="1447679"/>
                  <a:pt x="0" y="1353002"/>
                  <a:pt x="0" y="1236213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AEC0B013-7388-5E74-D479-A5DEACB2D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628775"/>
            <a:ext cx="866392" cy="3603600"/>
          </a:xfrm>
          <a:custGeom>
            <a:avLst/>
            <a:gdLst>
              <a:gd name="connsiteX0" fmla="*/ 0 w 866279"/>
              <a:gd name="connsiteY0" fmla="*/ 0 h 3603600"/>
              <a:gd name="connsiteX1" fmla="*/ 670994 w 866279"/>
              <a:gd name="connsiteY1" fmla="*/ 0 h 3603600"/>
              <a:gd name="connsiteX2" fmla="*/ 866279 w 866279"/>
              <a:gd name="connsiteY2" fmla="*/ 195285 h 3603600"/>
              <a:gd name="connsiteX3" fmla="*/ 866279 w 866279"/>
              <a:gd name="connsiteY3" fmla="*/ 3408315 h 3603600"/>
              <a:gd name="connsiteX4" fmla="*/ 670994 w 866279"/>
              <a:gd name="connsiteY4" fmla="*/ 3603600 h 3603600"/>
              <a:gd name="connsiteX5" fmla="*/ 0 w 866279"/>
              <a:gd name="connsiteY5" fmla="*/ 3603600 h 36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6279" h="3603600">
                <a:moveTo>
                  <a:pt x="0" y="0"/>
                </a:moveTo>
                <a:lnTo>
                  <a:pt x="670994" y="0"/>
                </a:lnTo>
                <a:cubicBezTo>
                  <a:pt x="778847" y="0"/>
                  <a:pt x="866279" y="87432"/>
                  <a:pt x="866279" y="195285"/>
                </a:cubicBezTo>
                <a:lnTo>
                  <a:pt x="866279" y="3408315"/>
                </a:lnTo>
                <a:cubicBezTo>
                  <a:pt x="866279" y="3516168"/>
                  <a:pt x="778847" y="3603600"/>
                  <a:pt x="670994" y="3603600"/>
                </a:cubicBezTo>
                <a:lnTo>
                  <a:pt x="0" y="36036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EA4882B8-B832-B56B-E985-C613EDCB2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1325609" y="1628776"/>
            <a:ext cx="866392" cy="3603600"/>
          </a:xfrm>
          <a:custGeom>
            <a:avLst/>
            <a:gdLst>
              <a:gd name="connsiteX0" fmla="*/ 0 w 866279"/>
              <a:gd name="connsiteY0" fmla="*/ 0 h 3603600"/>
              <a:gd name="connsiteX1" fmla="*/ 670994 w 866279"/>
              <a:gd name="connsiteY1" fmla="*/ 0 h 3603600"/>
              <a:gd name="connsiteX2" fmla="*/ 866279 w 866279"/>
              <a:gd name="connsiteY2" fmla="*/ 195285 h 3603600"/>
              <a:gd name="connsiteX3" fmla="*/ 866279 w 866279"/>
              <a:gd name="connsiteY3" fmla="*/ 3408315 h 3603600"/>
              <a:gd name="connsiteX4" fmla="*/ 670994 w 866279"/>
              <a:gd name="connsiteY4" fmla="*/ 3603600 h 3603600"/>
              <a:gd name="connsiteX5" fmla="*/ 0 w 866279"/>
              <a:gd name="connsiteY5" fmla="*/ 3603600 h 36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6279" h="3603600">
                <a:moveTo>
                  <a:pt x="0" y="0"/>
                </a:moveTo>
                <a:lnTo>
                  <a:pt x="670994" y="0"/>
                </a:lnTo>
                <a:cubicBezTo>
                  <a:pt x="778847" y="0"/>
                  <a:pt x="866279" y="87432"/>
                  <a:pt x="866279" y="195285"/>
                </a:cubicBezTo>
                <a:lnTo>
                  <a:pt x="866279" y="3408315"/>
                </a:lnTo>
                <a:cubicBezTo>
                  <a:pt x="866279" y="3516168"/>
                  <a:pt x="778847" y="3603600"/>
                  <a:pt x="670994" y="3603600"/>
                </a:cubicBezTo>
                <a:lnTo>
                  <a:pt x="0" y="36036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7" name="Image 1">
            <a:extLst>
              <a:ext uri="{FF2B5EF4-FFF2-40B4-BE49-F238E27FC236}">
                <a16:creationId xmlns:a16="http://schemas.microsoft.com/office/drawing/2014/main" id="{F38BACCD-B354-5D0D-EB63-83F1B9D91F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88146" y="1191600"/>
            <a:ext cx="3013592" cy="3034800"/>
          </a:xfrm>
          <a:custGeom>
            <a:avLst/>
            <a:gdLst>
              <a:gd name="connsiteX0" fmla="*/ 213726 w 3013200"/>
              <a:gd name="connsiteY0" fmla="*/ 0 h 3034800"/>
              <a:gd name="connsiteX1" fmla="*/ 2799474 w 3013200"/>
              <a:gd name="connsiteY1" fmla="*/ 0 h 3034800"/>
              <a:gd name="connsiteX2" fmla="*/ 3013200 w 3013200"/>
              <a:gd name="connsiteY2" fmla="*/ 213726 h 3034800"/>
              <a:gd name="connsiteX3" fmla="*/ 3013200 w 3013200"/>
              <a:gd name="connsiteY3" fmla="*/ 3034800 h 3034800"/>
              <a:gd name="connsiteX4" fmla="*/ 0 w 3013200"/>
              <a:gd name="connsiteY4" fmla="*/ 3034800 h 3034800"/>
              <a:gd name="connsiteX5" fmla="*/ 0 w 3013200"/>
              <a:gd name="connsiteY5" fmla="*/ 213726 h 3034800"/>
              <a:gd name="connsiteX6" fmla="*/ 213726 w 3013200"/>
              <a:gd name="connsiteY6" fmla="*/ 0 h 30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200" h="3034800">
                <a:moveTo>
                  <a:pt x="213726" y="0"/>
                </a:moveTo>
                <a:lnTo>
                  <a:pt x="2799474" y="0"/>
                </a:lnTo>
                <a:cubicBezTo>
                  <a:pt x="2917512" y="0"/>
                  <a:pt x="3013200" y="95688"/>
                  <a:pt x="3013200" y="213726"/>
                </a:cubicBezTo>
                <a:lnTo>
                  <a:pt x="3013200" y="3034800"/>
                </a:lnTo>
                <a:lnTo>
                  <a:pt x="0" y="3034800"/>
                </a:lnTo>
                <a:lnTo>
                  <a:pt x="0" y="213726"/>
                </a:lnTo>
                <a:cubicBezTo>
                  <a:pt x="0" y="95688"/>
                  <a:pt x="95688" y="0"/>
                  <a:pt x="21372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-NO"/>
              <a:t>Image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88147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Short title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88147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Additional text</a:t>
            </a:r>
          </a:p>
          <a:p>
            <a:pPr lvl="1"/>
            <a:r>
              <a:rPr lang="en-GB"/>
              <a:t>Second level</a:t>
            </a:r>
            <a:endParaRPr lang="nb-NO"/>
          </a:p>
        </p:txBody>
      </p:sp>
      <p:sp>
        <p:nvSpPr>
          <p:cNvPr id="39" name="Image 2">
            <a:extLst>
              <a:ext uri="{FF2B5EF4-FFF2-40B4-BE49-F238E27FC236}">
                <a16:creationId xmlns:a16="http://schemas.microsoft.com/office/drawing/2014/main" id="{B538B689-7B66-C894-A7D8-BF7EEE8429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0" hasCustomPrompt="1"/>
          </p:nvPr>
        </p:nvSpPr>
        <p:spPr>
          <a:xfrm>
            <a:off x="4311967" y="540000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0 w 3567600"/>
              <a:gd name="connsiteY1" fmla="*/ 0 h 3686400"/>
              <a:gd name="connsiteX2" fmla="*/ 3567600 w 3567600"/>
              <a:gd name="connsiteY2" fmla="*/ 253050 h 3686400"/>
              <a:gd name="connsiteX3" fmla="*/ 3567600 w 3567600"/>
              <a:gd name="connsiteY3" fmla="*/ 3686400 h 3686400"/>
              <a:gd name="connsiteX4" fmla="*/ 0 w 3567600"/>
              <a:gd name="connsiteY4" fmla="*/ 3686400 h 3686400"/>
              <a:gd name="connsiteX5" fmla="*/ 0 w 3567600"/>
              <a:gd name="connsiteY5" fmla="*/ 253050 h 3686400"/>
              <a:gd name="connsiteX6" fmla="*/ 253050 w 3567600"/>
              <a:gd name="connsiteY6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0" y="0"/>
                </a:lnTo>
                <a:cubicBezTo>
                  <a:pt x="3454306" y="0"/>
                  <a:pt x="3567600" y="113294"/>
                  <a:pt x="3567600" y="253050"/>
                </a:cubicBezTo>
                <a:lnTo>
                  <a:pt x="3567600" y="3686400"/>
                </a:lnTo>
                <a:lnTo>
                  <a:pt x="0" y="3686400"/>
                </a:lnTo>
                <a:lnTo>
                  <a:pt x="0" y="253050"/>
                </a:lnTo>
                <a:cubicBezTo>
                  <a:pt x="0" y="113294"/>
                  <a:pt x="113294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-NO"/>
              <a:t>Image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11259" y="4584561"/>
            <a:ext cx="3569481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Short title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11259" y="4977432"/>
            <a:ext cx="3569481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Additional text</a:t>
            </a:r>
          </a:p>
          <a:p>
            <a:pPr lvl="1"/>
            <a:r>
              <a:rPr lang="en-GB"/>
              <a:t>Second level</a:t>
            </a:r>
            <a:endParaRPr lang="nb-NO"/>
          </a:p>
        </p:txBody>
      </p:sp>
      <p:sp>
        <p:nvSpPr>
          <p:cNvPr id="41" name="Image 3">
            <a:extLst>
              <a:ext uri="{FF2B5EF4-FFF2-40B4-BE49-F238E27FC236}">
                <a16:creationId xmlns:a16="http://schemas.microsoft.com/office/drawing/2014/main" id="{9472DD20-051F-AADC-8DD1-8690BDCE7D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1" hasCustomPrompt="1"/>
          </p:nvPr>
        </p:nvSpPr>
        <p:spPr>
          <a:xfrm>
            <a:off x="8092377" y="1191872"/>
            <a:ext cx="3014760" cy="3034528"/>
          </a:xfrm>
          <a:custGeom>
            <a:avLst/>
            <a:gdLst>
              <a:gd name="connsiteX0" fmla="*/ 213809 w 3014368"/>
              <a:gd name="connsiteY0" fmla="*/ 0 h 3034528"/>
              <a:gd name="connsiteX1" fmla="*/ 2800559 w 3014368"/>
              <a:gd name="connsiteY1" fmla="*/ 0 h 3034528"/>
              <a:gd name="connsiteX2" fmla="*/ 3014368 w 3014368"/>
              <a:gd name="connsiteY2" fmla="*/ 213809 h 3034528"/>
              <a:gd name="connsiteX3" fmla="*/ 3014368 w 3014368"/>
              <a:gd name="connsiteY3" fmla="*/ 3034528 h 3034528"/>
              <a:gd name="connsiteX4" fmla="*/ 0 w 3014368"/>
              <a:gd name="connsiteY4" fmla="*/ 3034528 h 3034528"/>
              <a:gd name="connsiteX5" fmla="*/ 0 w 3014368"/>
              <a:gd name="connsiteY5" fmla="*/ 213809 h 3034528"/>
              <a:gd name="connsiteX6" fmla="*/ 213809 w 3014368"/>
              <a:gd name="connsiteY6" fmla="*/ 0 h 303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34528">
                <a:moveTo>
                  <a:pt x="213809" y="0"/>
                </a:moveTo>
                <a:lnTo>
                  <a:pt x="2800559" y="0"/>
                </a:lnTo>
                <a:cubicBezTo>
                  <a:pt x="2918642" y="0"/>
                  <a:pt x="3014368" y="95726"/>
                  <a:pt x="3014368" y="213809"/>
                </a:cubicBezTo>
                <a:lnTo>
                  <a:pt x="3014368" y="3034528"/>
                </a:lnTo>
                <a:lnTo>
                  <a:pt x="0" y="3034528"/>
                </a:lnTo>
                <a:lnTo>
                  <a:pt x="0" y="213809"/>
                </a:lnTo>
                <a:cubicBezTo>
                  <a:pt x="0" y="95726"/>
                  <a:pt x="95726" y="0"/>
                  <a:pt x="21380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-NO"/>
              <a:t>Image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92962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Short title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92962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Additional text</a:t>
            </a:r>
          </a:p>
          <a:p>
            <a:pPr lvl="1"/>
            <a:r>
              <a:rPr lang="en-GB"/>
              <a:t>Second level</a:t>
            </a:r>
            <a:endParaRPr lang="nb-NO"/>
          </a:p>
        </p:txBody>
      </p:sp>
      <p:sp>
        <p:nvSpPr>
          <p:cNvPr id="43" name="Image 4">
            <a:extLst>
              <a:ext uri="{FF2B5EF4-FFF2-40B4-BE49-F238E27FC236}">
                <a16:creationId xmlns:a16="http://schemas.microsoft.com/office/drawing/2014/main" id="{EE9A1C44-9CEA-B295-5A41-91EE015040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3" hasCustomPrompt="1"/>
          </p:nvPr>
        </p:nvSpPr>
        <p:spPr>
          <a:xfrm>
            <a:off x="-2148368" y="1625625"/>
            <a:ext cx="3014760" cy="3016800"/>
          </a:xfrm>
          <a:custGeom>
            <a:avLst/>
            <a:gdLst>
              <a:gd name="connsiteX0" fmla="*/ 165248 w 3014368"/>
              <a:gd name="connsiteY0" fmla="*/ 0 h 3016800"/>
              <a:gd name="connsiteX1" fmla="*/ 2849120 w 3014368"/>
              <a:gd name="connsiteY1" fmla="*/ 0 h 3016800"/>
              <a:gd name="connsiteX2" fmla="*/ 3014368 w 3014368"/>
              <a:gd name="connsiteY2" fmla="*/ 165248 h 3016800"/>
              <a:gd name="connsiteX3" fmla="*/ 3014368 w 3014368"/>
              <a:gd name="connsiteY3" fmla="*/ 3016800 h 3016800"/>
              <a:gd name="connsiteX4" fmla="*/ 0 w 3014368"/>
              <a:gd name="connsiteY4" fmla="*/ 3016800 h 3016800"/>
              <a:gd name="connsiteX5" fmla="*/ 0 w 3014368"/>
              <a:gd name="connsiteY5" fmla="*/ 165248 h 3016800"/>
              <a:gd name="connsiteX6" fmla="*/ 165248 w 3014368"/>
              <a:gd name="connsiteY6" fmla="*/ 0 h 301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16800">
                <a:moveTo>
                  <a:pt x="165248" y="0"/>
                </a:moveTo>
                <a:lnTo>
                  <a:pt x="2849120" y="0"/>
                </a:lnTo>
                <a:cubicBezTo>
                  <a:pt x="2940384" y="0"/>
                  <a:pt x="3014368" y="73984"/>
                  <a:pt x="3014368" y="165248"/>
                </a:cubicBezTo>
                <a:lnTo>
                  <a:pt x="3014368" y="3016800"/>
                </a:lnTo>
                <a:lnTo>
                  <a:pt x="0" y="3016800"/>
                </a:lnTo>
                <a:lnTo>
                  <a:pt x="0" y="165248"/>
                </a:lnTo>
                <a:cubicBezTo>
                  <a:pt x="0" y="73984"/>
                  <a:pt x="73984" y="0"/>
                  <a:pt x="165248" y="0"/>
                </a:cubicBezTo>
                <a:close/>
              </a:path>
            </a:pathLst>
          </a:custGeom>
          <a:noFill/>
        </p:spPr>
        <p:txBody>
          <a:bodyPr wrap="square" lIns="72000" tIns="360000" rIns="72000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-NO"/>
              <a:t>Image 4</a:t>
            </a:r>
          </a:p>
        </p:txBody>
      </p:sp>
      <p:sp>
        <p:nvSpPr>
          <p:cNvPr id="45" name="Image 5">
            <a:extLst>
              <a:ext uri="{FF2B5EF4-FFF2-40B4-BE49-F238E27FC236}">
                <a16:creationId xmlns:a16="http://schemas.microsoft.com/office/drawing/2014/main" id="{D972DE10-1098-EE16-B8DC-3397AD74E9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2" hasCustomPrompt="1"/>
          </p:nvPr>
        </p:nvSpPr>
        <p:spPr>
          <a:xfrm>
            <a:off x="11325608" y="1628775"/>
            <a:ext cx="3014760" cy="3009163"/>
          </a:xfrm>
          <a:custGeom>
            <a:avLst/>
            <a:gdLst>
              <a:gd name="connsiteX0" fmla="*/ 165248 w 3014368"/>
              <a:gd name="connsiteY0" fmla="*/ 0 h 3009163"/>
              <a:gd name="connsiteX1" fmla="*/ 2849120 w 3014368"/>
              <a:gd name="connsiteY1" fmla="*/ 0 h 3009163"/>
              <a:gd name="connsiteX2" fmla="*/ 3014368 w 3014368"/>
              <a:gd name="connsiteY2" fmla="*/ 165248 h 3009163"/>
              <a:gd name="connsiteX3" fmla="*/ 3014368 w 3014368"/>
              <a:gd name="connsiteY3" fmla="*/ 3009163 h 3009163"/>
              <a:gd name="connsiteX4" fmla="*/ 0 w 3014368"/>
              <a:gd name="connsiteY4" fmla="*/ 3009163 h 3009163"/>
              <a:gd name="connsiteX5" fmla="*/ 0 w 3014368"/>
              <a:gd name="connsiteY5" fmla="*/ 165248 h 3009163"/>
              <a:gd name="connsiteX6" fmla="*/ 165248 w 3014368"/>
              <a:gd name="connsiteY6" fmla="*/ 0 h 3009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09163">
                <a:moveTo>
                  <a:pt x="165248" y="0"/>
                </a:moveTo>
                <a:lnTo>
                  <a:pt x="2849120" y="0"/>
                </a:lnTo>
                <a:cubicBezTo>
                  <a:pt x="2940384" y="0"/>
                  <a:pt x="3014368" y="73984"/>
                  <a:pt x="3014368" y="165248"/>
                </a:cubicBezTo>
                <a:lnTo>
                  <a:pt x="3014368" y="3009163"/>
                </a:lnTo>
                <a:lnTo>
                  <a:pt x="0" y="3009163"/>
                </a:lnTo>
                <a:lnTo>
                  <a:pt x="0" y="165248"/>
                </a:lnTo>
                <a:cubicBezTo>
                  <a:pt x="0" y="73984"/>
                  <a:pt x="73984" y="0"/>
                  <a:pt x="165248" y="0"/>
                </a:cubicBezTo>
                <a:close/>
              </a:path>
            </a:pathLst>
          </a:custGeom>
          <a:noFill/>
        </p:spPr>
        <p:txBody>
          <a:bodyPr wrap="square" lIns="72000" tIns="360000" rIns="72000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-NO"/>
              <a:t>Image 5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93F36-5B6A-F9EA-4DF9-C8724807F282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fld id="{9FAA757E-4A7C-6941-8DD2-9985673B1D3A}" type="datetime1">
              <a:rPr lang="nb-NO" smtClean="0"/>
              <a:t>16.06.2026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964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s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A0C23-5FAE-E135-3F41-0CDF3026B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11" name="Form 1">
            <a:extLst>
              <a:ext uri="{FF2B5EF4-FFF2-40B4-BE49-F238E27FC236}">
                <a16:creationId xmlns:a16="http://schemas.microsoft.com/office/drawing/2014/main" id="{AE21D1F5-2BD5-EC6A-2B03-0A347F4E1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141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4" name="Form 2">
            <a:extLst>
              <a:ext uri="{FF2B5EF4-FFF2-40B4-BE49-F238E27FC236}">
                <a16:creationId xmlns:a16="http://schemas.microsoft.com/office/drawing/2014/main" id="{205D9756-C712-6801-4208-500B83F92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30954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7" name="Form 3">
            <a:extLst>
              <a:ext uri="{FF2B5EF4-FFF2-40B4-BE49-F238E27FC236}">
                <a16:creationId xmlns:a16="http://schemas.microsoft.com/office/drawing/2014/main" id="{723AE2CE-3A3C-075B-C55E-F45FF905F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81105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C5800836-9DAC-37B2-E714-C037F88D50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541410" y="2003804"/>
            <a:ext cx="3571200" cy="2390399"/>
          </a:xfrm>
          <a:custGeom>
            <a:avLst/>
            <a:gdLst>
              <a:gd name="connsiteX0" fmla="*/ 255363 w 3569021"/>
              <a:gd name="connsiteY0" fmla="*/ 0 h 2390399"/>
              <a:gd name="connsiteX1" fmla="*/ 3313658 w 3569021"/>
              <a:gd name="connsiteY1" fmla="*/ 0 h 2390399"/>
              <a:gd name="connsiteX2" fmla="*/ 3569021 w 3569021"/>
              <a:gd name="connsiteY2" fmla="*/ 255363 h 2390399"/>
              <a:gd name="connsiteX3" fmla="*/ 3569021 w 3569021"/>
              <a:gd name="connsiteY3" fmla="*/ 2390399 h 2390399"/>
              <a:gd name="connsiteX4" fmla="*/ 0 w 3569021"/>
              <a:gd name="connsiteY4" fmla="*/ 2390399 h 2390399"/>
              <a:gd name="connsiteX5" fmla="*/ 0 w 3569021"/>
              <a:gd name="connsiteY5" fmla="*/ 255363 h 2390399"/>
              <a:gd name="connsiteX6" fmla="*/ 255363 w 3569021"/>
              <a:gd name="connsiteY6" fmla="*/ 0 h 2390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9021" h="2390399">
                <a:moveTo>
                  <a:pt x="255363" y="0"/>
                </a:moveTo>
                <a:lnTo>
                  <a:pt x="3313658" y="0"/>
                </a:lnTo>
                <a:cubicBezTo>
                  <a:pt x="3454691" y="0"/>
                  <a:pt x="3569021" y="114330"/>
                  <a:pt x="3569021" y="255363"/>
                </a:cubicBezTo>
                <a:lnTo>
                  <a:pt x="3569021" y="2390399"/>
                </a:lnTo>
                <a:lnTo>
                  <a:pt x="0" y="2390399"/>
                </a:lnTo>
                <a:lnTo>
                  <a:pt x="0" y="255363"/>
                </a:lnTo>
                <a:cubicBezTo>
                  <a:pt x="0" y="114330"/>
                  <a:pt x="114330" y="0"/>
                  <a:pt x="255363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-NO"/>
              <a:t>Image 1</a:t>
            </a:r>
          </a:p>
        </p:txBody>
      </p:sp>
      <p:sp>
        <p:nvSpPr>
          <p:cNvPr id="9" name="Card Title 1">
            <a:extLst>
              <a:ext uri="{FF2B5EF4-FFF2-40B4-BE49-F238E27FC236}">
                <a16:creationId xmlns:a16="http://schemas.microsoft.com/office/drawing/2014/main" id="{98C28AB7-B72D-BD11-BF20-A7C31B7C44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5989" y="4700434"/>
            <a:ext cx="3560328" cy="276999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Short title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6E88913F-9222-5E48-CBF6-EFABC06FC2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5989" y="4977433"/>
            <a:ext cx="3560328" cy="465118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Additional text</a:t>
            </a:r>
          </a:p>
          <a:p>
            <a:pPr lvl="1"/>
            <a:r>
              <a:rPr lang="en-GB"/>
              <a:t>Second level</a:t>
            </a:r>
            <a:endParaRPr lang="nb-NO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4A44531E-3706-FB46-65E5-417E396A5D9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309540" y="2003804"/>
            <a:ext cx="3569481" cy="2369773"/>
          </a:xfrm>
          <a:custGeom>
            <a:avLst/>
            <a:gdLst>
              <a:gd name="connsiteX0" fmla="*/ 255363 w 3569016"/>
              <a:gd name="connsiteY0" fmla="*/ 0 h 2369773"/>
              <a:gd name="connsiteX1" fmla="*/ 3313653 w 3569016"/>
              <a:gd name="connsiteY1" fmla="*/ 0 h 2369773"/>
              <a:gd name="connsiteX2" fmla="*/ 3569016 w 3569016"/>
              <a:gd name="connsiteY2" fmla="*/ 255363 h 2369773"/>
              <a:gd name="connsiteX3" fmla="*/ 3569016 w 3569016"/>
              <a:gd name="connsiteY3" fmla="*/ 2369773 h 2369773"/>
              <a:gd name="connsiteX4" fmla="*/ 0 w 3569016"/>
              <a:gd name="connsiteY4" fmla="*/ 2369773 h 2369773"/>
              <a:gd name="connsiteX5" fmla="*/ 0 w 3569016"/>
              <a:gd name="connsiteY5" fmla="*/ 255363 h 2369773"/>
              <a:gd name="connsiteX6" fmla="*/ 255363 w 3569016"/>
              <a:gd name="connsiteY6" fmla="*/ 0 h 2369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9016" h="2369773">
                <a:moveTo>
                  <a:pt x="255363" y="0"/>
                </a:moveTo>
                <a:lnTo>
                  <a:pt x="3313653" y="0"/>
                </a:lnTo>
                <a:cubicBezTo>
                  <a:pt x="3454686" y="0"/>
                  <a:pt x="3569016" y="114330"/>
                  <a:pt x="3569016" y="255363"/>
                </a:cubicBezTo>
                <a:lnTo>
                  <a:pt x="3569016" y="2369773"/>
                </a:lnTo>
                <a:lnTo>
                  <a:pt x="0" y="2369773"/>
                </a:lnTo>
                <a:lnTo>
                  <a:pt x="0" y="255363"/>
                </a:lnTo>
                <a:cubicBezTo>
                  <a:pt x="0" y="114330"/>
                  <a:pt x="114330" y="0"/>
                  <a:pt x="255363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-NO"/>
              <a:t>Image 2</a:t>
            </a:r>
          </a:p>
        </p:txBody>
      </p:sp>
      <p:sp>
        <p:nvSpPr>
          <p:cNvPr id="12" name="Card Title 2">
            <a:extLst>
              <a:ext uri="{FF2B5EF4-FFF2-40B4-BE49-F238E27FC236}">
                <a16:creationId xmlns:a16="http://schemas.microsoft.com/office/drawing/2014/main" id="{5BA6D557-6889-E2EA-A180-0F5F9EFDAA1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09540" y="4700434"/>
            <a:ext cx="3569481" cy="276999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Short title</a:t>
            </a: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77D52F34-39F9-1FB3-7551-7C893F60CFA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09540" y="4977433"/>
            <a:ext cx="3569481" cy="465118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Additional text</a:t>
            </a:r>
          </a:p>
          <a:p>
            <a:pPr lvl="1"/>
            <a:r>
              <a:rPr lang="en-GB"/>
              <a:t>Second level</a:t>
            </a:r>
            <a:endParaRPr lang="nb-NO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538B383B-DBAC-8569-2139-E74605AD67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0" hasCustomPrompt="1"/>
          </p:nvPr>
        </p:nvSpPr>
        <p:spPr>
          <a:xfrm>
            <a:off x="8081105" y="2003804"/>
            <a:ext cx="3571200" cy="2369773"/>
          </a:xfrm>
          <a:custGeom>
            <a:avLst/>
            <a:gdLst>
              <a:gd name="connsiteX0" fmla="*/ 255363 w 3569021"/>
              <a:gd name="connsiteY0" fmla="*/ 0 h 2369773"/>
              <a:gd name="connsiteX1" fmla="*/ 3313658 w 3569021"/>
              <a:gd name="connsiteY1" fmla="*/ 0 h 2369773"/>
              <a:gd name="connsiteX2" fmla="*/ 3569021 w 3569021"/>
              <a:gd name="connsiteY2" fmla="*/ 255363 h 2369773"/>
              <a:gd name="connsiteX3" fmla="*/ 3569021 w 3569021"/>
              <a:gd name="connsiteY3" fmla="*/ 2369773 h 2369773"/>
              <a:gd name="connsiteX4" fmla="*/ 0 w 3569021"/>
              <a:gd name="connsiteY4" fmla="*/ 2369773 h 2369773"/>
              <a:gd name="connsiteX5" fmla="*/ 0 w 3569021"/>
              <a:gd name="connsiteY5" fmla="*/ 255363 h 2369773"/>
              <a:gd name="connsiteX6" fmla="*/ 255363 w 3569021"/>
              <a:gd name="connsiteY6" fmla="*/ 0 h 2369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9021" h="2369773">
                <a:moveTo>
                  <a:pt x="255363" y="0"/>
                </a:moveTo>
                <a:lnTo>
                  <a:pt x="3313658" y="0"/>
                </a:lnTo>
                <a:cubicBezTo>
                  <a:pt x="3454691" y="0"/>
                  <a:pt x="3569021" y="114330"/>
                  <a:pt x="3569021" y="255363"/>
                </a:cubicBezTo>
                <a:lnTo>
                  <a:pt x="3569021" y="2369773"/>
                </a:lnTo>
                <a:lnTo>
                  <a:pt x="0" y="2369773"/>
                </a:lnTo>
                <a:lnTo>
                  <a:pt x="0" y="255363"/>
                </a:lnTo>
                <a:cubicBezTo>
                  <a:pt x="0" y="114330"/>
                  <a:pt x="114330" y="0"/>
                  <a:pt x="255363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-NO"/>
              <a:t>Image 3</a:t>
            </a:r>
          </a:p>
        </p:txBody>
      </p:sp>
      <p:sp>
        <p:nvSpPr>
          <p:cNvPr id="15" name="Card Title 3">
            <a:extLst>
              <a:ext uri="{FF2B5EF4-FFF2-40B4-BE49-F238E27FC236}">
                <a16:creationId xmlns:a16="http://schemas.microsoft.com/office/drawing/2014/main" id="{8D9E2659-1FB7-CD10-4CEA-5F268340202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87034" y="4700434"/>
            <a:ext cx="3557629" cy="276999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Short title</a:t>
            </a: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2E9B81C8-32BC-1323-014E-2B9F46B443E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7034" y="4977433"/>
            <a:ext cx="3557629" cy="465118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Additional text</a:t>
            </a:r>
          </a:p>
          <a:p>
            <a:pPr lvl="1"/>
            <a:r>
              <a:rPr lang="en-GB"/>
              <a:t>Second level</a:t>
            </a:r>
            <a:endParaRPr lang="nb-NO"/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90113651-6267-B416-E92A-533AAE659D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2308F77-A82F-367C-A30B-5CCA6E91EE86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2D7387FA-935B-3942-9F04-436B742D76BA}" type="datetime1">
              <a:rPr lang="nb-NO" smtClean="0"/>
              <a:t>16.06.2026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BBB53E-5605-8CAC-338A-65A8B101D6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F65DE-88B0-4770-29D6-7B18977A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5E1EBF08-C947-7DBA-5E7A-9AC9D9BAC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50872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Form 1">
            <a:extLst>
              <a:ext uri="{FF2B5EF4-FFF2-40B4-BE49-F238E27FC236}">
                <a16:creationId xmlns:a16="http://schemas.microsoft.com/office/drawing/2014/main" id="{BF870914-9EDF-D799-187F-F659B6328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4141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1" name="!!Form 2">
            <a:extLst>
              <a:ext uri="{FF2B5EF4-FFF2-40B4-BE49-F238E27FC236}">
                <a16:creationId xmlns:a16="http://schemas.microsoft.com/office/drawing/2014/main" id="{7FC41C89-EA1F-5908-C6CE-A46F13F77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30954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2" name="!!Form 3">
            <a:extLst>
              <a:ext uri="{FF2B5EF4-FFF2-40B4-BE49-F238E27FC236}">
                <a16:creationId xmlns:a16="http://schemas.microsoft.com/office/drawing/2014/main" id="{B67A9F4C-1408-C8B6-1109-1875F8578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081105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3" name="Image 1">
            <a:extLst>
              <a:ext uri="{FF2B5EF4-FFF2-40B4-BE49-F238E27FC236}">
                <a16:creationId xmlns:a16="http://schemas.microsoft.com/office/drawing/2014/main" id="{BF4E8175-5EAF-C4E1-98D2-C0267DA8469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41410" y="540001"/>
            <a:ext cx="3569486" cy="3686400"/>
          </a:xfrm>
          <a:prstGeom prst="round2SameRect">
            <a:avLst>
              <a:gd name="adj1" fmla="val 7155"/>
              <a:gd name="adj2" fmla="val 0"/>
            </a:avLst>
          </a:prstGeom>
          <a:solidFill>
            <a:schemeClr val="tx2"/>
          </a:solidFill>
        </p:spPr>
        <p:txBody>
          <a:bodyPr tIns="360000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-NO"/>
              <a:t>Image 1</a:t>
            </a:r>
          </a:p>
        </p:txBody>
      </p:sp>
      <p:sp>
        <p:nvSpPr>
          <p:cNvPr id="2" name="Card Title 1">
            <a:extLst>
              <a:ext uri="{FF2B5EF4-FFF2-40B4-BE49-F238E27FC236}">
                <a16:creationId xmlns:a16="http://schemas.microsoft.com/office/drawing/2014/main" id="{BD352953-9D57-0A70-9D30-B67A54662C7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1410" y="4584561"/>
            <a:ext cx="3560328" cy="387798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Short title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0296459-B7D6-BC14-4BBF-F71827182BA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1410" y="4977432"/>
            <a:ext cx="3560328" cy="530521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Additional text</a:t>
            </a:r>
          </a:p>
          <a:p>
            <a:pPr lvl="1"/>
            <a:r>
              <a:rPr lang="en-GB"/>
              <a:t>Second level</a:t>
            </a:r>
            <a:endParaRPr lang="nb-NO"/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539F1F1F-AE41-EA56-480A-FBBABAB1188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309540" y="540001"/>
            <a:ext cx="3569481" cy="3686400"/>
          </a:xfrm>
          <a:prstGeom prst="round2SameRect">
            <a:avLst>
              <a:gd name="adj1" fmla="val 7155"/>
              <a:gd name="adj2" fmla="val 0"/>
            </a:avLst>
          </a:prstGeom>
          <a:solidFill>
            <a:schemeClr val="tx2"/>
          </a:solidFill>
        </p:spPr>
        <p:txBody>
          <a:bodyPr tIns="360000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-NO"/>
              <a:t>Image 2</a:t>
            </a:r>
          </a:p>
        </p:txBody>
      </p:sp>
      <p:sp>
        <p:nvSpPr>
          <p:cNvPr id="18" name="Card Title 2">
            <a:extLst>
              <a:ext uri="{FF2B5EF4-FFF2-40B4-BE49-F238E27FC236}">
                <a16:creationId xmlns:a16="http://schemas.microsoft.com/office/drawing/2014/main" id="{DEE0D4B3-1E06-9B84-D5E5-EB7472DB0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09540" y="4584561"/>
            <a:ext cx="3569481" cy="387798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Short title</a:t>
            </a: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3CB0CD72-9720-F40C-1A8A-27E8E6BEC23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09540" y="4977432"/>
            <a:ext cx="3569481" cy="530521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Additional text</a:t>
            </a:r>
          </a:p>
          <a:p>
            <a:pPr lvl="1"/>
            <a:r>
              <a:rPr lang="en-GB"/>
              <a:t>Second level</a:t>
            </a:r>
            <a:endParaRPr lang="nb-NO"/>
          </a:p>
        </p:txBody>
      </p:sp>
      <p:sp>
        <p:nvSpPr>
          <p:cNvPr id="16" name="Image 3">
            <a:extLst>
              <a:ext uri="{FF2B5EF4-FFF2-40B4-BE49-F238E27FC236}">
                <a16:creationId xmlns:a16="http://schemas.microsoft.com/office/drawing/2014/main" id="{9E58CE8C-09A5-A2C7-8966-9385B35B648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8081105" y="540001"/>
            <a:ext cx="3569486" cy="3686400"/>
          </a:xfrm>
          <a:prstGeom prst="round2SameRect">
            <a:avLst>
              <a:gd name="adj1" fmla="val 7155"/>
              <a:gd name="adj2" fmla="val 0"/>
            </a:avLst>
          </a:prstGeom>
          <a:solidFill>
            <a:schemeClr val="tx2"/>
          </a:solidFill>
        </p:spPr>
        <p:txBody>
          <a:bodyPr tIns="360000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-NO"/>
              <a:t>Image 3</a:t>
            </a:r>
          </a:p>
        </p:txBody>
      </p:sp>
      <p:sp>
        <p:nvSpPr>
          <p:cNvPr id="6" name="Card Title 3">
            <a:extLst>
              <a:ext uri="{FF2B5EF4-FFF2-40B4-BE49-F238E27FC236}">
                <a16:creationId xmlns:a16="http://schemas.microsoft.com/office/drawing/2014/main" id="{8DE9D201-354A-7FBD-D1BE-AFD8403E97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81105" y="4584561"/>
            <a:ext cx="3557629" cy="387798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Short title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CAB51F6-2FF1-0AEB-32E8-05C0F0DC466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1105" y="4977432"/>
            <a:ext cx="3557629" cy="530521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Additional text</a:t>
            </a:r>
          </a:p>
          <a:p>
            <a:pPr lvl="1"/>
            <a:r>
              <a:rPr lang="en-GB"/>
              <a:t>Second level</a:t>
            </a:r>
            <a:endParaRPr lang="nb-NO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E25A9DB-C34C-3DB2-49C0-38317B8F4991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BFE81E57-EE26-9047-B0ED-37948D954AEA}" type="datetime1">
              <a:rPr lang="nb-NO" smtClean="0"/>
              <a:t>16.06.2026</a:t>
            </a:fld>
            <a:endParaRPr lang="en-GB"/>
          </a:p>
        </p:txBody>
      </p:sp>
      <p:sp>
        <p:nvSpPr>
          <p:cNvPr id="14" name="TekstSylinder 50">
            <a:extLst>
              <a:ext uri="{FF2B5EF4-FFF2-40B4-BE49-F238E27FC236}">
                <a16:creationId xmlns:a16="http://schemas.microsoft.com/office/drawing/2014/main" id="{CA73271C-13A9-115F-1460-957E91C33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01578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s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Form 1">
            <a:extLst>
              <a:ext uri="{FF2B5EF4-FFF2-40B4-BE49-F238E27FC236}">
                <a16:creationId xmlns:a16="http://schemas.microsoft.com/office/drawing/2014/main" id="{D93C994E-400F-15E3-37C1-0B6432599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099256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7" name="!!Form 2">
            <a:extLst>
              <a:ext uri="{FF2B5EF4-FFF2-40B4-BE49-F238E27FC236}">
                <a16:creationId xmlns:a16="http://schemas.microsoft.com/office/drawing/2014/main" id="{99AA62DC-2F89-71B3-FBD1-BBC702336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73346" y="4218448"/>
            <a:ext cx="3013007" cy="1447680"/>
          </a:xfrm>
          <a:prstGeom prst="round2SameRect">
            <a:avLst>
              <a:gd name="adj1" fmla="val 0"/>
              <a:gd name="adj2" fmla="val 1413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9" name="!!Form 3">
            <a:extLst>
              <a:ext uri="{FF2B5EF4-FFF2-40B4-BE49-F238E27FC236}">
                <a16:creationId xmlns:a16="http://schemas.microsoft.com/office/drawing/2014/main" id="{3F8594FD-18AD-67F3-522F-A4EB078BB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92962" y="4218448"/>
            <a:ext cx="3013007" cy="1447679"/>
          </a:xfrm>
          <a:prstGeom prst="round2SameRect">
            <a:avLst>
              <a:gd name="adj1" fmla="val 0"/>
              <a:gd name="adj2" fmla="val 1375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19B073D-4E7C-4F54-4601-12DC9C862FB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9256" y="539999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1 w 3567600"/>
              <a:gd name="connsiteY1" fmla="*/ 0 h 3686400"/>
              <a:gd name="connsiteX2" fmla="*/ 3567600 w 3567600"/>
              <a:gd name="connsiteY2" fmla="*/ 252070 h 3686400"/>
              <a:gd name="connsiteX3" fmla="*/ 3567600 w 3567600"/>
              <a:gd name="connsiteY3" fmla="*/ 2772000 h 3686400"/>
              <a:gd name="connsiteX4" fmla="*/ 3567600 w 3567600"/>
              <a:gd name="connsiteY4" fmla="*/ 3579267 h 3686400"/>
              <a:gd name="connsiteX5" fmla="*/ 3567600 w 3567600"/>
              <a:gd name="connsiteY5" fmla="*/ 3686400 h 3686400"/>
              <a:gd name="connsiteX6" fmla="*/ 0 w 3567600"/>
              <a:gd name="connsiteY6" fmla="*/ 3686400 h 3686400"/>
              <a:gd name="connsiteX7" fmla="*/ 0 w 3567600"/>
              <a:gd name="connsiteY7" fmla="*/ 3579267 h 3686400"/>
              <a:gd name="connsiteX8" fmla="*/ 0 w 3567600"/>
              <a:gd name="connsiteY8" fmla="*/ 2772000 h 3686400"/>
              <a:gd name="connsiteX9" fmla="*/ 0 w 3567600"/>
              <a:gd name="connsiteY9" fmla="*/ 252070 h 3686400"/>
              <a:gd name="connsiteX10" fmla="*/ 253050 w 3567600"/>
              <a:gd name="connsiteY10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1" y="0"/>
                </a:lnTo>
                <a:cubicBezTo>
                  <a:pt x="3454306" y="0"/>
                  <a:pt x="3567600" y="112855"/>
                  <a:pt x="3567600" y="252070"/>
                </a:cubicBezTo>
                <a:lnTo>
                  <a:pt x="3567600" y="2772000"/>
                </a:lnTo>
                <a:lnTo>
                  <a:pt x="3567600" y="3579267"/>
                </a:lnTo>
                <a:lnTo>
                  <a:pt x="3567600" y="3686400"/>
                </a:lnTo>
                <a:lnTo>
                  <a:pt x="0" y="3686400"/>
                </a:lnTo>
                <a:lnTo>
                  <a:pt x="0" y="3579267"/>
                </a:lnTo>
                <a:lnTo>
                  <a:pt x="0" y="2772000"/>
                </a:lnTo>
                <a:lnTo>
                  <a:pt x="0" y="252070"/>
                </a:lnTo>
                <a:cubicBezTo>
                  <a:pt x="0" y="112855"/>
                  <a:pt x="113294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-NO"/>
              <a:t>Image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9256" y="4584561"/>
            <a:ext cx="3568063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Short title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9256" y="4977432"/>
            <a:ext cx="3568063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Additional text</a:t>
            </a:r>
          </a:p>
          <a:p>
            <a:pPr lvl="1"/>
            <a:r>
              <a:rPr lang="en-GB"/>
              <a:t>Second level</a:t>
            </a:r>
            <a:endParaRPr lang="nb-NO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021E886-71D4-281C-0A55-F4E9FA1C8222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873346" y="1191872"/>
            <a:ext cx="3013591" cy="3034526"/>
          </a:xfrm>
          <a:custGeom>
            <a:avLst/>
            <a:gdLst>
              <a:gd name="connsiteX0" fmla="*/ 213727 w 3013199"/>
              <a:gd name="connsiteY0" fmla="*/ 0 h 3034526"/>
              <a:gd name="connsiteX1" fmla="*/ 2799473 w 3013199"/>
              <a:gd name="connsiteY1" fmla="*/ 0 h 3034526"/>
              <a:gd name="connsiteX2" fmla="*/ 3013199 w 3013199"/>
              <a:gd name="connsiteY2" fmla="*/ 213726 h 3034526"/>
              <a:gd name="connsiteX3" fmla="*/ 3013199 w 3013199"/>
              <a:gd name="connsiteY3" fmla="*/ 3034526 h 3034526"/>
              <a:gd name="connsiteX4" fmla="*/ 0 w 3013199"/>
              <a:gd name="connsiteY4" fmla="*/ 3034526 h 3034526"/>
              <a:gd name="connsiteX5" fmla="*/ 0 w 3013199"/>
              <a:gd name="connsiteY5" fmla="*/ 213726 h 3034526"/>
              <a:gd name="connsiteX6" fmla="*/ 213727 w 3013199"/>
              <a:gd name="connsiteY6" fmla="*/ 0 h 3034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199" h="3034526">
                <a:moveTo>
                  <a:pt x="213727" y="0"/>
                </a:moveTo>
                <a:lnTo>
                  <a:pt x="2799473" y="0"/>
                </a:lnTo>
                <a:cubicBezTo>
                  <a:pt x="2917511" y="0"/>
                  <a:pt x="3013199" y="95688"/>
                  <a:pt x="3013199" y="213726"/>
                </a:cubicBezTo>
                <a:lnTo>
                  <a:pt x="3013199" y="3034526"/>
                </a:lnTo>
                <a:lnTo>
                  <a:pt x="0" y="3034526"/>
                </a:lnTo>
                <a:lnTo>
                  <a:pt x="0" y="213726"/>
                </a:lnTo>
                <a:cubicBezTo>
                  <a:pt x="0" y="95688"/>
                  <a:pt x="95688" y="0"/>
                  <a:pt x="2137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-NO"/>
              <a:t>Image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73346" y="4409517"/>
            <a:ext cx="3013200" cy="276999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Short title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73346" y="4688746"/>
            <a:ext cx="3013591" cy="465118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Additional text</a:t>
            </a:r>
          </a:p>
          <a:p>
            <a:pPr lvl="1"/>
            <a:r>
              <a:rPr lang="en-GB"/>
              <a:t>Second level</a:t>
            </a:r>
            <a:endParaRPr lang="nb-NO"/>
          </a:p>
        </p:txBody>
      </p:sp>
      <p:sp>
        <p:nvSpPr>
          <p:cNvPr id="41" name="Image 3">
            <a:extLst>
              <a:ext uri="{FF2B5EF4-FFF2-40B4-BE49-F238E27FC236}">
                <a16:creationId xmlns:a16="http://schemas.microsoft.com/office/drawing/2014/main" id="{9472DD20-051F-AADC-8DD1-8690BDCE7D5F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092962" y="1191872"/>
            <a:ext cx="3013591" cy="3034528"/>
          </a:xfrm>
          <a:custGeom>
            <a:avLst/>
            <a:gdLst>
              <a:gd name="connsiteX0" fmla="*/ 213809 w 3014368"/>
              <a:gd name="connsiteY0" fmla="*/ 0 h 3034528"/>
              <a:gd name="connsiteX1" fmla="*/ 2800559 w 3014368"/>
              <a:gd name="connsiteY1" fmla="*/ 0 h 3034528"/>
              <a:gd name="connsiteX2" fmla="*/ 3014368 w 3014368"/>
              <a:gd name="connsiteY2" fmla="*/ 213809 h 3034528"/>
              <a:gd name="connsiteX3" fmla="*/ 3014368 w 3014368"/>
              <a:gd name="connsiteY3" fmla="*/ 3034528 h 3034528"/>
              <a:gd name="connsiteX4" fmla="*/ 0 w 3014368"/>
              <a:gd name="connsiteY4" fmla="*/ 3034528 h 3034528"/>
              <a:gd name="connsiteX5" fmla="*/ 0 w 3014368"/>
              <a:gd name="connsiteY5" fmla="*/ 213809 h 3034528"/>
              <a:gd name="connsiteX6" fmla="*/ 213809 w 3014368"/>
              <a:gd name="connsiteY6" fmla="*/ 0 h 303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34528">
                <a:moveTo>
                  <a:pt x="213809" y="0"/>
                </a:moveTo>
                <a:lnTo>
                  <a:pt x="2800559" y="0"/>
                </a:lnTo>
                <a:cubicBezTo>
                  <a:pt x="2918642" y="0"/>
                  <a:pt x="3014368" y="95726"/>
                  <a:pt x="3014368" y="213809"/>
                </a:cubicBezTo>
                <a:lnTo>
                  <a:pt x="3014368" y="3034528"/>
                </a:lnTo>
                <a:lnTo>
                  <a:pt x="0" y="3034528"/>
                </a:lnTo>
                <a:lnTo>
                  <a:pt x="0" y="213809"/>
                </a:lnTo>
                <a:cubicBezTo>
                  <a:pt x="0" y="95726"/>
                  <a:pt x="95726" y="0"/>
                  <a:pt x="21380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-NO"/>
              <a:t>Image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92962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Short title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92962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Additional text</a:t>
            </a:r>
          </a:p>
          <a:p>
            <a:pPr lvl="1"/>
            <a:r>
              <a:rPr lang="en-GB"/>
              <a:t>Second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03204C-8D7D-421D-34FA-5960A15A1084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7C3E358C-23F0-464C-BE59-9BA22C49933C}" type="datetime1">
              <a:rPr lang="nb-NO" smtClean="0"/>
              <a:t>16.06.2026</a:t>
            </a:fld>
            <a:endParaRPr lang="en-GB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44EA06E5-CCC9-D7C7-227E-48FBE936F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28964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s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Form 1">
            <a:extLst>
              <a:ext uri="{FF2B5EF4-FFF2-40B4-BE49-F238E27FC236}">
                <a16:creationId xmlns:a16="http://schemas.microsoft.com/office/drawing/2014/main" id="{77DA3ABA-5B44-F5E5-8C95-D10706771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8146" y="4222527"/>
            <a:ext cx="3013200" cy="1443600"/>
          </a:xfrm>
          <a:prstGeom prst="round2SameRect">
            <a:avLst>
              <a:gd name="adj1" fmla="val 0"/>
              <a:gd name="adj2" fmla="val 1406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7" name="!!Form 2">
            <a:extLst>
              <a:ext uri="{FF2B5EF4-FFF2-40B4-BE49-F238E27FC236}">
                <a16:creationId xmlns:a16="http://schemas.microsoft.com/office/drawing/2014/main" id="{912ACED8-F51A-37B8-87C4-A28A63649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1259" y="4219013"/>
            <a:ext cx="3569481" cy="2102400"/>
          </a:xfrm>
          <a:prstGeom prst="round2SameRect">
            <a:avLst>
              <a:gd name="adj1" fmla="val 0"/>
              <a:gd name="adj2" fmla="val 1196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8" name="!!Form 3">
            <a:extLst>
              <a:ext uri="{FF2B5EF4-FFF2-40B4-BE49-F238E27FC236}">
                <a16:creationId xmlns:a16="http://schemas.microsoft.com/office/drawing/2014/main" id="{3D1C86B4-5635-D452-0D7A-7E4DF6AEB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92962" y="4218448"/>
            <a:ext cx="3013007" cy="1447679"/>
          </a:xfrm>
          <a:prstGeom prst="round2SameRect">
            <a:avLst>
              <a:gd name="adj1" fmla="val 0"/>
              <a:gd name="adj2" fmla="val 1375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7" name="Image 1">
            <a:extLst>
              <a:ext uri="{FF2B5EF4-FFF2-40B4-BE49-F238E27FC236}">
                <a16:creationId xmlns:a16="http://schemas.microsoft.com/office/drawing/2014/main" id="{F38BACCD-B354-5D0D-EB63-83F1B9D91F0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88146" y="1191600"/>
            <a:ext cx="3013200" cy="3034800"/>
          </a:xfrm>
          <a:custGeom>
            <a:avLst/>
            <a:gdLst>
              <a:gd name="connsiteX0" fmla="*/ 213726 w 3013200"/>
              <a:gd name="connsiteY0" fmla="*/ 0 h 3034800"/>
              <a:gd name="connsiteX1" fmla="*/ 2799474 w 3013200"/>
              <a:gd name="connsiteY1" fmla="*/ 0 h 3034800"/>
              <a:gd name="connsiteX2" fmla="*/ 3013200 w 3013200"/>
              <a:gd name="connsiteY2" fmla="*/ 213726 h 3034800"/>
              <a:gd name="connsiteX3" fmla="*/ 3013200 w 3013200"/>
              <a:gd name="connsiteY3" fmla="*/ 3034800 h 3034800"/>
              <a:gd name="connsiteX4" fmla="*/ 0 w 3013200"/>
              <a:gd name="connsiteY4" fmla="*/ 3034800 h 3034800"/>
              <a:gd name="connsiteX5" fmla="*/ 0 w 3013200"/>
              <a:gd name="connsiteY5" fmla="*/ 213726 h 3034800"/>
              <a:gd name="connsiteX6" fmla="*/ 213726 w 3013200"/>
              <a:gd name="connsiteY6" fmla="*/ 0 h 30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200" h="3034800">
                <a:moveTo>
                  <a:pt x="213726" y="0"/>
                </a:moveTo>
                <a:lnTo>
                  <a:pt x="2799474" y="0"/>
                </a:lnTo>
                <a:cubicBezTo>
                  <a:pt x="2917512" y="0"/>
                  <a:pt x="3013200" y="95688"/>
                  <a:pt x="3013200" y="213726"/>
                </a:cubicBezTo>
                <a:lnTo>
                  <a:pt x="3013200" y="3034800"/>
                </a:lnTo>
                <a:lnTo>
                  <a:pt x="0" y="3034800"/>
                </a:lnTo>
                <a:lnTo>
                  <a:pt x="0" y="213726"/>
                </a:lnTo>
                <a:cubicBezTo>
                  <a:pt x="0" y="95688"/>
                  <a:pt x="95688" y="0"/>
                  <a:pt x="21372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-NO"/>
              <a:t>Image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88146" y="4409517"/>
            <a:ext cx="3013200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Short title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88146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Additional text</a:t>
            </a:r>
          </a:p>
          <a:p>
            <a:pPr lvl="1"/>
            <a:r>
              <a:rPr lang="en-GB"/>
              <a:t>Second level</a:t>
            </a:r>
            <a:endParaRPr lang="nb-NO"/>
          </a:p>
        </p:txBody>
      </p:sp>
      <p:sp>
        <p:nvSpPr>
          <p:cNvPr id="39" name="Image 2">
            <a:extLst>
              <a:ext uri="{FF2B5EF4-FFF2-40B4-BE49-F238E27FC236}">
                <a16:creationId xmlns:a16="http://schemas.microsoft.com/office/drawing/2014/main" id="{B538B689-7B66-C894-A7D8-BF7EEE8429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0" hasCustomPrompt="1"/>
          </p:nvPr>
        </p:nvSpPr>
        <p:spPr>
          <a:xfrm>
            <a:off x="4311967" y="540000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0 w 3567600"/>
              <a:gd name="connsiteY1" fmla="*/ 0 h 3686400"/>
              <a:gd name="connsiteX2" fmla="*/ 3567600 w 3567600"/>
              <a:gd name="connsiteY2" fmla="*/ 253050 h 3686400"/>
              <a:gd name="connsiteX3" fmla="*/ 3567600 w 3567600"/>
              <a:gd name="connsiteY3" fmla="*/ 3686400 h 3686400"/>
              <a:gd name="connsiteX4" fmla="*/ 0 w 3567600"/>
              <a:gd name="connsiteY4" fmla="*/ 3686400 h 3686400"/>
              <a:gd name="connsiteX5" fmla="*/ 0 w 3567600"/>
              <a:gd name="connsiteY5" fmla="*/ 253050 h 3686400"/>
              <a:gd name="connsiteX6" fmla="*/ 253050 w 3567600"/>
              <a:gd name="connsiteY6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0" y="0"/>
                </a:lnTo>
                <a:cubicBezTo>
                  <a:pt x="3454306" y="0"/>
                  <a:pt x="3567600" y="113294"/>
                  <a:pt x="3567600" y="253050"/>
                </a:cubicBezTo>
                <a:lnTo>
                  <a:pt x="3567600" y="3686400"/>
                </a:lnTo>
                <a:lnTo>
                  <a:pt x="0" y="3686400"/>
                </a:lnTo>
                <a:lnTo>
                  <a:pt x="0" y="253050"/>
                </a:lnTo>
                <a:cubicBezTo>
                  <a:pt x="0" y="113294"/>
                  <a:pt x="113294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-NO"/>
              <a:t>Image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11259" y="4584561"/>
            <a:ext cx="3569481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Short title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11259" y="4977432"/>
            <a:ext cx="3569481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Additional text</a:t>
            </a:r>
          </a:p>
          <a:p>
            <a:pPr lvl="1"/>
            <a:r>
              <a:rPr lang="en-GB"/>
              <a:t>Second level</a:t>
            </a:r>
            <a:endParaRPr lang="nb-NO"/>
          </a:p>
        </p:txBody>
      </p:sp>
      <p:sp>
        <p:nvSpPr>
          <p:cNvPr id="41" name="Image 3">
            <a:extLst>
              <a:ext uri="{FF2B5EF4-FFF2-40B4-BE49-F238E27FC236}">
                <a16:creationId xmlns:a16="http://schemas.microsoft.com/office/drawing/2014/main" id="{9472DD20-051F-AADC-8DD1-8690BDCE7D5F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092377" y="1191872"/>
            <a:ext cx="3014760" cy="3034528"/>
          </a:xfrm>
          <a:custGeom>
            <a:avLst/>
            <a:gdLst>
              <a:gd name="connsiteX0" fmla="*/ 213809 w 3014368"/>
              <a:gd name="connsiteY0" fmla="*/ 0 h 3034528"/>
              <a:gd name="connsiteX1" fmla="*/ 2800559 w 3014368"/>
              <a:gd name="connsiteY1" fmla="*/ 0 h 3034528"/>
              <a:gd name="connsiteX2" fmla="*/ 3014368 w 3014368"/>
              <a:gd name="connsiteY2" fmla="*/ 213809 h 3034528"/>
              <a:gd name="connsiteX3" fmla="*/ 3014368 w 3014368"/>
              <a:gd name="connsiteY3" fmla="*/ 3034528 h 3034528"/>
              <a:gd name="connsiteX4" fmla="*/ 0 w 3014368"/>
              <a:gd name="connsiteY4" fmla="*/ 3034528 h 3034528"/>
              <a:gd name="connsiteX5" fmla="*/ 0 w 3014368"/>
              <a:gd name="connsiteY5" fmla="*/ 213809 h 3034528"/>
              <a:gd name="connsiteX6" fmla="*/ 213809 w 3014368"/>
              <a:gd name="connsiteY6" fmla="*/ 0 h 303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34528">
                <a:moveTo>
                  <a:pt x="213809" y="0"/>
                </a:moveTo>
                <a:lnTo>
                  <a:pt x="2800559" y="0"/>
                </a:lnTo>
                <a:cubicBezTo>
                  <a:pt x="2918642" y="0"/>
                  <a:pt x="3014368" y="95726"/>
                  <a:pt x="3014368" y="213809"/>
                </a:cubicBezTo>
                <a:lnTo>
                  <a:pt x="3014368" y="3034528"/>
                </a:lnTo>
                <a:lnTo>
                  <a:pt x="0" y="3034528"/>
                </a:lnTo>
                <a:lnTo>
                  <a:pt x="0" y="213809"/>
                </a:lnTo>
                <a:cubicBezTo>
                  <a:pt x="0" y="95726"/>
                  <a:pt x="95726" y="0"/>
                  <a:pt x="21380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-NO"/>
              <a:t>Image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92962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Short title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92962" y="4688746"/>
            <a:ext cx="3013200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Additional text</a:t>
            </a:r>
          </a:p>
          <a:p>
            <a:pPr lvl="1"/>
            <a:r>
              <a:rPr lang="en-GB"/>
              <a:t>Second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AC218-62D2-2C30-62E9-59ED1910B7A0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FF075D01-6CBD-4B46-90C5-32A141548B97}" type="datetime1">
              <a:rPr lang="nb-NO" smtClean="0"/>
              <a:t>16.06.2026</a:t>
            </a:fld>
            <a:endParaRPr lang="en-GB"/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6E36ECF0-CF0D-F89A-ACE1-1DE8153392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73674" y="1"/>
            <a:ext cx="2627986" cy="6858000"/>
            <a:chOff x="12373674" y="1"/>
            <a:chExt cx="2627986" cy="6858000"/>
          </a:xfrm>
        </p:grpSpPr>
        <p:sp>
          <p:nvSpPr>
            <p:cNvPr id="9" name="Avrundet rektangel 4">
              <a:extLst>
                <a:ext uri="{FF2B5EF4-FFF2-40B4-BE49-F238E27FC236}">
                  <a16:creationId xmlns:a16="http://schemas.microsoft.com/office/drawing/2014/main" id="{AC55C6ED-39FA-90BD-3305-F92CFD8B04BE}"/>
                </a:ext>
              </a:extLst>
            </p:cNvPr>
            <p:cNvSpPr/>
            <p:nvPr/>
          </p:nvSpPr>
          <p:spPr>
            <a:xfrm>
              <a:off x="12373674" y="1"/>
              <a:ext cx="2627986" cy="6858000"/>
            </a:xfrm>
            <a:prstGeom prst="roundRect">
              <a:avLst>
                <a:gd name="adj" fmla="val 5452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 sz="100"/>
            </a:p>
          </p:txBody>
        </p:sp>
        <p:sp>
          <p:nvSpPr>
            <p:cNvPr id="10" name="TekstSylinder 48">
              <a:extLst>
                <a:ext uri="{FF2B5EF4-FFF2-40B4-BE49-F238E27FC236}">
                  <a16:creationId xmlns:a16="http://schemas.microsoft.com/office/drawing/2014/main" id="{43709D66-D82C-5971-50CD-7D6141556209}"/>
                </a:ext>
              </a:extLst>
            </p:cNvPr>
            <p:cNvSpPr txBox="1"/>
            <p:nvPr/>
          </p:nvSpPr>
          <p:spPr>
            <a:xfrm>
              <a:off x="12627097" y="244919"/>
              <a:ext cx="2140807" cy="7786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100" b="0" i="0">
                  <a:solidFill>
                    <a:srgbClr val="070451"/>
                  </a:solidFill>
                  <a:latin typeface="+mj-lt"/>
                  <a:cs typeface="Arial" panose="020B0604020202020204" pitchFamily="34" charset="0"/>
                </a:rPr>
                <a:t>Colour palette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00" b="0" i="0" u="none" strike="noStrike" kern="1200" cap="none" spc="0" normalizeH="0" baseline="0" noProof="1">
                  <a:ln>
                    <a:noFill/>
                  </a:ln>
                  <a:solidFill>
                    <a:srgbClr val="070451"/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</a:rPr>
                <a:t>Only a selection of the Telenor colours are available in this template, if you need additional supporting colours, eyedrop them from this panel.</a:t>
              </a:r>
            </a:p>
          </p:txBody>
        </p:sp>
        <p:sp>
          <p:nvSpPr>
            <p:cNvPr id="11" name="Ellipse 29">
              <a:extLst>
                <a:ext uri="{FF2B5EF4-FFF2-40B4-BE49-F238E27FC236}">
                  <a16:creationId xmlns:a16="http://schemas.microsoft.com/office/drawing/2014/main" id="{32AEDAE9-D970-E6C8-51FA-48183239BE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627097" y="1901793"/>
              <a:ext cx="360000" cy="360000"/>
            </a:xfrm>
            <a:prstGeom prst="ellipse">
              <a:avLst/>
            </a:prstGeom>
            <a:solidFill>
              <a:srgbClr val="070452"/>
            </a:solidFill>
            <a:ln w="127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2" name="Ellipse 30">
              <a:extLst>
                <a:ext uri="{FF2B5EF4-FFF2-40B4-BE49-F238E27FC236}">
                  <a16:creationId xmlns:a16="http://schemas.microsoft.com/office/drawing/2014/main" id="{9CF57B2E-EAC0-2DB2-E59E-E7C6DDF9A9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16703" y="1901793"/>
              <a:ext cx="360000" cy="360000"/>
            </a:xfrm>
            <a:prstGeom prst="ellipse">
              <a:avLst/>
            </a:prstGeom>
            <a:solidFill>
              <a:srgbClr val="1C16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3" name="Ellipse 31">
              <a:extLst>
                <a:ext uri="{FF2B5EF4-FFF2-40B4-BE49-F238E27FC236}">
                  <a16:creationId xmlns:a16="http://schemas.microsoft.com/office/drawing/2014/main" id="{D875FB36-D724-6EF0-38AE-F2A30E3C55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071900" y="1901793"/>
              <a:ext cx="360000" cy="360000"/>
            </a:xfrm>
            <a:prstGeom prst="ellipse">
              <a:avLst/>
            </a:prstGeom>
            <a:solidFill>
              <a:srgbClr val="00C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4" name="Ellipse 33">
              <a:extLst>
                <a:ext uri="{FF2B5EF4-FFF2-40B4-BE49-F238E27FC236}">
                  <a16:creationId xmlns:a16="http://schemas.microsoft.com/office/drawing/2014/main" id="{280278CF-4623-26E9-71C1-962C577527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506" y="1901793"/>
              <a:ext cx="360000" cy="360000"/>
            </a:xfrm>
            <a:prstGeom prst="ellipse">
              <a:avLst/>
            </a:prstGeom>
            <a:solidFill>
              <a:srgbClr val="AD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5" name="Ellipse 34">
              <a:extLst>
                <a:ext uri="{FF2B5EF4-FFF2-40B4-BE49-F238E27FC236}">
                  <a16:creationId xmlns:a16="http://schemas.microsoft.com/office/drawing/2014/main" id="{A26BFB57-EA9A-DABD-0C6B-3BA1D6AFF5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406309" y="1901793"/>
              <a:ext cx="360000" cy="360000"/>
            </a:xfrm>
            <a:prstGeom prst="ellipse">
              <a:avLst/>
            </a:prstGeom>
            <a:solidFill>
              <a:srgbClr val="EBFFFF"/>
            </a:solidFill>
            <a:ln w="12700">
              <a:solidFill>
                <a:srgbClr val="00C8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6" name="TekstSylinder 50">
              <a:extLst>
                <a:ext uri="{FF2B5EF4-FFF2-40B4-BE49-F238E27FC236}">
                  <a16:creationId xmlns:a16="http://schemas.microsoft.com/office/drawing/2014/main" id="{591AC737-59AD-E549-A83D-30CBD7BA45E0}"/>
                </a:ext>
              </a:extLst>
            </p:cNvPr>
            <p:cNvSpPr txBox="1"/>
            <p:nvPr/>
          </p:nvSpPr>
          <p:spPr>
            <a:xfrm>
              <a:off x="12627096" y="1237835"/>
              <a:ext cx="2222001" cy="572840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>
              <a:defPPr>
                <a:defRPr lang="en-NO"/>
              </a:defPPr>
              <a:lvl1pPr>
                <a:spcAft>
                  <a:spcPts val="600"/>
                </a:spcAft>
                <a:defRPr b="0" i="0">
                  <a:cs typeface="Arial" panose="020B0604020202020204" pitchFamily="34" charset="0"/>
                </a:defRPr>
              </a:lvl1pPr>
            </a:lstStyle>
            <a:p>
              <a:pPr lvl="0"/>
              <a:r>
                <a:rPr lang="en-GB" sz="1050" b="0" i="0">
                  <a:solidFill>
                    <a:srgbClr val="070451"/>
                  </a:solidFill>
                  <a:latin typeface="+mj-lt"/>
                </a:rPr>
                <a:t>Core colours</a:t>
              </a:r>
            </a:p>
            <a:p>
              <a:pPr lvl="0">
                <a:lnSpc>
                  <a:spcPct val="110000"/>
                </a:lnSpc>
              </a:pPr>
              <a:r>
                <a:rPr lang="en-GB" sz="800" b="0" i="0" noProof="1">
                  <a:solidFill>
                    <a:srgbClr val="070451"/>
                  </a:solidFill>
                </a:rPr>
                <a:t>Our blue colours are a key ingredient for establishing brand recognition.</a:t>
              </a:r>
            </a:p>
          </p:txBody>
        </p:sp>
        <p:cxnSp>
          <p:nvCxnSpPr>
            <p:cNvPr id="17" name="Rett linje 53">
              <a:extLst>
                <a:ext uri="{FF2B5EF4-FFF2-40B4-BE49-F238E27FC236}">
                  <a16:creationId xmlns:a16="http://schemas.microsoft.com/office/drawing/2014/main" id="{16F0C072-DE0B-169B-6B52-C7690C4D6042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4105379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Rett linje 53">
              <a:extLst>
                <a:ext uri="{FF2B5EF4-FFF2-40B4-BE49-F238E27FC236}">
                  <a16:creationId xmlns:a16="http://schemas.microsoft.com/office/drawing/2014/main" id="{2CFCCF9D-6179-B970-BDE8-E7977203F698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1237835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75">
              <a:extLst>
                <a:ext uri="{FF2B5EF4-FFF2-40B4-BE49-F238E27FC236}">
                  <a16:creationId xmlns:a16="http://schemas.microsoft.com/office/drawing/2014/main" id="{C2283AC8-B213-2BAB-820D-BAB5D8B7D14C}"/>
                </a:ext>
              </a:extLst>
            </p:cNvPr>
            <p:cNvGrpSpPr/>
            <p:nvPr/>
          </p:nvGrpSpPr>
          <p:grpSpPr>
            <a:xfrm>
              <a:off x="12627096" y="2374072"/>
              <a:ext cx="2160000" cy="234286"/>
              <a:chOff x="12944663" y="3703978"/>
              <a:chExt cx="2160000" cy="234286"/>
            </a:xfrm>
          </p:grpSpPr>
          <p:cxnSp>
            <p:nvCxnSpPr>
              <p:cNvPr id="45" name="Rett linje 54">
                <a:extLst>
                  <a:ext uri="{FF2B5EF4-FFF2-40B4-BE49-F238E27FC236}">
                    <a16:creationId xmlns:a16="http://schemas.microsoft.com/office/drawing/2014/main" id="{E249562A-D797-D2C2-3BAD-107DF59959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44663" y="3703978"/>
                <a:ext cx="2160000" cy="0"/>
              </a:xfrm>
              <a:prstGeom prst="line">
                <a:avLst/>
              </a:prstGeom>
              <a:ln w="63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kstSylinder 61">
                <a:extLst>
                  <a:ext uri="{FF2B5EF4-FFF2-40B4-BE49-F238E27FC236}">
                    <a16:creationId xmlns:a16="http://schemas.microsoft.com/office/drawing/2014/main" id="{B57D7015-B285-E35D-0E44-8EAEE69E1616}"/>
                  </a:ext>
                </a:extLst>
              </p:cNvPr>
              <p:cNvSpPr txBox="1"/>
              <p:nvPr/>
            </p:nvSpPr>
            <p:spPr>
              <a:xfrm>
                <a:off x="12944663" y="3703978"/>
                <a:ext cx="2159999" cy="234286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pPr marL="0" algn="l" defTabSz="914400" rtl="0" eaLnBrk="1" latinLnBrk="0" hangingPunct="1">
                  <a:spcAft>
                    <a:spcPts val="600"/>
                  </a:spcAft>
                </a:pPr>
                <a:r>
                  <a:rPr lang="en-GB" sz="1050" b="0" i="0" kern="1200">
                    <a:solidFill>
                      <a:srgbClr val="070451"/>
                    </a:solidFill>
                    <a:latin typeface="+mj-lt"/>
                    <a:ea typeface="+mn-ea"/>
                    <a:cs typeface="Arial" panose="020B0604020202020204" pitchFamily="34" charset="0"/>
                  </a:rPr>
                  <a:t>Supporting colours</a:t>
                </a:r>
              </a:p>
            </p:txBody>
          </p:sp>
        </p:grpSp>
        <p:grpSp>
          <p:nvGrpSpPr>
            <p:cNvPr id="20" name="Group 8">
              <a:extLst>
                <a:ext uri="{FF2B5EF4-FFF2-40B4-BE49-F238E27FC236}">
                  <a16:creationId xmlns:a16="http://schemas.microsoft.com/office/drawing/2014/main" id="{60F231F8-1648-0E93-94B1-B8B751CFD168}"/>
                </a:ext>
              </a:extLst>
            </p:cNvPr>
            <p:cNvGrpSpPr/>
            <p:nvPr userDrawn="1"/>
          </p:nvGrpSpPr>
          <p:grpSpPr>
            <a:xfrm>
              <a:off x="12627096" y="3399204"/>
              <a:ext cx="2139213" cy="568472"/>
              <a:chOff x="12627096" y="3601112"/>
              <a:chExt cx="2139213" cy="568472"/>
            </a:xfrm>
          </p:grpSpPr>
          <p:grpSp>
            <p:nvGrpSpPr>
              <p:cNvPr id="35" name="Group 14">
                <a:extLst>
                  <a:ext uri="{FF2B5EF4-FFF2-40B4-BE49-F238E27FC236}">
                    <a16:creationId xmlns:a16="http://schemas.microsoft.com/office/drawing/2014/main" id="{70524A07-B0EB-1768-3AB2-0DF4BD495DF2}"/>
                  </a:ext>
                </a:extLst>
              </p:cNvPr>
              <p:cNvGrpSpPr/>
              <p:nvPr/>
            </p:nvGrpSpPr>
            <p:grpSpPr>
              <a:xfrm>
                <a:off x="12627097" y="3809584"/>
                <a:ext cx="2139212" cy="360000"/>
                <a:chOff x="12627097" y="3996340"/>
                <a:chExt cx="2139212" cy="360000"/>
              </a:xfrm>
            </p:grpSpPr>
            <p:sp>
              <p:nvSpPr>
                <p:cNvPr id="38" name="Ellipse 74">
                  <a:extLst>
                    <a:ext uri="{FF2B5EF4-FFF2-40B4-BE49-F238E27FC236}">
                      <a16:creationId xmlns:a16="http://schemas.microsoft.com/office/drawing/2014/main" id="{6A5B15AC-8BBE-3B5B-A5BD-9728035D3DF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996340"/>
                  <a:ext cx="360000" cy="360000"/>
                </a:xfrm>
                <a:prstGeom prst="ellipse">
                  <a:avLst/>
                </a:prstGeom>
                <a:solidFill>
                  <a:srgbClr val="FFF5F9"/>
                </a:solidFill>
                <a:ln w="12700">
                  <a:solidFill>
                    <a:srgbClr val="FFB8D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0" name="Ellipse 75">
                  <a:extLst>
                    <a:ext uri="{FF2B5EF4-FFF2-40B4-BE49-F238E27FC236}">
                      <a16:creationId xmlns:a16="http://schemas.microsoft.com/office/drawing/2014/main" id="{ED7A51A8-78DE-37B4-48E1-B69DE092FB0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996340"/>
                  <a:ext cx="360000" cy="360000"/>
                </a:xfrm>
                <a:prstGeom prst="ellipse">
                  <a:avLst/>
                </a:prstGeom>
                <a:solidFill>
                  <a:srgbClr val="F5FEF6"/>
                </a:solidFill>
                <a:ln w="12700">
                  <a:solidFill>
                    <a:srgbClr val="B1FB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2" name="Ellipse 76">
                  <a:extLst>
                    <a:ext uri="{FF2B5EF4-FFF2-40B4-BE49-F238E27FC236}">
                      <a16:creationId xmlns:a16="http://schemas.microsoft.com/office/drawing/2014/main" id="{9B667FA4-7B38-DC2A-CB35-99B92ED9E5E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996340"/>
                  <a:ext cx="360000" cy="360000"/>
                </a:xfrm>
                <a:prstGeom prst="ellipse">
                  <a:avLst/>
                </a:prstGeom>
                <a:solidFill>
                  <a:srgbClr val="FFF9F5"/>
                </a:solidFill>
                <a:ln w="12700">
                  <a:solidFill>
                    <a:srgbClr val="FFCF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3" name="Ellipse 77">
                  <a:extLst>
                    <a:ext uri="{FF2B5EF4-FFF2-40B4-BE49-F238E27FC236}">
                      <a16:creationId xmlns:a16="http://schemas.microsoft.com/office/drawing/2014/main" id="{AD9556FF-3ECC-7793-67B7-3E3DAB31CCA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996340"/>
                  <a:ext cx="360000" cy="360000"/>
                </a:xfrm>
                <a:prstGeom prst="ellipse">
                  <a:avLst/>
                </a:prstGeom>
                <a:solidFill>
                  <a:srgbClr val="FFFDEB"/>
                </a:solidFill>
                <a:ln w="12700">
                  <a:solidFill>
                    <a:srgbClr val="FEF7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4" name="Ellipse 78">
                  <a:extLst>
                    <a:ext uri="{FF2B5EF4-FFF2-40B4-BE49-F238E27FC236}">
                      <a16:creationId xmlns:a16="http://schemas.microsoft.com/office/drawing/2014/main" id="{56CE8422-55C0-ACEE-15E1-2A1E47F73FD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996340"/>
                  <a:ext cx="360000" cy="360000"/>
                </a:xfrm>
                <a:prstGeom prst="ellipse">
                  <a:avLst/>
                </a:prstGeom>
                <a:solidFill>
                  <a:srgbClr val="FFF5F5"/>
                </a:solidFill>
                <a:ln w="12700">
                  <a:solidFill>
                    <a:srgbClr val="FFAD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36" name="TextBox 13">
                <a:extLst>
                  <a:ext uri="{FF2B5EF4-FFF2-40B4-BE49-F238E27FC236}">
                    <a16:creationId xmlns:a16="http://schemas.microsoft.com/office/drawing/2014/main" id="{37A987F4-1B9F-97EC-C2B6-F2FCA431F405}"/>
                  </a:ext>
                </a:extLst>
              </p:cNvPr>
              <p:cNvSpPr txBox="1"/>
              <p:nvPr/>
            </p:nvSpPr>
            <p:spPr>
              <a:xfrm>
                <a:off x="12627096" y="3601112"/>
                <a:ext cx="944169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800" b="0" i="0" u="none" strike="noStrike" kern="1200" cap="none" spc="0" normalizeH="0" baseline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Arial" panose="020B0604020202020204" pitchFamily="34" charset="0"/>
                  </a:rPr>
                  <a:t>Background colours</a:t>
                </a:r>
                <a:endParaRPr kumimoji="0" lang="nb-NO" sz="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 Evolution PPT Light" pitchFamily="2" charset="77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3" name="Group 7">
              <a:extLst>
                <a:ext uri="{FF2B5EF4-FFF2-40B4-BE49-F238E27FC236}">
                  <a16:creationId xmlns:a16="http://schemas.microsoft.com/office/drawing/2014/main" id="{349E8014-56AE-9215-C51C-0F302E1BCB8A}"/>
                </a:ext>
              </a:extLst>
            </p:cNvPr>
            <p:cNvGrpSpPr/>
            <p:nvPr userDrawn="1"/>
          </p:nvGrpSpPr>
          <p:grpSpPr>
            <a:xfrm>
              <a:off x="12627096" y="2687503"/>
              <a:ext cx="2139213" cy="568472"/>
              <a:chOff x="12627096" y="2816351"/>
              <a:chExt cx="2139213" cy="568472"/>
            </a:xfrm>
          </p:grpSpPr>
          <p:grpSp>
            <p:nvGrpSpPr>
              <p:cNvPr id="24" name="Group 19">
                <a:extLst>
                  <a:ext uri="{FF2B5EF4-FFF2-40B4-BE49-F238E27FC236}">
                    <a16:creationId xmlns:a16="http://schemas.microsoft.com/office/drawing/2014/main" id="{CFD1289D-AD12-3A9B-E997-1020A97ED98F}"/>
                  </a:ext>
                </a:extLst>
              </p:cNvPr>
              <p:cNvGrpSpPr/>
              <p:nvPr/>
            </p:nvGrpSpPr>
            <p:grpSpPr>
              <a:xfrm>
                <a:off x="12627097" y="3024823"/>
                <a:ext cx="2139212" cy="360000"/>
                <a:chOff x="12627097" y="3302521"/>
                <a:chExt cx="2139212" cy="360000"/>
              </a:xfrm>
            </p:grpSpPr>
            <p:sp>
              <p:nvSpPr>
                <p:cNvPr id="30" name="Ellipse 56">
                  <a:extLst>
                    <a:ext uri="{FF2B5EF4-FFF2-40B4-BE49-F238E27FC236}">
                      <a16:creationId xmlns:a16="http://schemas.microsoft.com/office/drawing/2014/main" id="{4C5D7353-1FA8-CB49-B48C-F418E4F6E82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302521"/>
                  <a:ext cx="360000" cy="360000"/>
                </a:xfrm>
                <a:prstGeom prst="ellipse">
                  <a:avLst/>
                </a:prstGeom>
                <a:solidFill>
                  <a:srgbClr val="FFB8D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1" name="Ellipse 57">
                  <a:extLst>
                    <a:ext uri="{FF2B5EF4-FFF2-40B4-BE49-F238E27FC236}">
                      <a16:creationId xmlns:a16="http://schemas.microsoft.com/office/drawing/2014/main" id="{3815CB14-1590-280C-2CE4-2406032A250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302521"/>
                  <a:ext cx="360000" cy="360000"/>
                </a:xfrm>
                <a:prstGeom prst="ellipse">
                  <a:avLst/>
                </a:prstGeom>
                <a:solidFill>
                  <a:srgbClr val="B1FB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2" name="Ellipse 58">
                  <a:extLst>
                    <a:ext uri="{FF2B5EF4-FFF2-40B4-BE49-F238E27FC236}">
                      <a16:creationId xmlns:a16="http://schemas.microsoft.com/office/drawing/2014/main" id="{2F633AF9-EE8D-75D0-9474-7ED7B6C22D5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302521"/>
                  <a:ext cx="360000" cy="360000"/>
                </a:xfrm>
                <a:prstGeom prst="ellipse">
                  <a:avLst/>
                </a:prstGeom>
                <a:solidFill>
                  <a:srgbClr val="FFCF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3" name="Ellipse 59">
                  <a:extLst>
                    <a:ext uri="{FF2B5EF4-FFF2-40B4-BE49-F238E27FC236}">
                      <a16:creationId xmlns:a16="http://schemas.microsoft.com/office/drawing/2014/main" id="{E4CE4CDB-9283-3E3E-2542-E6083FA4796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302521"/>
                  <a:ext cx="360000" cy="360000"/>
                </a:xfrm>
                <a:prstGeom prst="ellipse">
                  <a:avLst/>
                </a:prstGeom>
                <a:solidFill>
                  <a:srgbClr val="FEF7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4" name="Ellipse 60">
                  <a:extLst>
                    <a:ext uri="{FF2B5EF4-FFF2-40B4-BE49-F238E27FC236}">
                      <a16:creationId xmlns:a16="http://schemas.microsoft.com/office/drawing/2014/main" id="{54411182-CC78-4D9E-4997-DE01498CD3F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302521"/>
                  <a:ext cx="360000" cy="360000"/>
                </a:xfrm>
                <a:prstGeom prst="ellipse">
                  <a:avLst/>
                </a:prstGeom>
                <a:solidFill>
                  <a:srgbClr val="FFAD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26" name="TextBox 15">
                <a:extLst>
                  <a:ext uri="{FF2B5EF4-FFF2-40B4-BE49-F238E27FC236}">
                    <a16:creationId xmlns:a16="http://schemas.microsoft.com/office/drawing/2014/main" id="{A4B73B64-53F0-2534-D843-874149E7BD6D}"/>
                  </a:ext>
                </a:extLst>
              </p:cNvPr>
              <p:cNvSpPr txBox="1"/>
              <p:nvPr/>
            </p:nvSpPr>
            <p:spPr>
              <a:xfrm>
                <a:off x="12627096" y="2816351"/>
                <a:ext cx="58189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800" b="0" i="0" u="none" strike="noStrike" kern="1200" cap="none" spc="0" normalizeH="0" baseline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Arial" panose="020B0604020202020204" pitchFamily="34" charset="0"/>
                  </a:rPr>
                  <a:t>Text colours</a:t>
                </a:r>
                <a:endParaRPr kumimoji="0" lang="nb-NO" sz="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 Evolution PPT Light" pitchFamily="2" charset="77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47" name="TekstSylinder 50">
            <a:extLst>
              <a:ext uri="{FF2B5EF4-FFF2-40B4-BE49-F238E27FC236}">
                <a16:creationId xmlns:a16="http://schemas.microsoft.com/office/drawing/2014/main" id="{750E2E49-C7D5-7D74-EF77-C17878A01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810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71">
          <p15:clr>
            <a:srgbClr val="FBAE40"/>
          </p15:clr>
        </p15:guide>
        <p15:guide id="2" pos="6992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s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Form 1">
            <a:extLst>
              <a:ext uri="{FF2B5EF4-FFF2-40B4-BE49-F238E27FC236}">
                <a16:creationId xmlns:a16="http://schemas.microsoft.com/office/drawing/2014/main" id="{DCF1A38A-C181-C833-6252-05DF0E112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8146" y="4222527"/>
            <a:ext cx="3013200" cy="1443600"/>
          </a:xfrm>
          <a:prstGeom prst="round2SameRect">
            <a:avLst>
              <a:gd name="adj1" fmla="val 0"/>
              <a:gd name="adj2" fmla="val 1406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7" name="!!Form 2">
            <a:extLst>
              <a:ext uri="{FF2B5EF4-FFF2-40B4-BE49-F238E27FC236}">
                <a16:creationId xmlns:a16="http://schemas.microsoft.com/office/drawing/2014/main" id="{F804DF99-094D-7160-17C4-5F957DFE4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09460" y="4218448"/>
            <a:ext cx="3013007" cy="1447680"/>
          </a:xfrm>
          <a:prstGeom prst="round2SameRect">
            <a:avLst>
              <a:gd name="adj1" fmla="val 0"/>
              <a:gd name="adj2" fmla="val 1413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9" name="!!Form 3">
            <a:extLst>
              <a:ext uri="{FF2B5EF4-FFF2-40B4-BE49-F238E27FC236}">
                <a16:creationId xmlns:a16="http://schemas.microsoft.com/office/drawing/2014/main" id="{17FA5378-210C-749A-8F27-96DA68CE5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37906" y="4218447"/>
            <a:ext cx="3568063" cy="2102400"/>
          </a:xfrm>
          <a:prstGeom prst="round2SameRect">
            <a:avLst>
              <a:gd name="adj1" fmla="val 0"/>
              <a:gd name="adj2" fmla="val 1224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7" name="Image 1">
            <a:extLst>
              <a:ext uri="{FF2B5EF4-FFF2-40B4-BE49-F238E27FC236}">
                <a16:creationId xmlns:a16="http://schemas.microsoft.com/office/drawing/2014/main" id="{F38BACCD-B354-5D0D-EB63-83F1B9D91F0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88146" y="1191600"/>
            <a:ext cx="3013592" cy="3034800"/>
          </a:xfrm>
          <a:custGeom>
            <a:avLst/>
            <a:gdLst>
              <a:gd name="connsiteX0" fmla="*/ 213726 w 3013200"/>
              <a:gd name="connsiteY0" fmla="*/ 0 h 3034800"/>
              <a:gd name="connsiteX1" fmla="*/ 2799474 w 3013200"/>
              <a:gd name="connsiteY1" fmla="*/ 0 h 3034800"/>
              <a:gd name="connsiteX2" fmla="*/ 3013200 w 3013200"/>
              <a:gd name="connsiteY2" fmla="*/ 213726 h 3034800"/>
              <a:gd name="connsiteX3" fmla="*/ 3013200 w 3013200"/>
              <a:gd name="connsiteY3" fmla="*/ 3034800 h 3034800"/>
              <a:gd name="connsiteX4" fmla="*/ 0 w 3013200"/>
              <a:gd name="connsiteY4" fmla="*/ 3034800 h 3034800"/>
              <a:gd name="connsiteX5" fmla="*/ 0 w 3013200"/>
              <a:gd name="connsiteY5" fmla="*/ 213726 h 3034800"/>
              <a:gd name="connsiteX6" fmla="*/ 213726 w 3013200"/>
              <a:gd name="connsiteY6" fmla="*/ 0 h 30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200" h="3034800">
                <a:moveTo>
                  <a:pt x="213726" y="0"/>
                </a:moveTo>
                <a:lnTo>
                  <a:pt x="2799474" y="0"/>
                </a:lnTo>
                <a:cubicBezTo>
                  <a:pt x="2917512" y="0"/>
                  <a:pt x="3013200" y="95688"/>
                  <a:pt x="3013200" y="213726"/>
                </a:cubicBezTo>
                <a:lnTo>
                  <a:pt x="3013200" y="3034800"/>
                </a:lnTo>
                <a:lnTo>
                  <a:pt x="0" y="3034800"/>
                </a:lnTo>
                <a:lnTo>
                  <a:pt x="0" y="213726"/>
                </a:lnTo>
                <a:cubicBezTo>
                  <a:pt x="0" y="95688"/>
                  <a:pt x="95688" y="0"/>
                  <a:pt x="21372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-NO"/>
              <a:t>Image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88147" y="4409517"/>
            <a:ext cx="3013200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Short title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88147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Additional text</a:t>
            </a:r>
          </a:p>
          <a:p>
            <a:pPr lvl="1"/>
            <a:r>
              <a:rPr lang="en-GB"/>
              <a:t>Second level</a:t>
            </a:r>
            <a:endParaRPr lang="nb-NO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14FE34B-F7EE-8527-7C0A-E3EB4F759B32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309460" y="1191602"/>
            <a:ext cx="3013591" cy="3034797"/>
          </a:xfrm>
          <a:custGeom>
            <a:avLst/>
            <a:gdLst>
              <a:gd name="connsiteX0" fmla="*/ 213727 w 3013199"/>
              <a:gd name="connsiteY0" fmla="*/ 0 h 3034797"/>
              <a:gd name="connsiteX1" fmla="*/ 2799473 w 3013199"/>
              <a:gd name="connsiteY1" fmla="*/ 0 h 3034797"/>
              <a:gd name="connsiteX2" fmla="*/ 3013199 w 3013199"/>
              <a:gd name="connsiteY2" fmla="*/ 213726 h 3034797"/>
              <a:gd name="connsiteX3" fmla="*/ 3013199 w 3013199"/>
              <a:gd name="connsiteY3" fmla="*/ 3034797 h 3034797"/>
              <a:gd name="connsiteX4" fmla="*/ 0 w 3013199"/>
              <a:gd name="connsiteY4" fmla="*/ 3034797 h 3034797"/>
              <a:gd name="connsiteX5" fmla="*/ 0 w 3013199"/>
              <a:gd name="connsiteY5" fmla="*/ 213726 h 3034797"/>
              <a:gd name="connsiteX6" fmla="*/ 213727 w 3013199"/>
              <a:gd name="connsiteY6" fmla="*/ 0 h 3034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199" h="3034797">
                <a:moveTo>
                  <a:pt x="213727" y="0"/>
                </a:moveTo>
                <a:lnTo>
                  <a:pt x="2799473" y="0"/>
                </a:lnTo>
                <a:cubicBezTo>
                  <a:pt x="2917511" y="0"/>
                  <a:pt x="3013199" y="95688"/>
                  <a:pt x="3013199" y="213726"/>
                </a:cubicBezTo>
                <a:lnTo>
                  <a:pt x="3013199" y="3034797"/>
                </a:lnTo>
                <a:lnTo>
                  <a:pt x="0" y="3034797"/>
                </a:lnTo>
                <a:lnTo>
                  <a:pt x="0" y="213726"/>
                </a:lnTo>
                <a:cubicBezTo>
                  <a:pt x="0" y="95688"/>
                  <a:pt x="95688" y="0"/>
                  <a:pt x="2137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-NO"/>
              <a:t>Image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11260" y="4409517"/>
            <a:ext cx="3013591" cy="276999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Short title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11261" y="4688746"/>
            <a:ext cx="3013591" cy="465118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Additional text</a:t>
            </a:r>
          </a:p>
          <a:p>
            <a:pPr lvl="1"/>
            <a:r>
              <a:rPr lang="en-GB"/>
              <a:t>Second level</a:t>
            </a:r>
            <a:endParaRPr lang="nb-NO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00B13D-0409-309B-1131-2A9414999D22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7537905" y="540000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0 w 3567600"/>
              <a:gd name="connsiteY1" fmla="*/ 0 h 3686400"/>
              <a:gd name="connsiteX2" fmla="*/ 3567600 w 3567600"/>
              <a:gd name="connsiteY2" fmla="*/ 253050 h 3686400"/>
              <a:gd name="connsiteX3" fmla="*/ 3567600 w 3567600"/>
              <a:gd name="connsiteY3" fmla="*/ 2772000 h 3686400"/>
              <a:gd name="connsiteX4" fmla="*/ 3567600 w 3567600"/>
              <a:gd name="connsiteY4" fmla="*/ 3591460 h 3686400"/>
              <a:gd name="connsiteX5" fmla="*/ 3567600 w 3567600"/>
              <a:gd name="connsiteY5" fmla="*/ 3686400 h 3686400"/>
              <a:gd name="connsiteX6" fmla="*/ 0 w 3567600"/>
              <a:gd name="connsiteY6" fmla="*/ 3686400 h 3686400"/>
              <a:gd name="connsiteX7" fmla="*/ 0 w 3567600"/>
              <a:gd name="connsiteY7" fmla="*/ 3591460 h 3686400"/>
              <a:gd name="connsiteX8" fmla="*/ 0 w 3567600"/>
              <a:gd name="connsiteY8" fmla="*/ 2772000 h 3686400"/>
              <a:gd name="connsiteX9" fmla="*/ 0 w 3567600"/>
              <a:gd name="connsiteY9" fmla="*/ 253050 h 3686400"/>
              <a:gd name="connsiteX10" fmla="*/ 253050 w 3567600"/>
              <a:gd name="connsiteY10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0" y="0"/>
                </a:lnTo>
                <a:cubicBezTo>
                  <a:pt x="3454305" y="0"/>
                  <a:pt x="3567600" y="113295"/>
                  <a:pt x="3567600" y="253050"/>
                </a:cubicBezTo>
                <a:lnTo>
                  <a:pt x="3567600" y="2772000"/>
                </a:lnTo>
                <a:lnTo>
                  <a:pt x="3567600" y="3591460"/>
                </a:lnTo>
                <a:lnTo>
                  <a:pt x="3567600" y="3686400"/>
                </a:lnTo>
                <a:lnTo>
                  <a:pt x="0" y="3686400"/>
                </a:lnTo>
                <a:lnTo>
                  <a:pt x="0" y="3591460"/>
                </a:lnTo>
                <a:lnTo>
                  <a:pt x="0" y="2772000"/>
                </a:lnTo>
                <a:lnTo>
                  <a:pt x="0" y="253050"/>
                </a:lnTo>
                <a:cubicBezTo>
                  <a:pt x="0" y="113295"/>
                  <a:pt x="113295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-NO"/>
              <a:t>Image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30771" y="4584561"/>
            <a:ext cx="3568064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Short title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30771" y="4977432"/>
            <a:ext cx="3568064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Additional text</a:t>
            </a:r>
          </a:p>
          <a:p>
            <a:pPr lvl="1"/>
            <a:r>
              <a:rPr lang="en-GB"/>
              <a:t>Second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B083B-2659-3EAD-34DF-643697173AF1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DDBD2AC3-8722-074E-8BF2-FA2BE356B1CA}" type="datetime1">
              <a:rPr lang="nb-NO" smtClean="0"/>
              <a:t>16.06.2026</a:t>
            </a:fld>
            <a:endParaRPr lang="en-GB"/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CB077BF0-8879-521C-835B-713971F98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08468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71">
          <p15:clr>
            <a:srgbClr val="FBAE40"/>
          </p15:clr>
        </p15:guide>
        <p15:guide id="2" pos="6992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58159106-A0A3-C088-813C-324A86017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96406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>
              <a:highlight>
                <a:srgbClr val="FFFF00"/>
              </a:highlight>
            </a:endParaRPr>
          </a:p>
        </p:txBody>
      </p:sp>
      <p:sp>
        <p:nvSpPr>
          <p:cNvPr id="15" name="Rounded Rectangle 4">
            <a:extLst>
              <a:ext uri="{FF2B5EF4-FFF2-40B4-BE49-F238E27FC236}">
                <a16:creationId xmlns:a16="http://schemas.microsoft.com/office/drawing/2014/main" id="{A13702CC-9C8D-883D-059E-F0EF5C164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0069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>
              <a:highlight>
                <a:srgbClr val="FFFF00"/>
              </a:highlight>
            </a:endParaRPr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9D7BA0-ADB3-A368-8E19-975B0A5B45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0093" y="2016001"/>
            <a:ext cx="5094663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093" y="2736324"/>
            <a:ext cx="5094663" cy="3412800"/>
          </a:xfrm>
          <a:prstGeom prst="rect">
            <a:avLst/>
          </a:prstGeom>
          <a:noFill/>
        </p:spPr>
        <p:txBody>
          <a:bodyPr lIns="180000" tIns="0" rIns="180000" bIns="18000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4859B377-45B2-F8FA-C217-3899332D300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76429" y="2016001"/>
            <a:ext cx="5094663" cy="609737"/>
          </a:xfrm>
        </p:spPr>
        <p:txBody>
          <a:bodyPr lIns="180000" tIns="360000" rIns="108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6429" y="2736324"/>
            <a:ext cx="5094663" cy="34128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nb-NO" dirty="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9919B8-80ED-4F06-7848-8CEAF79093C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23003A70-5C79-7747-8481-96A9F5BCD085}" type="datetime1">
              <a:rPr lang="nb-NO" smtClean="0"/>
              <a:t>16.06.2026</a:t>
            </a:fld>
            <a:endParaRPr lang="en-GB"/>
          </a:p>
        </p:txBody>
      </p:sp>
      <p:sp>
        <p:nvSpPr>
          <p:cNvPr id="11" name="Tittel 10">
            <a:extLst>
              <a:ext uri="{FF2B5EF4-FFF2-40B4-BE49-F238E27FC236}">
                <a16:creationId xmlns:a16="http://schemas.microsoft.com/office/drawing/2014/main" id="{D534EC88-CA2B-84B2-CAF3-8CADF3A84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F5E1BFAF-2EFE-BB53-C421-988069E6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643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rm 3">
            <a:extLst>
              <a:ext uri="{FF2B5EF4-FFF2-40B4-BE49-F238E27FC236}">
                <a16:creationId xmlns:a16="http://schemas.microsoft.com/office/drawing/2014/main" id="{046E56DE-06FB-E56F-63EE-4794A1355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8163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8" name="Form 3">
            <a:extLst>
              <a:ext uri="{FF2B5EF4-FFF2-40B4-BE49-F238E27FC236}">
                <a16:creationId xmlns:a16="http://schemas.microsoft.com/office/drawing/2014/main" id="{33D903DD-3E2E-94A0-7F74-9097B18FE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0071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9" name="Form 3">
            <a:extLst>
              <a:ext uri="{FF2B5EF4-FFF2-40B4-BE49-F238E27FC236}">
                <a16:creationId xmlns:a16="http://schemas.microsoft.com/office/drawing/2014/main" id="{F5397CF5-2DCB-2CD9-7BA3-C89353E6D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085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201979D-845C-8C75-2E1B-0714E8A43BF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0804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804" y="2744222"/>
            <a:ext cx="3208018" cy="3398400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E68F7B0F-4ECA-6D46-148C-77213B581DE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9158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9158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600" dirty="0"/>
            </a:lvl1pPr>
            <a:lvl2pPr>
              <a:defRPr lang="en-GB" sz="1400" dirty="0"/>
            </a:lvl2pPr>
            <a:lvl3pPr>
              <a:defRPr lang="en-GB" sz="1200" dirty="0"/>
            </a:lvl3pPr>
            <a:lvl4pPr>
              <a:defRPr lang="en-GB" sz="1100" dirty="0"/>
            </a:lvl4pPr>
            <a:lvl5pPr>
              <a:defRPr lang="nb-NO" sz="1100" dirty="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D3012DC4-9659-C1DC-66DB-E3DC99FF28A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6236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4702B7F-F993-9E9D-7F5E-6D4D72FF364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26236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600" dirty="0"/>
            </a:lvl1pPr>
            <a:lvl2pPr>
              <a:defRPr lang="en-GB" sz="1400" dirty="0"/>
            </a:lvl2pPr>
            <a:lvl3pPr>
              <a:defRPr lang="en-GB" sz="1200" dirty="0"/>
            </a:lvl3pPr>
            <a:lvl4pPr>
              <a:defRPr lang="en-GB" sz="1100" dirty="0"/>
            </a:lvl4pPr>
            <a:lvl5pPr>
              <a:defRPr lang="nb-NO" sz="1100" dirty="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A80A4A-3C1F-D808-5D6E-D4D2D5A8F76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C446C1-F288-2B46-A82F-B09F310389D6}" type="datetime1">
              <a:rPr lang="nb-NO" smtClean="0"/>
              <a:t>16.06.2026</a:t>
            </a:fld>
            <a:endParaRPr lang="en-GB"/>
          </a:p>
        </p:txBody>
      </p:sp>
      <p:sp>
        <p:nvSpPr>
          <p:cNvPr id="12" name="Tittel 11">
            <a:extLst>
              <a:ext uri="{FF2B5EF4-FFF2-40B4-BE49-F238E27FC236}">
                <a16:creationId xmlns:a16="http://schemas.microsoft.com/office/drawing/2014/main" id="{D3D187D2-9AFF-CD25-BBF0-8660ACE2D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7B228BB0-18AE-5C39-F001-6C6D34398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38762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Two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>
            <a:extLst>
              <a:ext uri="{FF2B5EF4-FFF2-40B4-BE49-F238E27FC236}">
                <a16:creationId xmlns:a16="http://schemas.microsoft.com/office/drawing/2014/main" id="{0CCDA03A-0CC7-7DEA-59D1-590174F5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lvl="0">
              <a:lnSpc>
                <a:spcPct val="90000"/>
              </a:lnSpc>
              <a:spcAft>
                <a:spcPts val="1000"/>
              </a:spcAft>
            </a:pPr>
            <a:endParaRPr lang="nb-NO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B289923D-D57B-C124-3DDA-7822B826F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1272540"/>
            <a:ext cx="3208018" cy="4867418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1272540"/>
            <a:ext cx="3208018" cy="4867418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tx1"/>
                </a:solidFill>
              </a:defRPr>
            </a:lvl1pPr>
            <a:lvl2pPr>
              <a:defRPr lang="en-GB" sz="1200" dirty="0">
                <a:solidFill>
                  <a:schemeClr val="tx1"/>
                </a:solidFill>
              </a:defRPr>
            </a:lvl2pPr>
            <a:lvl3pPr>
              <a:defRPr lang="en-GB" sz="1100" dirty="0">
                <a:solidFill>
                  <a:schemeClr val="tx1"/>
                </a:solidFill>
              </a:defRPr>
            </a:lvl3pPr>
            <a:lvl4pPr>
              <a:defRPr lang="en-GB" sz="1050" dirty="0">
                <a:solidFill>
                  <a:schemeClr val="tx1"/>
                </a:solidFill>
              </a:defRPr>
            </a:lvl4pPr>
            <a:lvl5pPr>
              <a:defRPr lang="nb-NO" sz="105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0159F459-2B92-6046-8FF3-29C9D69E4491}" type="datetime1">
              <a:rPr lang="nb-NO" smtClean="0"/>
              <a:t>16.06.2026</a:t>
            </a:fld>
            <a:endParaRPr lang="en-GB"/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973AA600-3340-F2B5-276A-12BFE22C3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8" y="859515"/>
            <a:ext cx="3391200" cy="5328000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9CC59E0-F282-0B27-EF23-825DA7522F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9158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AA90381-AAE8-1EB2-B995-3408932DB14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6236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CC553E56-800A-386A-4966-A2E6EB56B4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0017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3524906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BA3BE-81F0-8989-7D52-E272B3CC59FF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EFEC5E9-7AFC-4EB8-4ACF-E7D6DF92550A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C84CB55-BA65-7148-9331-9DC925373382}" type="datetime1">
              <a:rPr lang="nb-NO" smtClean="0"/>
              <a:t>16.06.2026</a:t>
            </a:fld>
            <a:endParaRPr lang="en-GB"/>
          </a:p>
        </p:txBody>
      </p:sp>
      <p:sp>
        <p:nvSpPr>
          <p:cNvPr id="14" name="Tittel 13">
            <a:extLst>
              <a:ext uri="{FF2B5EF4-FFF2-40B4-BE49-F238E27FC236}">
                <a16:creationId xmlns:a16="http://schemas.microsoft.com/office/drawing/2014/main" id="{BD26808D-887B-363C-3909-C37E5090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859515"/>
            <a:ext cx="3391200" cy="5328000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8C3124C8-52A9-F18A-C827-A5FFF5938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9142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2051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1271" y="3524906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" name="Form 3">
            <a:extLst>
              <a:ext uri="{FF2B5EF4-FFF2-40B4-BE49-F238E27FC236}">
                <a16:creationId xmlns:a16="http://schemas.microsoft.com/office/drawing/2014/main" id="{5BA2C6B8-2B1B-E4F1-AFFE-BC50D0786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118A869-E6B7-0D50-214F-89FF988922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124AFC3-C301-B628-B150-8163EE6CE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C00913A-4C82-D68D-CED6-3B155B8BD391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22003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B68D53F3-0DE7-205F-22F3-BE782F513617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AA960BCE-A6D2-E72F-E13C-15A4FD29016A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D0DEC-C96A-B215-D008-B7248CB3771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191F43CE-8055-9249-81A3-A76C877C8534}" type="datetime1">
              <a:rPr lang="nb-NO" smtClean="0"/>
              <a:t>16.06.2026</a:t>
            </a:fld>
            <a:endParaRPr lang="en-GB"/>
          </a:p>
        </p:txBody>
      </p:sp>
      <p:sp>
        <p:nvSpPr>
          <p:cNvPr id="17" name="Tittel 16">
            <a:extLst>
              <a:ext uri="{FF2B5EF4-FFF2-40B4-BE49-F238E27FC236}">
                <a16:creationId xmlns:a16="http://schemas.microsoft.com/office/drawing/2014/main" id="{90FBC205-437A-FD72-D465-352591BEB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859514"/>
            <a:ext cx="3569486" cy="2292957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26DAA0CC-6DB4-91C1-9BFB-D1B20E7CB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24664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F3A8012-C7C4-15C4-B6EA-B51DC7BC3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96406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>
              <a:highlight>
                <a:srgbClr val="FFFF00"/>
              </a:highlight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0549E9E-6D9B-F422-4DC8-E05686B57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0069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>
              <a:highlight>
                <a:srgbClr val="FFFF00"/>
              </a:highlight>
            </a:endParaRPr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9D7BA0-ADB3-A368-8E19-975B0A5B45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0093" y="2016001"/>
            <a:ext cx="5094663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093" y="2736324"/>
            <a:ext cx="5094663" cy="3412800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4859B377-45B2-F8FA-C217-3899332D300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76429" y="2016001"/>
            <a:ext cx="5094663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76429" y="2736324"/>
            <a:ext cx="5094663" cy="34128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dirty="0">
                <a:solidFill>
                  <a:schemeClr val="bg1"/>
                </a:solidFill>
              </a:defRPr>
            </a:lvl1pPr>
            <a:lvl2pPr>
              <a:defRPr lang="en-GB" dirty="0">
                <a:solidFill>
                  <a:schemeClr val="bg1"/>
                </a:solidFill>
              </a:defRPr>
            </a:lvl2pPr>
            <a:lvl3pPr>
              <a:defRPr lang="en-GB" dirty="0">
                <a:solidFill>
                  <a:schemeClr val="bg1"/>
                </a:solidFill>
              </a:defRPr>
            </a:lvl3pPr>
            <a:lvl4pPr>
              <a:defRPr lang="en-GB" dirty="0">
                <a:solidFill>
                  <a:schemeClr val="bg1"/>
                </a:solidFill>
              </a:defRPr>
            </a:lvl4pPr>
            <a:lvl5pPr>
              <a:defRPr lang="nb-NO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/>
          </a:p>
        </p:txBody>
      </p:sp>
      <p:sp>
        <p:nvSpPr>
          <p:cNvPr id="17" name="Tittel 16">
            <a:extLst>
              <a:ext uri="{FF2B5EF4-FFF2-40B4-BE49-F238E27FC236}">
                <a16:creationId xmlns:a16="http://schemas.microsoft.com/office/drawing/2014/main" id="{FB512A65-82DF-20F5-B94E-41DD80599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18" name="Plassholder for dato 17">
            <a:extLst>
              <a:ext uri="{FF2B5EF4-FFF2-40B4-BE49-F238E27FC236}">
                <a16:creationId xmlns:a16="http://schemas.microsoft.com/office/drawing/2014/main" id="{B4A1C09B-24A1-9F2A-6133-FF54F6CCF2E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1D6E5A6E-A02D-E44E-9CCD-81A5BF9290AA}" type="datetime1">
              <a:rPr lang="nb-NO" smtClean="0"/>
              <a:t>16.06.2026</a:t>
            </a:fld>
            <a:endParaRPr lang="en-GB"/>
          </a:p>
        </p:txBody>
      </p:sp>
      <p:sp>
        <p:nvSpPr>
          <p:cNvPr id="19" name="Plassholder for bunntekst 18">
            <a:extLst>
              <a:ext uri="{FF2B5EF4-FFF2-40B4-BE49-F238E27FC236}">
                <a16:creationId xmlns:a16="http://schemas.microsoft.com/office/drawing/2014/main" id="{4EB497AA-0934-340C-218C-3E6E3F2B5A1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0" name="Plassholder for lysbildenummer 19">
            <a:extLst>
              <a:ext uri="{FF2B5EF4-FFF2-40B4-BE49-F238E27FC236}">
                <a16:creationId xmlns:a16="http://schemas.microsoft.com/office/drawing/2014/main" id="{7BE4A901-8216-1DDD-75B9-57B97BB198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B310B9A9-D40D-F4FE-B475-EBD70B39A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4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4" name="Form 3">
            <a:extLst>
              <a:ext uri="{FF2B5EF4-FFF2-40B4-BE49-F238E27FC236}">
                <a16:creationId xmlns:a16="http://schemas.microsoft.com/office/drawing/2014/main" id="{FADBAD41-F6A9-BAB7-0D9A-32FEC4B68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0071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201979D-845C-8C75-2E1B-0714E8A43BF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0804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804" y="2744222"/>
            <a:ext cx="3208018" cy="3398400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E68F7B0F-4ECA-6D46-148C-77213B581DE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9158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9158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D3012DC4-9659-C1DC-66DB-E3DC99FF28A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6236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4702B7F-F993-9E9D-7F5E-6D4D72FF364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26236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A80A4A-3C1F-D808-5D6E-D4D2D5A8F76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C79A838A-CD1B-874B-A963-FDE3BF571F64}" type="datetime1">
              <a:rPr lang="nb-NO" smtClean="0"/>
              <a:t>16.06.2026</a:t>
            </a:fld>
            <a:endParaRPr lang="en-GB"/>
          </a:p>
        </p:txBody>
      </p:sp>
      <p:sp>
        <p:nvSpPr>
          <p:cNvPr id="12" name="Tittel 11">
            <a:extLst>
              <a:ext uri="{FF2B5EF4-FFF2-40B4-BE49-F238E27FC236}">
                <a16:creationId xmlns:a16="http://schemas.microsoft.com/office/drawing/2014/main" id="{56D4F195-DE0A-A577-5436-8F1660B05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42DC48DA-E68D-97B8-E9BF-1BD5C6574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4440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Two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>
            <a:extLst>
              <a:ext uri="{FF2B5EF4-FFF2-40B4-BE49-F238E27FC236}">
                <a16:creationId xmlns:a16="http://schemas.microsoft.com/office/drawing/2014/main" id="{0CCDA03A-0CC7-7DEA-59D1-590174F5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lvl="0">
              <a:lnSpc>
                <a:spcPct val="90000"/>
              </a:lnSpc>
              <a:spcAft>
                <a:spcPts val="1000"/>
              </a:spcAft>
            </a:pPr>
            <a:endParaRPr lang="nb-NO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B289923D-D57B-C124-3DDA-7822B826F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1272540"/>
            <a:ext cx="3208018" cy="4867418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1272540"/>
            <a:ext cx="3208018" cy="4867418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7F7A8001-C296-2B4E-8542-84F0BB5D1561}" type="datetime1">
              <a:rPr lang="nb-NO" smtClean="0"/>
              <a:t>16.06.2026</a:t>
            </a:fld>
            <a:endParaRPr lang="en-GB"/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973AA600-3340-F2B5-276A-12BFE22C3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8" y="859515"/>
            <a:ext cx="3391200" cy="5328000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9CC59E0-F282-0B27-EF23-825DA7522F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9158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AA90381-AAE8-1EB2-B995-3408932DB14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6236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C65862A9-7C10-EF97-306C-76078EBBE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93923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3524906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BA3BE-81F0-8989-7D52-E272B3CC59FF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EFEC5E9-7AFC-4EB8-4ACF-E7D6DF92550A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607ACC0-5180-6B4A-8B0A-49B8289FB7D5}" type="datetime1">
              <a:rPr lang="nb-NO" smtClean="0"/>
              <a:t>16.06.2026</a:t>
            </a:fld>
            <a:endParaRPr lang="en-GB"/>
          </a:p>
        </p:txBody>
      </p:sp>
      <p:sp>
        <p:nvSpPr>
          <p:cNvPr id="14" name="Tittel 13">
            <a:extLst>
              <a:ext uri="{FF2B5EF4-FFF2-40B4-BE49-F238E27FC236}">
                <a16:creationId xmlns:a16="http://schemas.microsoft.com/office/drawing/2014/main" id="{638B95C4-BA14-A0F6-39BD-19DF74A7A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859515"/>
            <a:ext cx="3391200" cy="5328000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C4916927-95BD-B0B9-74F5-33D602447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21044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2051" y="3527236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1270" y="3524905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" name="Form 3">
            <a:extLst>
              <a:ext uri="{FF2B5EF4-FFF2-40B4-BE49-F238E27FC236}">
                <a16:creationId xmlns:a16="http://schemas.microsoft.com/office/drawing/2014/main" id="{5BA2C6B8-2B1B-E4F1-AFFE-BC50D0786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BAD2DE7-5320-872A-F8BD-9328D39920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1F0412B5-F1B4-466D-AF3B-DB638F9ED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CA0C24EB-38D2-2F0E-A9B0-B40306D5BF49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22003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94E912E-14F2-EFB5-086E-FDB36D079EB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C0A8A-18F6-7204-6B91-76A5976B6AAB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14" name="Plassholder for dato 13">
            <a:extLst>
              <a:ext uri="{FF2B5EF4-FFF2-40B4-BE49-F238E27FC236}">
                <a16:creationId xmlns:a16="http://schemas.microsoft.com/office/drawing/2014/main" id="{A9A3D492-F48C-A322-78C4-F3504B5D9F08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AA5F583-AD20-4447-9A73-27B337E9FE7A}" type="datetime1">
              <a:rPr lang="nb-NO" smtClean="0"/>
              <a:t>16.06.2026</a:t>
            </a:fld>
            <a:endParaRPr lang="en-GB"/>
          </a:p>
        </p:txBody>
      </p:sp>
      <p:sp>
        <p:nvSpPr>
          <p:cNvPr id="16" name="Plassholder for bunntekst 15">
            <a:extLst>
              <a:ext uri="{FF2B5EF4-FFF2-40B4-BE49-F238E27FC236}">
                <a16:creationId xmlns:a16="http://schemas.microsoft.com/office/drawing/2014/main" id="{B7F87E38-78F1-EFDC-786D-CD57D3971C0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7" name="Plassholder for lysbildenummer 16">
            <a:extLst>
              <a:ext uri="{FF2B5EF4-FFF2-40B4-BE49-F238E27FC236}">
                <a16:creationId xmlns:a16="http://schemas.microsoft.com/office/drawing/2014/main" id="{10A6D486-48B1-53B5-6395-D97EB0E7F03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2" name="Tittel 21">
            <a:extLst>
              <a:ext uri="{FF2B5EF4-FFF2-40B4-BE49-F238E27FC236}">
                <a16:creationId xmlns:a16="http://schemas.microsoft.com/office/drawing/2014/main" id="{4D6AECAB-A8DB-4F5B-D93F-4A7C03158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859514"/>
            <a:ext cx="3390022" cy="2292957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5E5C7E22-6375-FFE1-66E4-F1C775748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60330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5778500"/>
          </a:xfrm>
          <a:prstGeom prst="roundRect">
            <a:avLst>
              <a:gd name="adj" fmla="val 507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CBDB8-3652-4BFC-E24F-5329ABC3E06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59230" y="536575"/>
            <a:ext cx="3393020" cy="44767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6000" indent="0">
              <a:buNone/>
              <a:defRPr/>
            </a:lvl5pPr>
          </a:lstStyle>
          <a:p>
            <a:pPr lvl="0"/>
            <a:r>
              <a:rPr lang="en-GB"/>
              <a:t>Sub title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BAD2DE7-5320-872A-F8BD-9328D39920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59230" y="984738"/>
            <a:ext cx="3391200" cy="5203337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14000"/>
              </a:lnSpc>
              <a:buNone/>
              <a:defRPr sz="1600">
                <a:solidFill>
                  <a:schemeClr val="tx1"/>
                </a:solidFill>
              </a:defRPr>
            </a:lvl1pPr>
            <a:lvl2pPr marL="180000" indent="-180000">
              <a:spcBef>
                <a:spcPts val="100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67A8F3F-C43A-E905-27E4-94C1EC2F84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311257" y="539750"/>
            <a:ext cx="3569486" cy="5778500"/>
          </a:xfrm>
          <a:custGeom>
            <a:avLst/>
            <a:gdLst>
              <a:gd name="connsiteX0" fmla="*/ 181294 w 3569486"/>
              <a:gd name="connsiteY0" fmla="*/ 0 h 5778500"/>
              <a:gd name="connsiteX1" fmla="*/ 3388192 w 3569486"/>
              <a:gd name="connsiteY1" fmla="*/ 0 h 5778500"/>
              <a:gd name="connsiteX2" fmla="*/ 3569486 w 3569486"/>
              <a:gd name="connsiteY2" fmla="*/ 181294 h 5778500"/>
              <a:gd name="connsiteX3" fmla="*/ 3569486 w 3569486"/>
              <a:gd name="connsiteY3" fmla="*/ 5597206 h 5778500"/>
              <a:gd name="connsiteX4" fmla="*/ 3388192 w 3569486"/>
              <a:gd name="connsiteY4" fmla="*/ 5778500 h 5778500"/>
              <a:gd name="connsiteX5" fmla="*/ 181294 w 3569486"/>
              <a:gd name="connsiteY5" fmla="*/ 5778500 h 5778500"/>
              <a:gd name="connsiteX6" fmla="*/ 0 w 3569486"/>
              <a:gd name="connsiteY6" fmla="*/ 5597206 h 5778500"/>
              <a:gd name="connsiteX7" fmla="*/ 0 w 3569486"/>
              <a:gd name="connsiteY7" fmla="*/ 181294 h 5778500"/>
              <a:gd name="connsiteX8" fmla="*/ 181294 w 3569486"/>
              <a:gd name="connsiteY8" fmla="*/ 0 h 577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69486" h="5778500">
                <a:moveTo>
                  <a:pt x="181294" y="0"/>
                </a:moveTo>
                <a:lnTo>
                  <a:pt x="3388192" y="0"/>
                </a:lnTo>
                <a:cubicBezTo>
                  <a:pt x="3488318" y="0"/>
                  <a:pt x="3569486" y="81168"/>
                  <a:pt x="3569486" y="181294"/>
                </a:cubicBezTo>
                <a:lnTo>
                  <a:pt x="3569486" y="5597206"/>
                </a:lnTo>
                <a:cubicBezTo>
                  <a:pt x="3569486" y="5697332"/>
                  <a:pt x="3488318" y="5778500"/>
                  <a:pt x="3388192" y="5778500"/>
                </a:cubicBezTo>
                <a:lnTo>
                  <a:pt x="181294" y="5778500"/>
                </a:lnTo>
                <a:cubicBezTo>
                  <a:pt x="81168" y="5778500"/>
                  <a:pt x="0" y="5697332"/>
                  <a:pt x="0" y="5597206"/>
                </a:cubicBezTo>
                <a:lnTo>
                  <a:pt x="0" y="181294"/>
                </a:lnTo>
                <a:cubicBezTo>
                  <a:pt x="0" y="81168"/>
                  <a:pt x="81168" y="0"/>
                  <a:pt x="18129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360000" tIns="360000" rIns="360000" bIns="36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nb-NO"/>
              <a:t>Klikk på ikonet for å legge til et bilde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D794D-E6E1-B3AB-25AE-8A8D29E1D37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30F908BE-031A-D840-B918-D1257D1476EE}" type="datetime1">
              <a:rPr lang="nb-NO" smtClean="0"/>
              <a:t>16.06.2026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AD0DC67-9203-BF0B-289D-132BF630042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150147-05BA-F61E-5381-28CB9BE3864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C79774D8-FDD7-BA9D-8E20-0DD60E2F7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859515"/>
            <a:ext cx="3391200" cy="5328000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2F24D744-09F9-99F8-A25F-9AE8A95F8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en-GB" sz="1200" b="0" i="0" noProof="1">
                <a:solidFill>
                  <a:srgbClr val="070451"/>
                </a:solidFill>
                <a:latin typeface="+mj-lt"/>
              </a:rPr>
              <a:t>Change colours</a:t>
            </a:r>
          </a:p>
          <a:p>
            <a:pPr lvl="0">
              <a:lnSpc>
                <a:spcPct val="120000"/>
              </a:lnSpc>
            </a:pP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To change background colour, do the following: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Right click on your slide, select ‘format background’ to open the ‘format pane’.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In the format pane select ‘Solid fill’  and change ’fill colour’. 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Use one of the theme colours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or</a:t>
            </a:r>
            <a:r>
              <a:rPr lang="en-GB" sz="800" b="0" i="0" noProof="1">
                <a:solidFill>
                  <a:srgbClr val="070451"/>
                </a:solidFill>
              </a:rPr>
              <a:t> select ‘more colors’ and use the pipette to eyedrop one of the </a:t>
            </a:r>
            <a:r>
              <a:rPr lang="en-GB" sz="800" b="0" i="0" noProof="1">
                <a:solidFill>
                  <a:srgbClr val="070451"/>
                </a:solidFill>
                <a:latin typeface="+mj-lt"/>
              </a:rPr>
              <a:t>background colours</a:t>
            </a:r>
            <a:r>
              <a:rPr lang="en-GB" sz="800" b="0" i="0" noProof="1">
                <a:solidFill>
                  <a:srgbClr val="070451"/>
                </a:solidFill>
              </a:rPr>
              <a:t>  from this panel.</a:t>
            </a:r>
          </a:p>
          <a:p>
            <a:pPr lvl="0">
              <a:lnSpc>
                <a:spcPct val="110000"/>
              </a:lnSpc>
            </a:pPr>
            <a:r>
              <a:rPr lang="en-GB" sz="800" b="0" i="0" noProof="1">
                <a:solidFill>
                  <a:srgbClr val="070451"/>
                </a:solidFill>
              </a:rPr>
              <a:t>Always ensure sufficient contrast between background, text and logo.</a:t>
            </a:r>
            <a:endParaRPr lang="en-GB" sz="1100" b="0" i="0" noProof="1">
              <a:solidFill>
                <a:srgbClr val="0704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20028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43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cumentation - not for present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 spcCol="360000"/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1pPr>
            <a:lvl2pPr marL="180000" indent="-1800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200"/>
            </a:lvl2pPr>
            <a:lvl3pPr marL="0" indent="0">
              <a:spcBef>
                <a:spcPts val="800"/>
              </a:spcBef>
              <a:spcAft>
                <a:spcPts val="0"/>
              </a:spcAft>
              <a:buNone/>
              <a:tabLst/>
              <a:defRPr sz="1200" b="1" i="0">
                <a:latin typeface="+mj-lt"/>
              </a:defRPr>
            </a:lvl3pPr>
            <a:lvl4pPr marL="407988" indent="-182563">
              <a:spcBef>
                <a:spcPts val="200"/>
              </a:spcBef>
              <a:spcAft>
                <a:spcPts val="200"/>
              </a:spcAft>
              <a:tabLst/>
              <a:defRPr sz="1200"/>
            </a:lvl4pPr>
            <a:lvl5pPr marL="579438" indent="-171450">
              <a:spcBef>
                <a:spcPts val="200"/>
              </a:spcBef>
              <a:spcAft>
                <a:spcPts val="200"/>
              </a:spcAft>
              <a:tabLst/>
              <a:defRPr sz="120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A94440-F3B9-FCB7-E0E0-6591A11B09E1}"/>
              </a:ext>
            </a:extLst>
          </p:cNvPr>
          <p:cNvSpPr txBox="1"/>
          <p:nvPr/>
        </p:nvSpPr>
        <p:spPr>
          <a:xfrm>
            <a:off x="539749" y="6519600"/>
            <a:ext cx="857251" cy="151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GB" sz="800">
                <a:solidFill>
                  <a:schemeClr val="tx2"/>
                </a:solidFill>
                <a:latin typeface="+mn-lt"/>
              </a:rPr>
              <a:t>Documentation</a:t>
            </a:r>
            <a:endParaRPr lang="en-US" sz="800" b="0" i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5" name="Section title">
            <a:extLst>
              <a:ext uri="{FF2B5EF4-FFF2-40B4-BE49-F238E27FC236}">
                <a16:creationId xmlns:a16="http://schemas.microsoft.com/office/drawing/2014/main" id="{7EBBC536-8B67-BA29-1935-EE75B7ED8D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en-GB"/>
              <a:t>Section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6C72EC1-43DD-15C7-5FE4-C2AB517FC62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04F2E20-6E09-5547-AEA2-61797C6F6700}" type="datetime1">
              <a:rPr lang="nb-NO" smtClean="0"/>
              <a:t>16.06.2026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929E547-C851-2001-8FB1-71A551667C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720850" y="6519600"/>
            <a:ext cx="849019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3E548C7-CE7A-DB15-956B-4D031221CA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3680C41F-4BE8-2105-2D61-40724B46A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6985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OP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4F124E6-E0F2-4924-0E70-12F34D9FB0C8}"/>
              </a:ext>
            </a:extLst>
          </p:cNvPr>
          <p:cNvSpPr txBox="1"/>
          <p:nvPr/>
        </p:nvSpPr>
        <p:spPr>
          <a:xfrm>
            <a:off x="1" y="495657"/>
            <a:ext cx="12192000" cy="55399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423"/>
              </a:spcBef>
              <a:spcAft>
                <a:spcPts val="847"/>
              </a:spcAft>
            </a:pPr>
            <a:r>
              <a:rPr lang="nb-NO" sz="12000" spc="-317">
                <a:solidFill>
                  <a:schemeClr val="tx2"/>
                </a:solidFill>
                <a:latin typeface="+mj-lt"/>
              </a:rPr>
              <a:t>DO NOT USE LAYOUTS AFTER THIS ONE</a:t>
            </a:r>
          </a:p>
        </p:txBody>
      </p:sp>
      <p:pic>
        <p:nvPicPr>
          <p:cNvPr id="7" name="Grafikk 9">
            <a:extLst>
              <a:ext uri="{FF2B5EF4-FFF2-40B4-BE49-F238E27FC236}">
                <a16:creationId xmlns:a16="http://schemas.microsoft.com/office/drawing/2014/main" id="{127343F3-6CFA-0B5A-FE1E-C7FA14190D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4033" y="3543390"/>
            <a:ext cx="3058326" cy="305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7553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95CA1C-62DA-279C-6953-0B52048EE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859515"/>
            <a:ext cx="11113200" cy="1123200"/>
          </a:xfrm>
          <a:prstGeom prst="rect">
            <a:avLst/>
          </a:prstGeom>
        </p:spPr>
        <p:txBody>
          <a:bodyPr vert="horz" lIns="0" tIns="0" rIns="0" bIns="45720" rtlCol="0" anchor="t" anchorCtr="0">
            <a:noAutofit/>
          </a:bodyPr>
          <a:lstStyle/>
          <a:p>
            <a:r>
              <a:rPr lang="nb-NO"/>
              <a:t>Klikk for å redigere tittelstil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60132-4B0B-A424-F065-3672D46CD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016000"/>
            <a:ext cx="11113200" cy="4171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67FA9-D347-59DF-776B-CE3CE1FDF2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11050" y="6519600"/>
            <a:ext cx="720475" cy="1512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/>
                </a:solidFill>
              </a:defRPr>
            </a:lvl1pPr>
          </a:lstStyle>
          <a:p>
            <a:fld id="{9D7B6C4A-89AC-BA4F-ABC3-FBE73BF7B1F3}" type="datetime1">
              <a:rPr lang="nb-NO" smtClean="0"/>
              <a:t>16.06.2026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F0C9C-4CA8-C540-0D7A-0D0AE862D1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519600"/>
            <a:ext cx="9671049" cy="15120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FB22E-486D-AF6C-C00E-1827BFA1F2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31526" y="6519600"/>
            <a:ext cx="721674" cy="1512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Graphic 8">
            <a:extLst>
              <a:ext uri="{FF2B5EF4-FFF2-40B4-BE49-F238E27FC236}">
                <a16:creationId xmlns:a16="http://schemas.microsoft.com/office/drawing/2014/main" id="{04CDEB6A-EC9F-A47E-AB0F-C408F31AB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5354" y="6503682"/>
            <a:ext cx="196988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7F3D713-F8BA-001B-13C0-EB5FDA744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73674" y="1"/>
            <a:ext cx="2627986" cy="6858000"/>
            <a:chOff x="12373674" y="1"/>
            <a:chExt cx="2627986" cy="6858000"/>
          </a:xfrm>
        </p:grpSpPr>
        <p:sp>
          <p:nvSpPr>
            <p:cNvPr id="47" name="Avrundet rektangel 4">
              <a:extLst>
                <a:ext uri="{FF2B5EF4-FFF2-40B4-BE49-F238E27FC236}">
                  <a16:creationId xmlns:a16="http://schemas.microsoft.com/office/drawing/2014/main" id="{6D63A4C4-00B5-369A-08BF-064C27E241AD}"/>
                </a:ext>
              </a:extLst>
            </p:cNvPr>
            <p:cNvSpPr/>
            <p:nvPr/>
          </p:nvSpPr>
          <p:spPr>
            <a:xfrm>
              <a:off x="12373674" y="1"/>
              <a:ext cx="2627986" cy="6858000"/>
            </a:xfrm>
            <a:prstGeom prst="roundRect">
              <a:avLst>
                <a:gd name="adj" fmla="val 5452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 sz="100"/>
            </a:p>
          </p:txBody>
        </p:sp>
        <p:sp>
          <p:nvSpPr>
            <p:cNvPr id="54" name="TekstSylinder 48">
              <a:extLst>
                <a:ext uri="{FF2B5EF4-FFF2-40B4-BE49-F238E27FC236}">
                  <a16:creationId xmlns:a16="http://schemas.microsoft.com/office/drawing/2014/main" id="{EB10F4DD-B8AE-3019-112A-9139718F3AB2}"/>
                </a:ext>
              </a:extLst>
            </p:cNvPr>
            <p:cNvSpPr txBox="1"/>
            <p:nvPr/>
          </p:nvSpPr>
          <p:spPr>
            <a:xfrm>
              <a:off x="12627097" y="244919"/>
              <a:ext cx="2140807" cy="7786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100" b="0" i="0">
                  <a:solidFill>
                    <a:srgbClr val="070451"/>
                  </a:solidFill>
                  <a:latin typeface="+mj-lt"/>
                  <a:cs typeface="Arial" panose="020B0604020202020204" pitchFamily="34" charset="0"/>
                </a:rPr>
                <a:t>Colour palette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00" b="0" i="0" u="none" strike="noStrike" kern="1200" cap="none" spc="0" normalizeH="0" baseline="0" noProof="1">
                  <a:ln>
                    <a:noFill/>
                  </a:ln>
                  <a:solidFill>
                    <a:srgbClr val="070451"/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</a:rPr>
                <a:t>Only a selection of the Telenor colours are available in this template, if you need additional supporting colours, eyedrop them from this panel.</a:t>
              </a:r>
            </a:p>
          </p:txBody>
        </p:sp>
        <p:sp>
          <p:nvSpPr>
            <p:cNvPr id="49" name="Ellipse 29">
              <a:extLst>
                <a:ext uri="{FF2B5EF4-FFF2-40B4-BE49-F238E27FC236}">
                  <a16:creationId xmlns:a16="http://schemas.microsoft.com/office/drawing/2014/main" id="{736F8E83-D053-8E07-57FE-9EA0BEFC59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627097" y="1901793"/>
              <a:ext cx="360000" cy="360000"/>
            </a:xfrm>
            <a:prstGeom prst="ellipse">
              <a:avLst/>
            </a:prstGeom>
            <a:solidFill>
              <a:srgbClr val="070452"/>
            </a:solidFill>
            <a:ln w="127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50" name="Ellipse 30">
              <a:extLst>
                <a:ext uri="{FF2B5EF4-FFF2-40B4-BE49-F238E27FC236}">
                  <a16:creationId xmlns:a16="http://schemas.microsoft.com/office/drawing/2014/main" id="{339BA127-F574-FCAF-0AA4-E7ECB3A0CE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16703" y="1901793"/>
              <a:ext cx="360000" cy="360000"/>
            </a:xfrm>
            <a:prstGeom prst="ellipse">
              <a:avLst/>
            </a:prstGeom>
            <a:solidFill>
              <a:srgbClr val="1C16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51" name="Ellipse 31">
              <a:extLst>
                <a:ext uri="{FF2B5EF4-FFF2-40B4-BE49-F238E27FC236}">
                  <a16:creationId xmlns:a16="http://schemas.microsoft.com/office/drawing/2014/main" id="{E1D0C162-4C0F-1409-E253-151D1CF6E9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071900" y="1901793"/>
              <a:ext cx="360000" cy="360000"/>
            </a:xfrm>
            <a:prstGeom prst="ellipse">
              <a:avLst/>
            </a:prstGeom>
            <a:solidFill>
              <a:srgbClr val="00C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52" name="Ellipse 33">
              <a:extLst>
                <a:ext uri="{FF2B5EF4-FFF2-40B4-BE49-F238E27FC236}">
                  <a16:creationId xmlns:a16="http://schemas.microsoft.com/office/drawing/2014/main" id="{6A5D3B67-2445-CF11-C108-008B918361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506" y="1901793"/>
              <a:ext cx="360000" cy="360000"/>
            </a:xfrm>
            <a:prstGeom prst="ellipse">
              <a:avLst/>
            </a:prstGeom>
            <a:solidFill>
              <a:srgbClr val="AD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53" name="Ellipse 34">
              <a:extLst>
                <a:ext uri="{FF2B5EF4-FFF2-40B4-BE49-F238E27FC236}">
                  <a16:creationId xmlns:a16="http://schemas.microsoft.com/office/drawing/2014/main" id="{03DC1169-22CA-0FE7-C926-38078FA48A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406309" y="1901793"/>
              <a:ext cx="360000" cy="360000"/>
            </a:xfrm>
            <a:prstGeom prst="ellipse">
              <a:avLst/>
            </a:prstGeom>
            <a:solidFill>
              <a:srgbClr val="EBFFFF"/>
            </a:solidFill>
            <a:ln w="12700">
              <a:solidFill>
                <a:srgbClr val="00C8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56" name="TekstSylinder 50">
              <a:extLst>
                <a:ext uri="{FF2B5EF4-FFF2-40B4-BE49-F238E27FC236}">
                  <a16:creationId xmlns:a16="http://schemas.microsoft.com/office/drawing/2014/main" id="{DB1633FD-E7F9-83E2-74E9-2C51E2781FEE}"/>
                </a:ext>
              </a:extLst>
            </p:cNvPr>
            <p:cNvSpPr txBox="1"/>
            <p:nvPr/>
          </p:nvSpPr>
          <p:spPr>
            <a:xfrm>
              <a:off x="12627096" y="1237835"/>
              <a:ext cx="2222001" cy="572840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>
              <a:defPPr>
                <a:defRPr lang="en-NO"/>
              </a:defPPr>
              <a:lvl1pPr>
                <a:spcAft>
                  <a:spcPts val="600"/>
                </a:spcAft>
                <a:defRPr b="0" i="0">
                  <a:cs typeface="Arial" panose="020B0604020202020204" pitchFamily="34" charset="0"/>
                </a:defRPr>
              </a:lvl1pPr>
            </a:lstStyle>
            <a:p>
              <a:pPr lvl="0"/>
              <a:r>
                <a:rPr lang="en-GB" sz="1050" b="0" i="0">
                  <a:solidFill>
                    <a:srgbClr val="070451"/>
                  </a:solidFill>
                  <a:latin typeface="+mj-lt"/>
                </a:rPr>
                <a:t>Core colours</a:t>
              </a:r>
            </a:p>
            <a:p>
              <a:pPr lvl="0">
                <a:lnSpc>
                  <a:spcPct val="110000"/>
                </a:lnSpc>
              </a:pPr>
              <a:r>
                <a:rPr lang="en-GB" sz="800" b="0" i="0" noProof="1">
                  <a:solidFill>
                    <a:srgbClr val="070451"/>
                  </a:solidFill>
                </a:rPr>
                <a:t>Our blue colours are a key ingredient for establishing brand recognition.</a:t>
              </a:r>
            </a:p>
          </p:txBody>
        </p:sp>
        <p:cxnSp>
          <p:nvCxnSpPr>
            <p:cNvPr id="23" name="Rett linje 53">
              <a:extLst>
                <a:ext uri="{FF2B5EF4-FFF2-40B4-BE49-F238E27FC236}">
                  <a16:creationId xmlns:a16="http://schemas.microsoft.com/office/drawing/2014/main" id="{FD93F3A5-1124-4EF8-FD15-6442F0960AED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4105379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Rett linje 53">
              <a:extLst>
                <a:ext uri="{FF2B5EF4-FFF2-40B4-BE49-F238E27FC236}">
                  <a16:creationId xmlns:a16="http://schemas.microsoft.com/office/drawing/2014/main" id="{DAB232E4-C0AD-9AA6-BDFC-1EB2C92E8BDA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1237835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5DC1086A-5C4C-C5FC-D068-7659024C2D76}"/>
                </a:ext>
              </a:extLst>
            </p:cNvPr>
            <p:cNvGrpSpPr/>
            <p:nvPr/>
          </p:nvGrpSpPr>
          <p:grpSpPr>
            <a:xfrm>
              <a:off x="12627096" y="2374072"/>
              <a:ext cx="2160000" cy="234286"/>
              <a:chOff x="12944663" y="3703978"/>
              <a:chExt cx="2160000" cy="234286"/>
            </a:xfrm>
          </p:grpSpPr>
          <p:cxnSp>
            <p:nvCxnSpPr>
              <p:cNvPr id="59" name="Rett linje 54">
                <a:extLst>
                  <a:ext uri="{FF2B5EF4-FFF2-40B4-BE49-F238E27FC236}">
                    <a16:creationId xmlns:a16="http://schemas.microsoft.com/office/drawing/2014/main" id="{5C2C6591-BC4D-A0B3-AB72-C5B31411AA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44663" y="3703978"/>
                <a:ext cx="2160000" cy="0"/>
              </a:xfrm>
              <a:prstGeom prst="line">
                <a:avLst/>
              </a:prstGeom>
              <a:ln w="63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TekstSylinder 61">
                <a:extLst>
                  <a:ext uri="{FF2B5EF4-FFF2-40B4-BE49-F238E27FC236}">
                    <a16:creationId xmlns:a16="http://schemas.microsoft.com/office/drawing/2014/main" id="{EDDBEEC5-6199-5479-C0EF-2278450BF05F}"/>
                  </a:ext>
                </a:extLst>
              </p:cNvPr>
              <p:cNvSpPr txBox="1"/>
              <p:nvPr/>
            </p:nvSpPr>
            <p:spPr>
              <a:xfrm>
                <a:off x="12944663" y="3703978"/>
                <a:ext cx="2159999" cy="234286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pPr marL="0" algn="l" defTabSz="914400" rtl="0" eaLnBrk="1" latinLnBrk="0" hangingPunct="1">
                  <a:spcAft>
                    <a:spcPts val="600"/>
                  </a:spcAft>
                </a:pPr>
                <a:r>
                  <a:rPr lang="en-GB" sz="1050" b="0" i="0" kern="1200">
                    <a:solidFill>
                      <a:srgbClr val="070451"/>
                    </a:solidFill>
                    <a:latin typeface="+mj-lt"/>
                    <a:ea typeface="+mn-ea"/>
                    <a:cs typeface="Arial" panose="020B0604020202020204" pitchFamily="34" charset="0"/>
                  </a:rPr>
                  <a:t>Supporting colours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A709970-256C-9419-FB47-3C8B3D12A584}"/>
                </a:ext>
              </a:extLst>
            </p:cNvPr>
            <p:cNvGrpSpPr/>
            <p:nvPr userDrawn="1"/>
          </p:nvGrpSpPr>
          <p:grpSpPr>
            <a:xfrm>
              <a:off x="12627096" y="3399204"/>
              <a:ext cx="2139213" cy="568472"/>
              <a:chOff x="12627096" y="3601112"/>
              <a:chExt cx="2139213" cy="568472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21806F39-3B2E-D367-6913-B80DA47AFABB}"/>
                  </a:ext>
                </a:extLst>
              </p:cNvPr>
              <p:cNvGrpSpPr/>
              <p:nvPr/>
            </p:nvGrpSpPr>
            <p:grpSpPr>
              <a:xfrm>
                <a:off x="12627097" y="3809584"/>
                <a:ext cx="2139212" cy="360000"/>
                <a:chOff x="12627097" y="3996340"/>
                <a:chExt cx="2139212" cy="360000"/>
              </a:xfrm>
            </p:grpSpPr>
            <p:sp>
              <p:nvSpPr>
                <p:cNvPr id="69" name="Ellipse 74">
                  <a:extLst>
                    <a:ext uri="{FF2B5EF4-FFF2-40B4-BE49-F238E27FC236}">
                      <a16:creationId xmlns:a16="http://schemas.microsoft.com/office/drawing/2014/main" id="{7A50EFDB-9394-128D-616B-C90872CE268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996340"/>
                  <a:ext cx="360000" cy="360000"/>
                </a:xfrm>
                <a:prstGeom prst="ellipse">
                  <a:avLst/>
                </a:prstGeom>
                <a:solidFill>
                  <a:srgbClr val="FFF5F9"/>
                </a:solidFill>
                <a:ln w="12700">
                  <a:solidFill>
                    <a:srgbClr val="FFB8D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70" name="Ellipse 75">
                  <a:extLst>
                    <a:ext uri="{FF2B5EF4-FFF2-40B4-BE49-F238E27FC236}">
                      <a16:creationId xmlns:a16="http://schemas.microsoft.com/office/drawing/2014/main" id="{83C7EB67-0619-D1F1-3DB5-F3441733233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996340"/>
                  <a:ext cx="360000" cy="360000"/>
                </a:xfrm>
                <a:prstGeom prst="ellipse">
                  <a:avLst/>
                </a:prstGeom>
                <a:solidFill>
                  <a:srgbClr val="F5FEF6"/>
                </a:solidFill>
                <a:ln w="12700">
                  <a:solidFill>
                    <a:srgbClr val="B1FB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71" name="Ellipse 76">
                  <a:extLst>
                    <a:ext uri="{FF2B5EF4-FFF2-40B4-BE49-F238E27FC236}">
                      <a16:creationId xmlns:a16="http://schemas.microsoft.com/office/drawing/2014/main" id="{C4029C04-990F-A95A-C2F8-5FE84947179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996340"/>
                  <a:ext cx="360000" cy="360000"/>
                </a:xfrm>
                <a:prstGeom prst="ellipse">
                  <a:avLst/>
                </a:prstGeom>
                <a:solidFill>
                  <a:srgbClr val="FFF9F5"/>
                </a:solidFill>
                <a:ln w="12700">
                  <a:solidFill>
                    <a:srgbClr val="FFCF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72" name="Ellipse 77">
                  <a:extLst>
                    <a:ext uri="{FF2B5EF4-FFF2-40B4-BE49-F238E27FC236}">
                      <a16:creationId xmlns:a16="http://schemas.microsoft.com/office/drawing/2014/main" id="{A0EAF171-6706-4088-712E-B94E68FC4A8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996340"/>
                  <a:ext cx="360000" cy="360000"/>
                </a:xfrm>
                <a:prstGeom prst="ellipse">
                  <a:avLst/>
                </a:prstGeom>
                <a:solidFill>
                  <a:srgbClr val="FFFDEB"/>
                </a:solidFill>
                <a:ln w="12700">
                  <a:solidFill>
                    <a:srgbClr val="FEF7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73" name="Ellipse 78">
                  <a:extLst>
                    <a:ext uri="{FF2B5EF4-FFF2-40B4-BE49-F238E27FC236}">
                      <a16:creationId xmlns:a16="http://schemas.microsoft.com/office/drawing/2014/main" id="{193E5CFA-DDCF-8460-598C-49E53AE0F56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996340"/>
                  <a:ext cx="360000" cy="360000"/>
                </a:xfrm>
                <a:prstGeom prst="ellipse">
                  <a:avLst/>
                </a:prstGeom>
                <a:solidFill>
                  <a:srgbClr val="FFF5F5"/>
                </a:solidFill>
                <a:ln w="12700">
                  <a:solidFill>
                    <a:srgbClr val="FFAD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C22C80A-D708-B1AF-DA7A-B0F5C7AC5D51}"/>
                  </a:ext>
                </a:extLst>
              </p:cNvPr>
              <p:cNvSpPr txBox="1"/>
              <p:nvPr/>
            </p:nvSpPr>
            <p:spPr>
              <a:xfrm>
                <a:off x="12627096" y="3601112"/>
                <a:ext cx="944169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800" b="0" i="0" u="none" strike="noStrike" kern="1200" cap="none" spc="0" normalizeH="0" baseline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Arial" panose="020B0604020202020204" pitchFamily="34" charset="0"/>
                  </a:rPr>
                  <a:t>Background colours</a:t>
                </a:r>
                <a:endParaRPr kumimoji="0" lang="nb-NO" sz="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 Evolution PPT Light" pitchFamily="2" charset="77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7A871C5-6CEA-42BE-453C-12C13F727596}"/>
                </a:ext>
              </a:extLst>
            </p:cNvPr>
            <p:cNvGrpSpPr/>
            <p:nvPr userDrawn="1"/>
          </p:nvGrpSpPr>
          <p:grpSpPr>
            <a:xfrm>
              <a:off x="12627096" y="2687503"/>
              <a:ext cx="2139213" cy="568472"/>
              <a:chOff x="12627096" y="2816351"/>
              <a:chExt cx="2139213" cy="568472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12231960-1C1A-5CAF-5888-9FBEDFC45B60}"/>
                  </a:ext>
                </a:extLst>
              </p:cNvPr>
              <p:cNvGrpSpPr/>
              <p:nvPr/>
            </p:nvGrpSpPr>
            <p:grpSpPr>
              <a:xfrm>
                <a:off x="12627097" y="3024823"/>
                <a:ext cx="2139212" cy="360000"/>
                <a:chOff x="12627097" y="3302521"/>
                <a:chExt cx="2139212" cy="360000"/>
              </a:xfrm>
            </p:grpSpPr>
            <p:sp>
              <p:nvSpPr>
                <p:cNvPr id="61" name="Ellipse 56">
                  <a:extLst>
                    <a:ext uri="{FF2B5EF4-FFF2-40B4-BE49-F238E27FC236}">
                      <a16:creationId xmlns:a16="http://schemas.microsoft.com/office/drawing/2014/main" id="{4AAD2FD4-B90B-9DE8-7378-31163D1B091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302521"/>
                  <a:ext cx="360000" cy="360000"/>
                </a:xfrm>
                <a:prstGeom prst="ellipse">
                  <a:avLst/>
                </a:prstGeom>
                <a:solidFill>
                  <a:srgbClr val="FFB8D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62" name="Ellipse 57">
                  <a:extLst>
                    <a:ext uri="{FF2B5EF4-FFF2-40B4-BE49-F238E27FC236}">
                      <a16:creationId xmlns:a16="http://schemas.microsoft.com/office/drawing/2014/main" id="{F9EC31B1-30FC-781E-38A3-2CF1D9FBCBB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302521"/>
                  <a:ext cx="360000" cy="360000"/>
                </a:xfrm>
                <a:prstGeom prst="ellipse">
                  <a:avLst/>
                </a:prstGeom>
                <a:solidFill>
                  <a:srgbClr val="B1FB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63" name="Ellipse 58">
                  <a:extLst>
                    <a:ext uri="{FF2B5EF4-FFF2-40B4-BE49-F238E27FC236}">
                      <a16:creationId xmlns:a16="http://schemas.microsoft.com/office/drawing/2014/main" id="{573ABCA9-925E-ADC3-3156-2286F0F788A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302521"/>
                  <a:ext cx="360000" cy="360000"/>
                </a:xfrm>
                <a:prstGeom prst="ellipse">
                  <a:avLst/>
                </a:prstGeom>
                <a:solidFill>
                  <a:srgbClr val="FFCF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64" name="Ellipse 59">
                  <a:extLst>
                    <a:ext uri="{FF2B5EF4-FFF2-40B4-BE49-F238E27FC236}">
                      <a16:creationId xmlns:a16="http://schemas.microsoft.com/office/drawing/2014/main" id="{37591B38-F715-BB13-C88E-77828CE801D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302521"/>
                  <a:ext cx="360000" cy="360000"/>
                </a:xfrm>
                <a:prstGeom prst="ellipse">
                  <a:avLst/>
                </a:prstGeom>
                <a:solidFill>
                  <a:srgbClr val="FEF7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65" name="Ellipse 60">
                  <a:extLst>
                    <a:ext uri="{FF2B5EF4-FFF2-40B4-BE49-F238E27FC236}">
                      <a16:creationId xmlns:a16="http://schemas.microsoft.com/office/drawing/2014/main" id="{E4C6EF15-81F7-54A5-1A6A-9DF83806248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302521"/>
                  <a:ext cx="360000" cy="360000"/>
                </a:xfrm>
                <a:prstGeom prst="ellipse">
                  <a:avLst/>
                </a:prstGeom>
                <a:solidFill>
                  <a:srgbClr val="FFAD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E23F57C-0E63-FAFF-121A-7F28BFAABCC3}"/>
                  </a:ext>
                </a:extLst>
              </p:cNvPr>
              <p:cNvSpPr txBox="1"/>
              <p:nvPr/>
            </p:nvSpPr>
            <p:spPr>
              <a:xfrm>
                <a:off x="12627096" y="2816351"/>
                <a:ext cx="58189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800" b="0" i="0" u="none" strike="noStrike" kern="1200" cap="none" spc="0" normalizeH="0" baseline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Arial" panose="020B0604020202020204" pitchFamily="34" charset="0"/>
                  </a:rPr>
                  <a:t>Text colours</a:t>
                </a:r>
                <a:endParaRPr kumimoji="0" lang="nb-NO" sz="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 Evolution PPT Light" pitchFamily="2" charset="77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D85A3655-D3B5-EBEF-5692-EA37DD9516D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16575" y="6657340"/>
            <a:ext cx="990600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nb-NO" sz="900">
                <a:solidFill>
                  <a:srgbClr val="A6A6A6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2154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667" r:id="rId5"/>
    <p:sldLayoutId id="2147483668" r:id="rId6"/>
    <p:sldLayoutId id="2147483742" r:id="rId7"/>
    <p:sldLayoutId id="2147483670" r:id="rId8"/>
    <p:sldLayoutId id="2147483671" r:id="rId9"/>
    <p:sldLayoutId id="2147483678" r:id="rId10"/>
    <p:sldLayoutId id="2147483741" r:id="rId11"/>
    <p:sldLayoutId id="2147483745" r:id="rId12"/>
    <p:sldLayoutId id="2147483675" r:id="rId13"/>
    <p:sldLayoutId id="2147483676" r:id="rId14"/>
    <p:sldLayoutId id="2147483677" r:id="rId15"/>
    <p:sldLayoutId id="2147483680" r:id="rId16"/>
    <p:sldLayoutId id="2147483687" r:id="rId17"/>
    <p:sldLayoutId id="2147483681" r:id="rId18"/>
    <p:sldLayoutId id="2147483688" r:id="rId19"/>
    <p:sldLayoutId id="2147483682" r:id="rId20"/>
    <p:sldLayoutId id="2147483689" r:id="rId21"/>
    <p:sldLayoutId id="2147483683" r:id="rId22"/>
    <p:sldLayoutId id="2147483690" r:id="rId23"/>
    <p:sldLayoutId id="2147483684" r:id="rId24"/>
    <p:sldLayoutId id="2147483691" r:id="rId25"/>
    <p:sldLayoutId id="2147483697" r:id="rId26"/>
    <p:sldLayoutId id="2147483700" r:id="rId27"/>
    <p:sldLayoutId id="2147483685" r:id="rId28"/>
    <p:sldLayoutId id="2147483748" r:id="rId29"/>
    <p:sldLayoutId id="2147483692" r:id="rId30"/>
    <p:sldLayoutId id="2147483686" r:id="rId31"/>
    <p:sldLayoutId id="2147483693" r:id="rId32"/>
    <p:sldLayoutId id="2147483746" r:id="rId33"/>
    <p:sldLayoutId id="2147483743" r:id="rId34"/>
    <p:sldLayoutId id="2147483694" r:id="rId35"/>
    <p:sldLayoutId id="2147483695" r:id="rId36"/>
    <p:sldLayoutId id="2147483696" r:id="rId37"/>
    <p:sldLayoutId id="2147483698" r:id="rId38"/>
    <p:sldLayoutId id="2147483701" r:id="rId39"/>
    <p:sldLayoutId id="2147483699" r:id="rId40"/>
    <p:sldLayoutId id="2147483702" r:id="rId41"/>
    <p:sldLayoutId id="2147483703" r:id="rId42"/>
    <p:sldLayoutId id="2147483704" r:id="rId43"/>
    <p:sldLayoutId id="2147483705" r:id="rId44"/>
    <p:sldLayoutId id="2147483708" r:id="rId45"/>
    <p:sldLayoutId id="2147483711" r:id="rId46"/>
    <p:sldLayoutId id="2147483710" r:id="rId47"/>
    <p:sldLayoutId id="2147483712" r:id="rId48"/>
    <p:sldLayoutId id="2147483713" r:id="rId49"/>
    <p:sldLayoutId id="2147483714" r:id="rId50"/>
    <p:sldLayoutId id="2147483721" r:id="rId51"/>
    <p:sldLayoutId id="2147483716" r:id="rId52"/>
    <p:sldLayoutId id="2147483717" r:id="rId53"/>
    <p:sldLayoutId id="2147483718" r:id="rId54"/>
    <p:sldLayoutId id="2147483719" r:id="rId55"/>
    <p:sldLayoutId id="2147483720" r:id="rId56"/>
    <p:sldLayoutId id="2147483722" r:id="rId57"/>
    <p:sldLayoutId id="2147483723" r:id="rId58"/>
    <p:sldLayoutId id="2147483747" r:id="rId59"/>
    <p:sldLayoutId id="2147483724" r:id="rId60"/>
    <p:sldLayoutId id="2147483725" r:id="rId61"/>
    <p:sldLayoutId id="2147483726" r:id="rId62"/>
    <p:sldLayoutId id="2147483728" r:id="rId63"/>
    <p:sldLayoutId id="2147483727" r:id="rId64"/>
    <p:sldLayoutId id="2147483729" r:id="rId65"/>
    <p:sldLayoutId id="2147483730" r:id="rId66"/>
    <p:sldLayoutId id="2147483731" r:id="rId67"/>
    <p:sldLayoutId id="2147483732" r:id="rId68"/>
    <p:sldLayoutId id="2147483733" r:id="rId6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4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936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  <p15:guide id="3" pos="340">
          <p15:clr>
            <a:srgbClr val="F26B43"/>
          </p15:clr>
        </p15:guide>
        <p15:guide id="4" pos="7340">
          <p15:clr>
            <a:srgbClr val="F26B43"/>
          </p15:clr>
        </p15:guide>
        <p15:guide id="5" orient="horz" pos="3982">
          <p15:clr>
            <a:srgbClr val="F26B43"/>
          </p15:clr>
        </p15:guide>
        <p15:guide id="8" orient="horz" pos="338">
          <p15:clr>
            <a:srgbClr val="F26B43"/>
          </p15:clr>
        </p15:guide>
        <p15:guide id="9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6.svg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1.xml"/><Relationship Id="rId6" Type="http://schemas.openxmlformats.org/officeDocument/2006/relationships/image" Target="../media/image5.svg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2.xml"/><Relationship Id="rId6" Type="http://schemas.openxmlformats.org/officeDocument/2006/relationships/image" Target="../media/image8.png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BE868-5544-E248-3415-77761F931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D18611F-EB92-A2B8-B158-02295894B01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18611F-EB92-A2B8-B158-02295894B0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A50E0525-AF16-100B-0A3C-107D832B2819}"/>
              </a:ext>
            </a:extLst>
          </p:cNvPr>
          <p:cNvSpPr txBox="1"/>
          <p:nvPr/>
        </p:nvSpPr>
        <p:spPr>
          <a:xfrm>
            <a:off x="272143" y="244817"/>
            <a:ext cx="118432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2800" dirty="0">
                <a:solidFill>
                  <a:srgbClr val="FFFFFF"/>
                </a:solidFill>
                <a:latin typeface="Telenor Evolution ExBd Slanted"/>
              </a:rPr>
              <a:t>Forenkling av Partnerprosess i</a:t>
            </a:r>
            <a:r>
              <a:rPr kumimoji="0" lang="nb-NO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lenor Evolution ExBd Slanted"/>
                <a:ea typeface="+mn-ea"/>
                <a:cs typeface="+mn-cs"/>
              </a:rPr>
              <a:t> Salesforce</a:t>
            </a:r>
          </a:p>
        </p:txBody>
      </p:sp>
      <p:sp>
        <p:nvSpPr>
          <p:cNvPr id="22" name="Rektangel: avrundede hjørner 13">
            <a:extLst>
              <a:ext uri="{FF2B5EF4-FFF2-40B4-BE49-F238E27FC236}">
                <a16:creationId xmlns:a16="http://schemas.microsoft.com/office/drawing/2014/main" id="{B6722EF8-EC4E-2DCD-0425-882B26662D8D}"/>
              </a:ext>
            </a:extLst>
          </p:cNvPr>
          <p:cNvSpPr/>
          <p:nvPr/>
        </p:nvSpPr>
        <p:spPr>
          <a:xfrm>
            <a:off x="1774454" y="2021993"/>
            <a:ext cx="1039680" cy="423740"/>
          </a:xfrm>
          <a:prstGeom prst="roundRect">
            <a:avLst>
              <a:gd name="adj" fmla="val 451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800" b="1" i="0" u="none" strike="noStrike" kern="1200" cap="none" spc="0" normalizeH="0" baseline="0" noProof="0">
                <a:ln>
                  <a:noFill/>
                </a:ln>
                <a:solidFill>
                  <a:srgbClr val="070452"/>
                </a:solidFill>
                <a:effectLst/>
                <a:uLnTx/>
                <a:uFillTx/>
                <a:latin typeface="Telenor Evolution Medium" pitchFamily="50" charset="0"/>
                <a:ea typeface="+mn-ea"/>
                <a:cs typeface="+mn-cs"/>
              </a:rPr>
              <a:t>SUSPECTING</a:t>
            </a:r>
            <a:endParaRPr kumimoji="0" lang="nb-NO" sz="800" b="0" i="0" u="none" strike="noStrike" kern="1200" cap="none" spc="0" normalizeH="0" baseline="0" noProof="0">
              <a:ln>
                <a:noFill/>
              </a:ln>
              <a:solidFill>
                <a:srgbClr val="070452"/>
              </a:solidFill>
              <a:effectLst/>
              <a:uLnTx/>
              <a:uFillTx/>
              <a:latin typeface="Telenor Evolution Light"/>
              <a:ea typeface="+mn-ea"/>
              <a:cs typeface="+mn-cs"/>
            </a:endParaRPr>
          </a:p>
        </p:txBody>
      </p:sp>
      <p:sp>
        <p:nvSpPr>
          <p:cNvPr id="42" name="Rektangel: avrundede hjørner 92">
            <a:extLst>
              <a:ext uri="{FF2B5EF4-FFF2-40B4-BE49-F238E27FC236}">
                <a16:creationId xmlns:a16="http://schemas.microsoft.com/office/drawing/2014/main" id="{79FF7B7F-1D09-DD68-0BAB-7109E40F27B1}"/>
              </a:ext>
            </a:extLst>
          </p:cNvPr>
          <p:cNvSpPr/>
          <p:nvPr/>
        </p:nvSpPr>
        <p:spPr>
          <a:xfrm>
            <a:off x="8531479" y="2030180"/>
            <a:ext cx="1268889" cy="432589"/>
          </a:xfrm>
          <a:prstGeom prst="roundRect">
            <a:avLst>
              <a:gd name="adj" fmla="val 4517"/>
            </a:avLst>
          </a:prstGeom>
          <a:solidFill>
            <a:srgbClr val="00C8FF"/>
          </a:solidFill>
          <a:ln w="19050" cap="flat" cmpd="sng" algn="ctr">
            <a:solidFill>
              <a:srgbClr val="00C8FF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800" b="1" i="0" u="none" strike="noStrike" kern="0" cap="none" spc="0" normalizeH="0" baseline="0" noProof="0">
                <a:ln>
                  <a:noFill/>
                </a:ln>
                <a:solidFill>
                  <a:srgbClr val="070452"/>
                </a:solidFill>
                <a:effectLst/>
                <a:uLnTx/>
                <a:uFillTx/>
                <a:latin typeface="Telenor Evolution Medium" pitchFamily="50" charset="0"/>
                <a:ea typeface="+mn-ea"/>
                <a:cs typeface="+mn-cs"/>
              </a:rPr>
              <a:t>TILBUD</a:t>
            </a:r>
            <a:br>
              <a:rPr kumimoji="0" lang="nb-NO" sz="800" b="0" i="0" u="none" strike="noStrike" kern="0" cap="none" spc="0" normalizeH="0" baseline="0" noProof="0">
                <a:ln>
                  <a:noFill/>
                </a:ln>
                <a:solidFill>
                  <a:srgbClr val="070452"/>
                </a:solidFill>
                <a:effectLst/>
                <a:uLnTx/>
                <a:uFillTx/>
                <a:latin typeface="Telenor Evolution Light"/>
                <a:ea typeface="+mn-ea"/>
                <a:cs typeface="+mn-cs"/>
              </a:rPr>
            </a:br>
            <a:r>
              <a:rPr kumimoji="0" lang="nb-NO" sz="800" b="0" i="0" u="none" strike="noStrike" kern="0" cap="none" spc="0" normalizeH="0" baseline="0" noProof="0">
                <a:ln>
                  <a:noFill/>
                </a:ln>
                <a:solidFill>
                  <a:srgbClr val="070452"/>
                </a:solidFill>
                <a:effectLst/>
                <a:uLnTx/>
                <a:uFillTx/>
                <a:latin typeface="Telenor Evolution Light"/>
                <a:ea typeface="+mn-ea"/>
                <a:cs typeface="+mn-cs"/>
              </a:rPr>
              <a:t>konkretisering av verdier</a:t>
            </a:r>
          </a:p>
        </p:txBody>
      </p:sp>
      <p:sp>
        <p:nvSpPr>
          <p:cNvPr id="43" name="Rektangel: avrundede hjørner 93">
            <a:extLst>
              <a:ext uri="{FF2B5EF4-FFF2-40B4-BE49-F238E27FC236}">
                <a16:creationId xmlns:a16="http://schemas.microsoft.com/office/drawing/2014/main" id="{67266E79-F2CD-7351-3696-C04E589FD3AF}"/>
              </a:ext>
            </a:extLst>
          </p:cNvPr>
          <p:cNvSpPr/>
          <p:nvPr/>
        </p:nvSpPr>
        <p:spPr>
          <a:xfrm>
            <a:off x="5661349" y="2018148"/>
            <a:ext cx="1268889" cy="427585"/>
          </a:xfrm>
          <a:prstGeom prst="roundRect">
            <a:avLst>
              <a:gd name="adj" fmla="val 4517"/>
            </a:avLst>
          </a:prstGeom>
          <a:solidFill>
            <a:srgbClr val="00C8FF"/>
          </a:solidFill>
          <a:ln w="19050" cap="flat" cmpd="sng" algn="ctr">
            <a:solidFill>
              <a:srgbClr val="00C8FF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800" b="1" i="0" u="none" strike="noStrike" kern="0" cap="none" spc="0" normalizeH="0" baseline="0" noProof="0">
                <a:ln>
                  <a:noFill/>
                </a:ln>
                <a:solidFill>
                  <a:srgbClr val="070452"/>
                </a:solidFill>
                <a:effectLst/>
                <a:uLnTx/>
                <a:uFillTx/>
                <a:latin typeface="Telenor Evolution Medium" pitchFamily="50" charset="0"/>
                <a:ea typeface="+mn-ea"/>
                <a:cs typeface="+mn-cs"/>
              </a:rPr>
              <a:t>SALGSMØTE</a:t>
            </a:r>
            <a:br>
              <a:rPr kumimoji="0" lang="nb-NO" sz="800" b="0" i="0" u="none" strike="noStrike" kern="0" cap="none" spc="0" normalizeH="0" baseline="0" noProof="0">
                <a:ln>
                  <a:noFill/>
                </a:ln>
                <a:solidFill>
                  <a:srgbClr val="070452"/>
                </a:solidFill>
                <a:effectLst/>
                <a:uLnTx/>
                <a:uFillTx/>
                <a:latin typeface="Telenor Evolution Light"/>
                <a:ea typeface="+mn-ea"/>
                <a:cs typeface="+mn-cs"/>
              </a:rPr>
            </a:br>
            <a:r>
              <a:rPr kumimoji="0" lang="nb-NO" sz="800" b="0" i="0" u="none" strike="noStrike" kern="0" cap="none" spc="0" normalizeH="0" baseline="0" noProof="0">
                <a:ln>
                  <a:noFill/>
                </a:ln>
                <a:solidFill>
                  <a:srgbClr val="070452"/>
                </a:solidFill>
                <a:effectLst/>
                <a:uLnTx/>
                <a:uFillTx/>
                <a:latin typeface="Telenor Evolution Light"/>
                <a:ea typeface="+mn-ea"/>
                <a:cs typeface="+mn-cs"/>
              </a:rPr>
              <a:t>bygg tillit og forstå kunden</a:t>
            </a:r>
          </a:p>
        </p:txBody>
      </p:sp>
      <p:sp>
        <p:nvSpPr>
          <p:cNvPr id="44" name="Rektangel: avrundede hjørner 94">
            <a:extLst>
              <a:ext uri="{FF2B5EF4-FFF2-40B4-BE49-F238E27FC236}">
                <a16:creationId xmlns:a16="http://schemas.microsoft.com/office/drawing/2014/main" id="{182756CE-F29E-F27C-A4D2-70A46A8D0976}"/>
              </a:ext>
            </a:extLst>
          </p:cNvPr>
          <p:cNvSpPr/>
          <p:nvPr/>
        </p:nvSpPr>
        <p:spPr>
          <a:xfrm>
            <a:off x="7152411" y="2020265"/>
            <a:ext cx="1268889" cy="432589"/>
          </a:xfrm>
          <a:prstGeom prst="roundRect">
            <a:avLst>
              <a:gd name="adj" fmla="val 4517"/>
            </a:avLst>
          </a:prstGeom>
          <a:solidFill>
            <a:srgbClr val="00C8FF"/>
          </a:solidFill>
          <a:ln w="19050" cap="flat" cmpd="sng" algn="ctr">
            <a:solidFill>
              <a:srgbClr val="00C8FF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800" b="1" i="0" u="none" strike="noStrike" kern="0" cap="none" spc="0" normalizeH="0" baseline="0" noProof="0">
                <a:ln>
                  <a:noFill/>
                </a:ln>
                <a:solidFill>
                  <a:srgbClr val="070452"/>
                </a:solidFill>
                <a:effectLst/>
                <a:uLnTx/>
                <a:uFillTx/>
                <a:latin typeface="Telenor Evolution Medium" pitchFamily="50" charset="0"/>
                <a:ea typeface="+mn-ea"/>
                <a:cs typeface="+mn-cs"/>
              </a:rPr>
              <a:t>VERDIBUDSKAP</a:t>
            </a:r>
            <a:br>
              <a:rPr kumimoji="0" lang="nb-NO" sz="800" b="0" i="0" u="none" strike="noStrike" kern="0" cap="none" spc="0" normalizeH="0" baseline="0" noProof="0">
                <a:ln>
                  <a:noFill/>
                </a:ln>
                <a:solidFill>
                  <a:srgbClr val="070452"/>
                </a:solidFill>
                <a:effectLst/>
                <a:uLnTx/>
                <a:uFillTx/>
                <a:latin typeface="Telenor Evolution Light"/>
                <a:ea typeface="+mn-ea"/>
                <a:cs typeface="+mn-cs"/>
              </a:rPr>
            </a:br>
            <a:r>
              <a:rPr kumimoji="0" lang="nb-NO" sz="800" b="0" i="0" u="none" strike="noStrike" kern="0" cap="none" spc="0" normalizeH="0" baseline="0" noProof="0">
                <a:ln>
                  <a:noFill/>
                </a:ln>
                <a:solidFill>
                  <a:srgbClr val="070452"/>
                </a:solidFill>
                <a:effectLst/>
                <a:uLnTx/>
                <a:uFillTx/>
                <a:latin typeface="Telenor Evolution Light"/>
                <a:ea typeface="+mn-ea"/>
                <a:cs typeface="+mn-cs"/>
              </a:rPr>
              <a:t>koble løsning til kundens mål</a:t>
            </a:r>
          </a:p>
        </p:txBody>
      </p:sp>
      <p:sp>
        <p:nvSpPr>
          <p:cNvPr id="45" name="Rektangel: avrundede hjørner 95">
            <a:extLst>
              <a:ext uri="{FF2B5EF4-FFF2-40B4-BE49-F238E27FC236}">
                <a16:creationId xmlns:a16="http://schemas.microsoft.com/office/drawing/2014/main" id="{C76EE89D-36AA-B625-2462-78F0A7EA1C8E}"/>
              </a:ext>
            </a:extLst>
          </p:cNvPr>
          <p:cNvSpPr/>
          <p:nvPr/>
        </p:nvSpPr>
        <p:spPr>
          <a:xfrm>
            <a:off x="4280800" y="2018148"/>
            <a:ext cx="1268889" cy="422299"/>
          </a:xfrm>
          <a:prstGeom prst="roundRect">
            <a:avLst>
              <a:gd name="adj" fmla="val 4517"/>
            </a:avLst>
          </a:prstGeom>
          <a:solidFill>
            <a:srgbClr val="00C8FF"/>
          </a:solidFill>
          <a:ln w="19050" cap="flat" cmpd="sng" algn="ctr">
            <a:solidFill>
              <a:srgbClr val="00C8FF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800" b="1" i="0" u="none" strike="noStrike" kern="0" cap="none" spc="0" normalizeH="0" baseline="0" noProof="0">
                <a:ln>
                  <a:noFill/>
                </a:ln>
                <a:solidFill>
                  <a:srgbClr val="070452"/>
                </a:solidFill>
                <a:effectLst/>
                <a:uLnTx/>
                <a:uFillTx/>
                <a:latin typeface="Telenor Evolution Medium" pitchFamily="50" charset="0"/>
                <a:ea typeface="+mn-ea"/>
                <a:cs typeface="+mn-cs"/>
              </a:rPr>
              <a:t>INTROSAMTALE</a:t>
            </a:r>
            <a:br>
              <a:rPr kumimoji="0" lang="nb-NO" sz="800" b="0" i="0" u="none" strike="noStrike" kern="0" cap="none" spc="0" normalizeH="0" baseline="0" noProof="0">
                <a:ln>
                  <a:noFill/>
                </a:ln>
                <a:solidFill>
                  <a:srgbClr val="070452"/>
                </a:solidFill>
                <a:effectLst/>
                <a:uLnTx/>
                <a:uFillTx/>
                <a:latin typeface="Telenor Evolution Light"/>
                <a:ea typeface="+mn-ea"/>
                <a:cs typeface="+mn-cs"/>
              </a:rPr>
            </a:br>
            <a:r>
              <a:rPr kumimoji="0" lang="nb-NO" sz="800" b="0" i="0" u="none" strike="noStrike" kern="0" cap="none" spc="0" normalizeH="0" baseline="0" noProof="0">
                <a:ln>
                  <a:noFill/>
                </a:ln>
                <a:solidFill>
                  <a:srgbClr val="070452"/>
                </a:solidFill>
                <a:effectLst/>
                <a:uLnTx/>
                <a:uFillTx/>
                <a:latin typeface="Telenor Evolution Light"/>
                <a:ea typeface="+mn-ea"/>
                <a:cs typeface="+mn-cs"/>
              </a:rPr>
              <a:t>vi åpner døren med relevans</a:t>
            </a:r>
          </a:p>
        </p:txBody>
      </p:sp>
      <p:sp>
        <p:nvSpPr>
          <p:cNvPr id="46" name="Rektangel: avrundede hjørner 96">
            <a:extLst>
              <a:ext uri="{FF2B5EF4-FFF2-40B4-BE49-F238E27FC236}">
                <a16:creationId xmlns:a16="http://schemas.microsoft.com/office/drawing/2014/main" id="{E30BBED1-78F3-1BEB-43E8-32ABC958AAB7}"/>
              </a:ext>
            </a:extLst>
          </p:cNvPr>
          <p:cNvSpPr/>
          <p:nvPr/>
        </p:nvSpPr>
        <p:spPr>
          <a:xfrm>
            <a:off x="2919344" y="2018148"/>
            <a:ext cx="1268889" cy="434706"/>
          </a:xfrm>
          <a:prstGeom prst="roundRect">
            <a:avLst>
              <a:gd name="adj" fmla="val 4517"/>
            </a:avLst>
          </a:prstGeom>
          <a:solidFill>
            <a:srgbClr val="00C8FF"/>
          </a:solidFill>
          <a:ln w="19050" cap="flat" cmpd="sng" algn="ctr">
            <a:solidFill>
              <a:srgbClr val="00C8FF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800" b="1" i="0" u="none" strike="noStrike" kern="0" cap="none" spc="0" normalizeH="0" baseline="0" noProof="0">
                <a:ln>
                  <a:noFill/>
                </a:ln>
                <a:solidFill>
                  <a:srgbClr val="070452"/>
                </a:solidFill>
                <a:effectLst/>
                <a:uLnTx/>
                <a:uFillTx/>
                <a:latin typeface="Telenor Evolution Medium" pitchFamily="50" charset="0"/>
                <a:ea typeface="+mn-ea"/>
                <a:cs typeface="+mn-cs"/>
              </a:rPr>
              <a:t>PROSPECTING</a:t>
            </a:r>
            <a:br>
              <a:rPr kumimoji="0" lang="nb-NO" sz="1050" b="0" i="0" u="none" strike="noStrike" kern="0" cap="none" spc="0" normalizeH="0" baseline="0" noProof="0">
                <a:ln>
                  <a:noFill/>
                </a:ln>
                <a:solidFill>
                  <a:srgbClr val="070452"/>
                </a:solidFill>
                <a:effectLst/>
                <a:uLnTx/>
                <a:uFillTx/>
                <a:latin typeface="Telenor Evolution Light"/>
                <a:ea typeface="+mn-ea"/>
                <a:cs typeface="+mn-cs"/>
              </a:rPr>
            </a:br>
            <a:r>
              <a:rPr kumimoji="0" lang="nb-NO" sz="700" b="0" i="0" u="none" strike="noStrike" kern="0" cap="none" spc="0" normalizeH="0" baseline="0" noProof="0">
                <a:ln>
                  <a:noFill/>
                </a:ln>
                <a:solidFill>
                  <a:srgbClr val="070452"/>
                </a:solidFill>
                <a:effectLst/>
                <a:uLnTx/>
                <a:uFillTx/>
                <a:latin typeface="Telenor Evolution Light"/>
                <a:ea typeface="+mn-ea"/>
                <a:cs typeface="+mn-cs"/>
              </a:rPr>
              <a:t>identifisere og prioritere muligheter</a:t>
            </a:r>
          </a:p>
        </p:txBody>
      </p:sp>
      <p:pic>
        <p:nvPicPr>
          <p:cNvPr id="60" name="Grafikk 124" descr="Øre kontur">
            <a:extLst>
              <a:ext uri="{FF2B5EF4-FFF2-40B4-BE49-F238E27FC236}">
                <a16:creationId xmlns:a16="http://schemas.microsoft.com/office/drawing/2014/main" id="{EBAF7BFE-85BA-D323-B7E0-17AB3AC929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28320" y="2007852"/>
            <a:ext cx="288000" cy="288000"/>
          </a:xfrm>
          <a:prstGeom prst="rect">
            <a:avLst/>
          </a:prstGeom>
        </p:spPr>
      </p:pic>
      <p:pic>
        <p:nvPicPr>
          <p:cNvPr id="61" name="Grafikk 125" descr="Lærer kontur">
            <a:extLst>
              <a:ext uri="{FF2B5EF4-FFF2-40B4-BE49-F238E27FC236}">
                <a16:creationId xmlns:a16="http://schemas.microsoft.com/office/drawing/2014/main" id="{AB0C9E18-B72E-90AF-23AD-2ACE5C1EB7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42124" y="1995680"/>
            <a:ext cx="288000" cy="288000"/>
          </a:xfrm>
          <a:prstGeom prst="rect">
            <a:avLst/>
          </a:prstGeom>
        </p:spPr>
      </p:pic>
      <p:sp>
        <p:nvSpPr>
          <p:cNvPr id="101" name="Rektangel: avrundede hjørner 92">
            <a:extLst>
              <a:ext uri="{FF2B5EF4-FFF2-40B4-BE49-F238E27FC236}">
                <a16:creationId xmlns:a16="http://schemas.microsoft.com/office/drawing/2014/main" id="{065832B4-6575-09F8-1384-BDDC8E82B851}"/>
              </a:ext>
            </a:extLst>
          </p:cNvPr>
          <p:cNvSpPr/>
          <p:nvPr/>
        </p:nvSpPr>
        <p:spPr>
          <a:xfrm>
            <a:off x="9921191" y="2026527"/>
            <a:ext cx="2063271" cy="434779"/>
          </a:xfrm>
          <a:prstGeom prst="roundRect">
            <a:avLst>
              <a:gd name="adj" fmla="val 4517"/>
            </a:avLst>
          </a:prstGeom>
          <a:solidFill>
            <a:srgbClr val="00C8FF"/>
          </a:solidFill>
          <a:ln w="19050" cap="flat" cmpd="sng" algn="ctr">
            <a:solidFill>
              <a:srgbClr val="00C8FF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800" b="1" i="0" u="none" strike="noStrike" kern="0" cap="none" spc="0" normalizeH="0" baseline="0" noProof="0">
                <a:ln>
                  <a:noFill/>
                </a:ln>
                <a:solidFill>
                  <a:srgbClr val="070452"/>
                </a:solidFill>
                <a:effectLst/>
                <a:uLnTx/>
                <a:uFillTx/>
                <a:latin typeface="Telenor Evolution Medium" pitchFamily="50" charset="0"/>
                <a:ea typeface="+mn-ea"/>
                <a:cs typeface="+mn-cs"/>
              </a:rPr>
              <a:t>CLOSING</a:t>
            </a:r>
            <a:br>
              <a:rPr kumimoji="0" lang="nb-NO" sz="800" b="0" i="0" u="none" strike="noStrike" kern="0" cap="none" spc="0" normalizeH="0" baseline="0" noProof="0">
                <a:ln>
                  <a:noFill/>
                </a:ln>
                <a:solidFill>
                  <a:srgbClr val="070452"/>
                </a:solidFill>
                <a:effectLst/>
                <a:uLnTx/>
                <a:uFillTx/>
                <a:latin typeface="Telenor Evolution Light"/>
                <a:ea typeface="+mn-ea"/>
                <a:cs typeface="+mn-cs"/>
              </a:rPr>
            </a:br>
            <a:r>
              <a:rPr kumimoji="0" lang="nb-NO" sz="800" b="0" i="0" u="none" strike="noStrike" kern="0" cap="none" spc="0" normalizeH="0" baseline="0" noProof="0">
                <a:ln>
                  <a:noFill/>
                </a:ln>
                <a:solidFill>
                  <a:srgbClr val="070452"/>
                </a:solidFill>
                <a:effectLst/>
                <a:uLnTx/>
                <a:uFillTx/>
                <a:latin typeface="Telenor Evolution Light"/>
                <a:ea typeface="+mn-ea"/>
                <a:cs typeface="+mn-cs"/>
              </a:rPr>
              <a:t>Sikre salg &amp; realisere verdi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57C590F-ABF4-1664-9BAB-F6DFFC4E3982}"/>
              </a:ext>
            </a:extLst>
          </p:cNvPr>
          <p:cNvSpPr txBox="1"/>
          <p:nvPr/>
        </p:nvSpPr>
        <p:spPr>
          <a:xfrm>
            <a:off x="1141509" y="1482750"/>
            <a:ext cx="13488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100" b="0" i="0" u="none" strike="noStrike" kern="1200" cap="none" spc="0" normalizeH="0" baseline="0" noProof="0">
                <a:ln>
                  <a:noFill/>
                </a:ln>
                <a:solidFill>
                  <a:srgbClr val="000F3C"/>
                </a:solidFill>
                <a:effectLst/>
                <a:uLnTx/>
                <a:uFillTx/>
                <a:latin typeface="Telenor Evolution UI Light"/>
                <a:ea typeface="+mn-ea"/>
                <a:cs typeface="+mn-cs"/>
              </a:rPr>
              <a:t>KPI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A57E0EA-DC9B-F36E-BCD8-72A3C8811DBE}"/>
              </a:ext>
            </a:extLst>
          </p:cNvPr>
          <p:cNvSpPr txBox="1"/>
          <p:nvPr/>
        </p:nvSpPr>
        <p:spPr>
          <a:xfrm>
            <a:off x="4046209" y="1387189"/>
            <a:ext cx="13488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800" b="0" i="0" u="none" strike="noStrike" kern="1200" cap="none" spc="0" normalizeH="0" baseline="0" noProof="0">
                <a:ln>
                  <a:noFill/>
                </a:ln>
                <a:solidFill>
                  <a:srgbClr val="000F3C"/>
                </a:solidFill>
                <a:effectLst/>
                <a:uLnTx/>
                <a:uFillTx/>
                <a:latin typeface="Telenor Evolution UI Light"/>
                <a:ea typeface="+mn-ea"/>
                <a:cs typeface="+mn-cs"/>
              </a:rPr>
              <a:t>Antall VBS introsamtaler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800" b="0" i="0" u="none" strike="noStrike" kern="1200" cap="none" spc="0" normalizeH="0" baseline="0" noProof="0">
                <a:ln>
                  <a:noFill/>
                </a:ln>
                <a:solidFill>
                  <a:srgbClr val="000F3C"/>
                </a:solidFill>
                <a:effectLst/>
                <a:uLnTx/>
                <a:uFillTx/>
                <a:latin typeface="Telenor Evolution UI Light"/>
                <a:ea typeface="+mn-ea"/>
                <a:cs typeface="+mn-cs"/>
              </a:rPr>
              <a:t>Hit rate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800" b="0" i="0" u="none" strike="noStrike" kern="1200" cap="none" spc="0" normalizeH="0" baseline="0" noProof="0">
                <a:ln>
                  <a:noFill/>
                </a:ln>
                <a:solidFill>
                  <a:srgbClr val="000F3C"/>
                </a:solidFill>
                <a:effectLst/>
                <a:uLnTx/>
                <a:uFillTx/>
                <a:latin typeface="Telenor Evolution UI Light"/>
                <a:ea typeface="+mn-ea"/>
                <a:cs typeface="+mn-cs"/>
              </a:rPr>
              <a:t>Antall bookede VBS møter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E5BCFCB-3EBE-CA02-39CC-52795AE4A9BA}"/>
              </a:ext>
            </a:extLst>
          </p:cNvPr>
          <p:cNvSpPr txBox="1"/>
          <p:nvPr/>
        </p:nvSpPr>
        <p:spPr>
          <a:xfrm>
            <a:off x="5185421" y="1420833"/>
            <a:ext cx="13488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800" b="0" i="0" u="none" strike="noStrike" kern="1200" cap="none" spc="0" normalizeH="0" baseline="0" noProof="0">
                <a:ln>
                  <a:noFill/>
                </a:ln>
                <a:solidFill>
                  <a:srgbClr val="000F3C"/>
                </a:solidFill>
                <a:effectLst/>
                <a:uLnTx/>
                <a:uFillTx/>
                <a:latin typeface="Telenor Evolution UI Light"/>
                <a:ea typeface="+mn-ea"/>
                <a:cs typeface="+mn-cs"/>
              </a:rPr>
              <a:t>Antall gjennomførte VBS salgsmøter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1890D8F-4425-04AF-B90D-509C607CF3C7}"/>
              </a:ext>
            </a:extLst>
          </p:cNvPr>
          <p:cNvSpPr txBox="1"/>
          <p:nvPr/>
        </p:nvSpPr>
        <p:spPr>
          <a:xfrm>
            <a:off x="6562946" y="1428909"/>
            <a:ext cx="13488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800" b="0" i="0" u="none" strike="noStrike" kern="1200" cap="none" spc="0" normalizeH="0" baseline="0" noProof="0">
                <a:ln>
                  <a:noFill/>
                </a:ln>
                <a:solidFill>
                  <a:srgbClr val="000F3C"/>
                </a:solidFill>
                <a:effectLst/>
                <a:uLnTx/>
                <a:uFillTx/>
                <a:latin typeface="Telenor Evolution UI Light"/>
                <a:ea typeface="+mn-ea"/>
                <a:cs typeface="+mn-cs"/>
              </a:rPr>
              <a:t>Antall kvalitetssikrede verdislides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22A89449-D5E5-75DB-E250-F96817378263}"/>
              </a:ext>
            </a:extLst>
          </p:cNvPr>
          <p:cNvSpPr txBox="1"/>
          <p:nvPr/>
        </p:nvSpPr>
        <p:spPr>
          <a:xfrm>
            <a:off x="9647289" y="1391192"/>
            <a:ext cx="13488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800" b="0" i="0" u="none" strike="noStrike" kern="1200" cap="none" spc="0" normalizeH="0" baseline="0" noProof="0">
                <a:ln>
                  <a:noFill/>
                </a:ln>
                <a:solidFill>
                  <a:srgbClr val="000F3C"/>
                </a:solidFill>
                <a:effectLst/>
                <a:uLnTx/>
                <a:uFillTx/>
                <a:latin typeface="Telenor Evolution UI Light"/>
                <a:ea typeface="+mn-ea"/>
                <a:cs typeface="+mn-cs"/>
              </a:rPr>
              <a:t>Antall kontrakter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800" b="0" i="0" u="none" strike="noStrike" kern="1200" cap="none" spc="0" normalizeH="0" baseline="0" noProof="0">
                <a:ln>
                  <a:noFill/>
                </a:ln>
                <a:solidFill>
                  <a:srgbClr val="000F3C"/>
                </a:solidFill>
                <a:effectLst/>
                <a:uLnTx/>
                <a:uFillTx/>
                <a:latin typeface="Telenor Evolution UI Light"/>
                <a:ea typeface="+mn-ea"/>
                <a:cs typeface="+mn-cs"/>
              </a:rPr>
              <a:t>ARPU/salget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800" b="0" i="0" u="none" strike="noStrike" kern="1200" cap="none" spc="0" normalizeH="0" baseline="0" noProof="0">
                <a:ln>
                  <a:noFill/>
                </a:ln>
                <a:solidFill>
                  <a:srgbClr val="000F3C"/>
                </a:solidFill>
                <a:effectLst/>
                <a:uLnTx/>
                <a:uFillTx/>
                <a:latin typeface="Telenor Evolution UI Light"/>
                <a:ea typeface="+mn-ea"/>
                <a:cs typeface="+mn-cs"/>
              </a:rPr>
              <a:t>Antall SIM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800" b="0" i="0" u="none" strike="noStrike" kern="1200" cap="none" spc="0" normalizeH="0" baseline="0" noProof="0">
                <a:ln>
                  <a:noFill/>
                </a:ln>
                <a:solidFill>
                  <a:srgbClr val="000F3C"/>
                </a:solidFill>
                <a:effectLst/>
                <a:uLnTx/>
                <a:uFillTx/>
                <a:latin typeface="Telenor Evolution UI Light"/>
                <a:ea typeface="+mn-ea"/>
                <a:cs typeface="+mn-cs"/>
              </a:rPr>
              <a:t>Close rate fra pipeline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18D374E-3BE5-56B6-D082-B5AA245C8B2C}"/>
              </a:ext>
            </a:extLst>
          </p:cNvPr>
          <p:cNvSpPr txBox="1"/>
          <p:nvPr/>
        </p:nvSpPr>
        <p:spPr>
          <a:xfrm>
            <a:off x="8054455" y="1458980"/>
            <a:ext cx="13488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800" b="0" i="0" u="none" strike="noStrike" kern="1200" cap="none" spc="0" normalizeH="0" baseline="0" noProof="0">
                <a:ln>
                  <a:noFill/>
                </a:ln>
                <a:solidFill>
                  <a:srgbClr val="000F3C"/>
                </a:solidFill>
                <a:effectLst/>
                <a:uLnTx/>
                <a:uFillTx/>
                <a:latin typeface="Telenor Evolution UI Light"/>
                <a:ea typeface="+mn-ea"/>
                <a:cs typeface="+mn-cs"/>
              </a:rPr>
              <a:t>Antall tilbud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3A8694D-7C57-BC01-99B7-AA947E643AB0}"/>
              </a:ext>
            </a:extLst>
          </p:cNvPr>
          <p:cNvSpPr txBox="1"/>
          <p:nvPr/>
        </p:nvSpPr>
        <p:spPr>
          <a:xfrm>
            <a:off x="168943" y="2053569"/>
            <a:ext cx="13488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lenor Evolution Medium" panose="020B0604020202020204" charset="0"/>
                <a:ea typeface="+mn-ea"/>
                <a:cs typeface="Telenor Evolution Medium" panose="020B0604020202020204" charset="0"/>
              </a:rPr>
              <a:t>VBS SALGSPROSESS</a:t>
            </a: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AB6E8A5A-E4A8-CF88-A3C4-A2C8FE43D3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758" y="3736496"/>
            <a:ext cx="11700000" cy="13340"/>
          </a:xfrm>
          <a:prstGeom prst="rect">
            <a:avLst/>
          </a:prstGeom>
        </p:spPr>
      </p:pic>
      <p:sp>
        <p:nvSpPr>
          <p:cNvPr id="94" name="Rektangel: avrundede hjørner 93">
            <a:extLst>
              <a:ext uri="{FF2B5EF4-FFF2-40B4-BE49-F238E27FC236}">
                <a16:creationId xmlns:a16="http://schemas.microsoft.com/office/drawing/2014/main" id="{798BEAD3-9CA0-E3DB-7437-FB4CBA0CB1A4}"/>
              </a:ext>
            </a:extLst>
          </p:cNvPr>
          <p:cNvSpPr/>
          <p:nvPr/>
        </p:nvSpPr>
        <p:spPr>
          <a:xfrm>
            <a:off x="7199289" y="2587446"/>
            <a:ext cx="2448000" cy="698361"/>
          </a:xfrm>
          <a:prstGeom prst="roundRect">
            <a:avLst>
              <a:gd name="adj" fmla="val 4517"/>
            </a:avLst>
          </a:prstGeom>
          <a:solidFill>
            <a:schemeClr val="tx2">
              <a:lumMod val="5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700" b="1" i="0" u="none" strike="noStrike" kern="0" cap="none" spc="0" normalizeH="0" baseline="0" noProof="0">
              <a:ln>
                <a:noFill/>
              </a:ln>
              <a:solidFill>
                <a:srgbClr val="070452"/>
              </a:solidFill>
              <a:effectLst/>
              <a:uLnTx/>
              <a:uFillTx/>
              <a:latin typeface="Telenor Evolution Medium" pitchFamily="50" charset="0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100" b="1" i="0" u="none" strike="noStrike" kern="0" cap="none" spc="0" normalizeH="0" baseline="0" noProof="0">
                <a:ln>
                  <a:noFill/>
                </a:ln>
                <a:solidFill>
                  <a:srgbClr val="070452"/>
                </a:solidFill>
                <a:effectLst/>
                <a:uLnTx/>
                <a:uFillTx/>
                <a:latin typeface="Telenor Evolution Medium" pitchFamily="50" charset="0"/>
                <a:ea typeface="+mn-ea"/>
                <a:cs typeface="+mn-cs"/>
              </a:rPr>
              <a:t>UTARBEIDE TILBUD</a:t>
            </a:r>
            <a:br>
              <a:rPr kumimoji="0" lang="nb-NO" sz="700" b="0" i="0" u="none" strike="noStrike" kern="0" cap="none" spc="0" normalizeH="0" baseline="0" noProof="0">
                <a:ln>
                  <a:noFill/>
                </a:ln>
                <a:solidFill>
                  <a:srgbClr val="070452"/>
                </a:solidFill>
                <a:effectLst/>
                <a:uLnTx/>
                <a:uFillTx/>
                <a:latin typeface="Telenor Evolution Light"/>
                <a:ea typeface="+mn-ea"/>
                <a:cs typeface="+mn-cs"/>
              </a:rPr>
            </a:br>
            <a:endParaRPr kumimoji="0" lang="nb-NO" sz="700" b="0" i="0" u="none" strike="noStrike" kern="0" cap="none" spc="0" normalizeH="0" baseline="0" noProof="0">
              <a:ln>
                <a:noFill/>
              </a:ln>
              <a:solidFill>
                <a:srgbClr val="070452"/>
              </a:solidFill>
              <a:effectLst/>
              <a:uLnTx/>
              <a:uFillTx/>
              <a:latin typeface="Telenor Evolution Light"/>
              <a:ea typeface="+mn-ea"/>
              <a:cs typeface="+mn-cs"/>
            </a:endParaRPr>
          </a:p>
        </p:txBody>
      </p:sp>
      <p:sp>
        <p:nvSpPr>
          <p:cNvPr id="97" name="Rektangel: avrundede hjørner 96">
            <a:extLst>
              <a:ext uri="{FF2B5EF4-FFF2-40B4-BE49-F238E27FC236}">
                <a16:creationId xmlns:a16="http://schemas.microsoft.com/office/drawing/2014/main" id="{475CC984-1BAA-07B2-8005-510D17072FD3}"/>
              </a:ext>
            </a:extLst>
          </p:cNvPr>
          <p:cNvSpPr/>
          <p:nvPr/>
        </p:nvSpPr>
        <p:spPr>
          <a:xfrm>
            <a:off x="2966489" y="2585167"/>
            <a:ext cx="1188647" cy="710284"/>
          </a:xfrm>
          <a:prstGeom prst="roundRect">
            <a:avLst>
              <a:gd name="adj" fmla="val 4517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b-NO" sz="1100" b="1">
                <a:solidFill>
                  <a:srgbClr val="070452"/>
                </a:solidFill>
                <a:latin typeface="Telenor Evolution Medium" pitchFamily="50" charset="0"/>
              </a:rPr>
              <a:t>PROSPECTING</a:t>
            </a:r>
          </a:p>
          <a:p>
            <a:pPr algn="ctr"/>
            <a:endParaRPr lang="nb-NO" sz="1100" b="1">
              <a:solidFill>
                <a:srgbClr val="070452"/>
              </a:solidFill>
              <a:latin typeface="Telenor Evolution Medium" pitchFamily="50" charset="0"/>
            </a:endParaRPr>
          </a:p>
          <a:p>
            <a:pPr algn="ctr"/>
            <a:r>
              <a:rPr lang="nb-NO" sz="800" b="1">
                <a:solidFill>
                  <a:srgbClr val="070452"/>
                </a:solidFill>
                <a:latin typeface="Telenor Evolution Medium" pitchFamily="50" charset="0"/>
              </a:rPr>
              <a:t>Identifisere og prioritere muligheter</a:t>
            </a:r>
          </a:p>
        </p:txBody>
      </p:sp>
      <p:sp>
        <p:nvSpPr>
          <p:cNvPr id="99" name="Rektangel: avrundede hjørner 92">
            <a:extLst>
              <a:ext uri="{FF2B5EF4-FFF2-40B4-BE49-F238E27FC236}">
                <a16:creationId xmlns:a16="http://schemas.microsoft.com/office/drawing/2014/main" id="{83263677-DAA5-E4C9-7E32-F0481544B566}"/>
              </a:ext>
            </a:extLst>
          </p:cNvPr>
          <p:cNvSpPr/>
          <p:nvPr/>
        </p:nvSpPr>
        <p:spPr>
          <a:xfrm>
            <a:off x="11009057" y="2607211"/>
            <a:ext cx="896101" cy="666201"/>
          </a:xfrm>
          <a:prstGeom prst="roundRect">
            <a:avLst>
              <a:gd name="adj" fmla="val 4517"/>
            </a:avLst>
          </a:prstGeom>
          <a:solidFill>
            <a:schemeClr val="tx2">
              <a:lumMod val="5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700" b="1" i="0" u="none" strike="noStrike" kern="0" cap="none" spc="0" normalizeH="0" baseline="0" noProof="0">
              <a:ln>
                <a:noFill/>
              </a:ln>
              <a:solidFill>
                <a:srgbClr val="070452"/>
              </a:solidFill>
              <a:effectLst/>
              <a:uLnTx/>
              <a:uFillTx/>
              <a:latin typeface="Telenor Evolution Medium" pitchFamily="50" charset="0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700" b="1" i="0" u="none" strike="noStrike" kern="0" cap="none" spc="0" normalizeH="0" baseline="0" noProof="0">
                <a:ln>
                  <a:noFill/>
                </a:ln>
                <a:solidFill>
                  <a:srgbClr val="070452"/>
                </a:solidFill>
                <a:effectLst/>
                <a:uLnTx/>
                <a:uFillTx/>
                <a:latin typeface="Telenor Evolution Medium" pitchFamily="50" charset="0"/>
                <a:ea typeface="+mn-ea"/>
                <a:cs typeface="+mn-cs"/>
              </a:rPr>
              <a:t>SALG </a:t>
            </a:r>
            <a:r>
              <a:rPr lang="nb-NO" sz="700" b="1" kern="0">
                <a:solidFill>
                  <a:srgbClr val="070452"/>
                </a:solidFill>
                <a:latin typeface="Telenor Evolution Medium" pitchFamily="50" charset="0"/>
              </a:rPr>
              <a:t>VUNNET</a:t>
            </a:r>
            <a:r>
              <a:rPr kumimoji="0" lang="nb-NO" sz="700" b="1" i="0" u="none" strike="noStrike" kern="0" cap="none" spc="0" normalizeH="0" baseline="0" noProof="0">
                <a:ln>
                  <a:noFill/>
                </a:ln>
                <a:solidFill>
                  <a:srgbClr val="070452"/>
                </a:solidFill>
                <a:effectLst/>
                <a:uLnTx/>
                <a:uFillTx/>
                <a:latin typeface="Telenor Evolution Medium" pitchFamily="50" charset="0"/>
                <a:ea typeface="+mn-ea"/>
                <a:cs typeface="+mn-cs"/>
              </a:rPr>
              <a:t>/ TAPT</a:t>
            </a:r>
            <a:br>
              <a:rPr kumimoji="0" lang="nb-NO" sz="700" b="0" i="0" u="none" strike="noStrike" kern="0" cap="none" spc="0" normalizeH="0" baseline="0" noProof="0">
                <a:ln>
                  <a:noFill/>
                </a:ln>
                <a:solidFill>
                  <a:srgbClr val="070452"/>
                </a:solidFill>
                <a:effectLst/>
                <a:uLnTx/>
                <a:uFillTx/>
                <a:latin typeface="Telenor Evolution Light"/>
                <a:ea typeface="+mn-ea"/>
                <a:cs typeface="+mn-cs"/>
              </a:rPr>
            </a:br>
            <a:endParaRPr kumimoji="0" lang="nb-NO" sz="700" b="0" i="0" u="none" strike="noStrike" kern="0" cap="none" spc="0" normalizeH="0" baseline="0" noProof="0">
              <a:ln>
                <a:noFill/>
              </a:ln>
              <a:solidFill>
                <a:srgbClr val="070452"/>
              </a:solidFill>
              <a:effectLst/>
              <a:uLnTx/>
              <a:uFillTx/>
              <a:latin typeface="Telenor Evolution Light"/>
              <a:ea typeface="+mn-ea"/>
              <a:cs typeface="+mn-cs"/>
            </a:endParaRPr>
          </a:p>
        </p:txBody>
      </p:sp>
      <p:sp>
        <p:nvSpPr>
          <p:cNvPr id="124" name="Rektangel: avrundede hjørner 92">
            <a:extLst>
              <a:ext uri="{FF2B5EF4-FFF2-40B4-BE49-F238E27FC236}">
                <a16:creationId xmlns:a16="http://schemas.microsoft.com/office/drawing/2014/main" id="{0DF418C8-1694-8591-7D5B-91C3584BEA13}"/>
              </a:ext>
            </a:extLst>
          </p:cNvPr>
          <p:cNvSpPr/>
          <p:nvPr/>
        </p:nvSpPr>
        <p:spPr>
          <a:xfrm>
            <a:off x="9937093" y="2602972"/>
            <a:ext cx="896101" cy="692479"/>
          </a:xfrm>
          <a:prstGeom prst="roundRect">
            <a:avLst>
              <a:gd name="adj" fmla="val 4517"/>
            </a:avLst>
          </a:prstGeom>
          <a:solidFill>
            <a:schemeClr val="tx2">
              <a:lumMod val="5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nb-NO" sz="700" b="1" kern="0">
                <a:solidFill>
                  <a:srgbClr val="070452"/>
                </a:solidFill>
                <a:latin typeface="Telenor Evolution Medium" pitchFamily="50" charset="0"/>
              </a:rPr>
              <a:t>INNGÅ KONTRAKT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0347CF6-A3E9-BF05-21A2-761FCF84A28B}"/>
              </a:ext>
            </a:extLst>
          </p:cNvPr>
          <p:cNvSpPr txBox="1"/>
          <p:nvPr/>
        </p:nvSpPr>
        <p:spPr>
          <a:xfrm>
            <a:off x="215332" y="3822122"/>
            <a:ext cx="1356624" cy="146611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NO"/>
            </a:defPPr>
            <a:lvl1pPr>
              <a:defRPr b="1">
                <a:latin typeface="Telenor Evolution Medium" panose="020B0604020202020204" charset="0"/>
                <a:cs typeface="Telenor Evolution Medium" panose="020B0604020202020204" charset="0"/>
              </a:defRPr>
            </a:lvl1pPr>
          </a:lstStyle>
          <a:p>
            <a:r>
              <a:rPr lang="nb-NO"/>
              <a:t>Telenor salg</a:t>
            </a:r>
          </a:p>
          <a:p>
            <a:endParaRPr lang="nb-NO"/>
          </a:p>
          <a:p>
            <a:endParaRPr lang="nb-NO"/>
          </a:p>
          <a:p>
            <a:r>
              <a:rPr lang="nb-NO"/>
              <a:t> 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BDABA0D-17FC-3CB1-E4D2-4396FA2CA4C7}"/>
              </a:ext>
            </a:extLst>
          </p:cNvPr>
          <p:cNvSpPr txBox="1"/>
          <p:nvPr/>
        </p:nvSpPr>
        <p:spPr>
          <a:xfrm>
            <a:off x="1660705" y="3729375"/>
            <a:ext cx="112008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NO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TelenorEvolutionPPT-Light" pitchFamily="2" charset="0"/>
              </a:defRPr>
            </a:lvl1pPr>
          </a:lstStyle>
          <a:p>
            <a:r>
              <a:rPr lang="nb-NO"/>
              <a:t>Opprette </a:t>
            </a:r>
            <a:r>
              <a:rPr lang="nb-NO" err="1"/>
              <a:t>opportunity</a:t>
            </a:r>
            <a:endParaRPr lang="nb-NO"/>
          </a:p>
          <a:p>
            <a:endParaRPr lang="nb-NO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C784F9F-E6FA-4729-BAB0-671AD0B389E6}"/>
              </a:ext>
            </a:extLst>
          </p:cNvPr>
          <p:cNvSpPr txBox="1"/>
          <p:nvPr/>
        </p:nvSpPr>
        <p:spPr>
          <a:xfrm>
            <a:off x="2857653" y="3720911"/>
            <a:ext cx="1380496" cy="10618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NO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TelenorEvolutionPPT-Light" pitchFamily="2" charset="0"/>
              </a:defRPr>
            </a:lvl1pPr>
          </a:lstStyle>
          <a:p>
            <a:r>
              <a:rPr lang="nb-NO" sz="1050"/>
              <a:t>Anbud/Kundemøte/henvendelse som avdekker muligheter.  </a:t>
            </a:r>
          </a:p>
          <a:p>
            <a:r>
              <a:rPr lang="nb-NO" sz="1050">
                <a:latin typeface="TelenorEvolutionPPT-Light"/>
              </a:rPr>
              <a:t>Kontakte Partner</a:t>
            </a:r>
            <a:endParaRPr lang="nb-NO" sz="1050"/>
          </a:p>
          <a:p>
            <a:endParaRPr lang="nb-NO" sz="105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8BDFC0B-3B2C-54C4-72B3-92B33C8BAD04}"/>
              </a:ext>
            </a:extLst>
          </p:cNvPr>
          <p:cNvSpPr txBox="1"/>
          <p:nvPr/>
        </p:nvSpPr>
        <p:spPr>
          <a:xfrm>
            <a:off x="4264193" y="5033478"/>
            <a:ext cx="2728974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100">
                <a:solidFill>
                  <a:schemeClr val="accent1">
                    <a:lumMod val="60000"/>
                    <a:lumOff val="40000"/>
                  </a:schemeClr>
                </a:solidFill>
                <a:latin typeface="Telenor Evolution Medium" pitchFamily="50" charset="0"/>
              </a:rPr>
              <a:t>-Booker møte med kunden. Verdiforslag , avdekke  behov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100">
              <a:solidFill>
                <a:schemeClr val="accent1">
                  <a:lumMod val="60000"/>
                  <a:lumOff val="40000"/>
                </a:schemeClr>
              </a:solidFill>
              <a:latin typeface="Telenor Evolution Medium" pitchFamily="50" charset="0"/>
            </a:endParaRPr>
          </a:p>
          <a:p>
            <a:pPr>
              <a:defRPr/>
            </a:pPr>
            <a:r>
              <a:rPr lang="nb-NO" sz="1100">
                <a:solidFill>
                  <a:schemeClr val="accent1">
                    <a:lumMod val="60000"/>
                    <a:lumOff val="40000"/>
                  </a:schemeClr>
                </a:solidFill>
                <a:latin typeface="Telenor Evolution Medium" pitchFamily="50" charset="0"/>
              </a:rPr>
              <a:t>-Bidrar i evt. anbudsbesvarelse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100">
              <a:solidFill>
                <a:schemeClr val="accent1">
                  <a:lumMod val="60000"/>
                  <a:lumOff val="40000"/>
                </a:schemeClr>
              </a:solidFill>
              <a:latin typeface="Telenor Evolution Medium" pitchFamily="50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800">
              <a:solidFill>
                <a:schemeClr val="accent1">
                  <a:lumMod val="60000"/>
                  <a:lumOff val="40000"/>
                </a:schemeClr>
              </a:solidFill>
              <a:latin typeface="Telenor Evolution Medium" pitchFamily="50" charset="0"/>
              <a:sym typeface="Wingdings" panose="05000000000000000000" pitchFamily="2" charset="2"/>
            </a:endParaRP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7C5C6673-AB50-156C-C3F4-C17EB7959396}"/>
              </a:ext>
            </a:extLst>
          </p:cNvPr>
          <p:cNvCxnSpPr>
            <a:cxnSpLocks/>
          </p:cNvCxnSpPr>
          <p:nvPr/>
        </p:nvCxnSpPr>
        <p:spPr>
          <a:xfrm>
            <a:off x="2873639" y="2571013"/>
            <a:ext cx="0" cy="3528000"/>
          </a:xfrm>
          <a:prstGeom prst="line">
            <a:avLst/>
          </a:prstGeom>
          <a:ln w="12700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AE84CC38-74D6-51AA-958B-630B7AB3D37C}"/>
              </a:ext>
            </a:extLst>
          </p:cNvPr>
          <p:cNvCxnSpPr>
            <a:cxnSpLocks/>
          </p:cNvCxnSpPr>
          <p:nvPr/>
        </p:nvCxnSpPr>
        <p:spPr>
          <a:xfrm>
            <a:off x="4238149" y="2553289"/>
            <a:ext cx="0" cy="3564000"/>
          </a:xfrm>
          <a:prstGeom prst="line">
            <a:avLst/>
          </a:prstGeom>
          <a:ln w="12700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D639C771-D12C-8AD8-E45B-A58A902CD886}"/>
              </a:ext>
            </a:extLst>
          </p:cNvPr>
          <p:cNvCxnSpPr>
            <a:cxnSpLocks/>
          </p:cNvCxnSpPr>
          <p:nvPr/>
        </p:nvCxnSpPr>
        <p:spPr>
          <a:xfrm>
            <a:off x="9869874" y="2581636"/>
            <a:ext cx="0" cy="3528000"/>
          </a:xfrm>
          <a:prstGeom prst="line">
            <a:avLst/>
          </a:prstGeom>
          <a:ln w="12700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" name="Picture 121">
            <a:extLst>
              <a:ext uri="{FF2B5EF4-FFF2-40B4-BE49-F238E27FC236}">
                <a16:creationId xmlns:a16="http://schemas.microsoft.com/office/drawing/2014/main" id="{85C1EF48-71C3-7863-1BF9-55AA44A9AE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145" y="6524466"/>
            <a:ext cx="11700000" cy="13340"/>
          </a:xfrm>
          <a:prstGeom prst="rect">
            <a:avLst/>
          </a:prstGeom>
        </p:spPr>
      </p:pic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D0B9ACA0-D707-BA34-30E6-91D435ECF181}"/>
              </a:ext>
            </a:extLst>
          </p:cNvPr>
          <p:cNvCxnSpPr>
            <a:cxnSpLocks/>
          </p:cNvCxnSpPr>
          <p:nvPr/>
        </p:nvCxnSpPr>
        <p:spPr>
          <a:xfrm>
            <a:off x="1634781" y="2007852"/>
            <a:ext cx="0" cy="4104000"/>
          </a:xfrm>
          <a:prstGeom prst="line">
            <a:avLst/>
          </a:prstGeom>
          <a:ln w="12700">
            <a:solidFill>
              <a:schemeClr val="tx1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ektangel: avrundede hjørner 95">
            <a:extLst>
              <a:ext uri="{FF2B5EF4-FFF2-40B4-BE49-F238E27FC236}">
                <a16:creationId xmlns:a16="http://schemas.microsoft.com/office/drawing/2014/main" id="{3A9C8AC9-48DF-37C9-94BA-0C31E3BA5824}"/>
              </a:ext>
            </a:extLst>
          </p:cNvPr>
          <p:cNvSpPr/>
          <p:nvPr/>
        </p:nvSpPr>
        <p:spPr>
          <a:xfrm>
            <a:off x="4374533" y="2582113"/>
            <a:ext cx="2448000" cy="713338"/>
          </a:xfrm>
          <a:prstGeom prst="roundRect">
            <a:avLst>
              <a:gd name="adj" fmla="val 4517"/>
            </a:avLst>
          </a:prstGeom>
          <a:solidFill>
            <a:schemeClr val="tx2">
              <a:lumMod val="5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100" b="1">
              <a:solidFill>
                <a:srgbClr val="070452"/>
              </a:solidFill>
              <a:latin typeface="Telenor Evolution Medium" pitchFamily="50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100" b="1">
                <a:solidFill>
                  <a:srgbClr val="070452"/>
                </a:solidFill>
                <a:latin typeface="Telenor Evolution Medium" pitchFamily="50" charset="0"/>
              </a:rPr>
              <a:t>KVALIFISERING</a:t>
            </a:r>
            <a:r>
              <a:rPr kumimoji="0" lang="nb-NO" sz="700" b="1" i="0" u="none" strike="noStrike" kern="0" cap="none" spc="0" normalizeH="0" baseline="0" noProof="0">
                <a:ln>
                  <a:noFill/>
                </a:ln>
                <a:solidFill>
                  <a:srgbClr val="070452"/>
                </a:solidFill>
                <a:effectLst/>
                <a:uLnTx/>
                <a:uFillTx/>
                <a:latin typeface="Telenor Evolution Medium" pitchFamily="50" charset="0"/>
                <a:ea typeface="+mn-ea"/>
                <a:cs typeface="+mn-cs"/>
              </a:rPr>
              <a:t>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700" b="1" i="0" u="none" strike="noStrike" kern="0" cap="none" spc="0" normalizeH="0" baseline="0" noProof="0">
                <a:ln>
                  <a:noFill/>
                </a:ln>
                <a:solidFill>
                  <a:srgbClr val="070452"/>
                </a:solidFill>
                <a:effectLst/>
                <a:uLnTx/>
                <a:uFillTx/>
                <a:latin typeface="Telenor Evolution Medium" pitchFamily="50" charset="0"/>
                <a:ea typeface="+mn-ea"/>
                <a:cs typeface="+mn-cs"/>
              </a:rPr>
              <a:t>(Booke møte &amp; gjennomføre møte)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700" b="0" i="0" u="none" strike="noStrike" kern="0" cap="none" spc="0" normalizeH="0" baseline="0" noProof="0">
              <a:ln>
                <a:noFill/>
              </a:ln>
              <a:solidFill>
                <a:srgbClr val="070452"/>
              </a:solidFill>
              <a:effectLst/>
              <a:uLnTx/>
              <a:uFillTx/>
              <a:latin typeface="Telenor Evolution Light"/>
              <a:ea typeface="+mn-ea"/>
              <a:cs typeface="+mn-cs"/>
            </a:endParaRP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17113511-94A5-34F6-D598-8CE06342213A}"/>
              </a:ext>
            </a:extLst>
          </p:cNvPr>
          <p:cNvCxnSpPr>
            <a:cxnSpLocks/>
          </p:cNvCxnSpPr>
          <p:nvPr/>
        </p:nvCxnSpPr>
        <p:spPr>
          <a:xfrm>
            <a:off x="10926043" y="2574544"/>
            <a:ext cx="0" cy="3528000"/>
          </a:xfrm>
          <a:prstGeom prst="line">
            <a:avLst/>
          </a:prstGeom>
          <a:ln w="12700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559D777C-D112-F5DD-C3C9-A83D3B3AF9A1}"/>
              </a:ext>
            </a:extLst>
          </p:cNvPr>
          <p:cNvSpPr txBox="1"/>
          <p:nvPr/>
        </p:nvSpPr>
        <p:spPr>
          <a:xfrm>
            <a:off x="173536" y="2773513"/>
            <a:ext cx="13917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400" b="1">
                <a:solidFill>
                  <a:srgbClr val="FFFFFF"/>
                </a:solidFill>
                <a:latin typeface="Telenor Evolution Medium" panose="020B0604020202020204" charset="0"/>
                <a:cs typeface="Telenor Evolution Medium" panose="020B0604020202020204" charset="0"/>
              </a:rPr>
              <a:t>SALGSTEG  SALESFORCE</a:t>
            </a:r>
            <a:endParaRPr kumimoji="0" lang="nb-NO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elenor Evolution Medium" panose="020B0604020202020204" charset="0"/>
              <a:ea typeface="+mn-ea"/>
              <a:cs typeface="Telenor Evolution Medium" panose="020B0604020202020204" charset="0"/>
            </a:endParaRPr>
          </a:p>
        </p:txBody>
      </p:sp>
      <p:sp>
        <p:nvSpPr>
          <p:cNvPr id="149" name="Rektangel: avrundede hjørner 96">
            <a:extLst>
              <a:ext uri="{FF2B5EF4-FFF2-40B4-BE49-F238E27FC236}">
                <a16:creationId xmlns:a16="http://schemas.microsoft.com/office/drawing/2014/main" id="{5C96075B-B396-4383-B7AC-4FBCC083A73B}"/>
              </a:ext>
            </a:extLst>
          </p:cNvPr>
          <p:cNvSpPr/>
          <p:nvPr/>
        </p:nvSpPr>
        <p:spPr>
          <a:xfrm>
            <a:off x="1765768" y="2578074"/>
            <a:ext cx="1039680" cy="744288"/>
          </a:xfrm>
          <a:prstGeom prst="roundRect">
            <a:avLst>
              <a:gd name="adj" fmla="val 4517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b-NO" sz="1100" b="1">
                <a:solidFill>
                  <a:srgbClr val="070452"/>
                </a:solidFill>
                <a:latin typeface="Telenor Evolution Medium" pitchFamily="50" charset="0"/>
              </a:rPr>
              <a:t>SUSPECTING</a:t>
            </a: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405C5D2D-D770-6DAF-5002-59EB2F913E42}"/>
              </a:ext>
            </a:extLst>
          </p:cNvPr>
          <p:cNvSpPr txBox="1"/>
          <p:nvPr/>
        </p:nvSpPr>
        <p:spPr>
          <a:xfrm>
            <a:off x="227424" y="5037353"/>
            <a:ext cx="13488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b="1">
                <a:solidFill>
                  <a:schemeClr val="accent1">
                    <a:lumMod val="60000"/>
                    <a:lumOff val="40000"/>
                  </a:schemeClr>
                </a:solidFill>
                <a:latin typeface="Telenor Evolution Medium" panose="020B0604020202020204" charset="0"/>
                <a:cs typeface="Telenor Evolution Medium" panose="020B0604020202020204" charset="0"/>
              </a:rPr>
              <a:t>Partner</a:t>
            </a:r>
            <a:endParaRPr lang="nb-NO" sz="1800" b="1">
              <a:solidFill>
                <a:schemeClr val="accent1">
                  <a:lumMod val="60000"/>
                  <a:lumOff val="40000"/>
                </a:schemeClr>
              </a:solidFill>
              <a:latin typeface="Telenor Evolution Medium" panose="020B0604020202020204" charset="0"/>
              <a:cs typeface="Telenor Evolution Medium" panose="020B0604020202020204" charset="0"/>
            </a:endParaRPr>
          </a:p>
          <a:p>
            <a:endParaRPr lang="nb-NO" sz="1800" b="1">
              <a:solidFill>
                <a:schemeClr val="accent1">
                  <a:lumMod val="60000"/>
                  <a:lumOff val="40000"/>
                </a:schemeClr>
              </a:solidFill>
              <a:latin typeface="Telenor Evolution Medium" panose="020B0604020202020204" charset="0"/>
              <a:cs typeface="Telenor Evolution Medium" panose="020B0604020202020204" charset="0"/>
            </a:endParaRPr>
          </a:p>
        </p:txBody>
      </p:sp>
      <p:sp>
        <p:nvSpPr>
          <p:cNvPr id="11" name="TekstSylinder 10">
            <a:extLst>
              <a:ext uri="{FF2B5EF4-FFF2-40B4-BE49-F238E27FC236}">
                <a16:creationId xmlns:a16="http://schemas.microsoft.com/office/drawing/2014/main" id="{B6B4D0D8-7BE8-2EC8-47F0-C256EA19B606}"/>
              </a:ext>
            </a:extLst>
          </p:cNvPr>
          <p:cNvSpPr txBox="1"/>
          <p:nvPr/>
        </p:nvSpPr>
        <p:spPr>
          <a:xfrm>
            <a:off x="9903818" y="3770844"/>
            <a:ext cx="1042659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NO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TelenorEvolutionPPT-Light" pitchFamily="2" charset="0"/>
              </a:defRPr>
            </a:lvl1pPr>
          </a:lstStyle>
          <a:p>
            <a:r>
              <a:rPr lang="nb-NO"/>
              <a:t>Ferdigstill </a:t>
            </a:r>
            <a:r>
              <a:rPr lang="nb-NO" err="1"/>
              <a:t>quote</a:t>
            </a:r>
            <a:r>
              <a:rPr lang="nb-NO"/>
              <a:t>.</a:t>
            </a:r>
          </a:p>
          <a:p>
            <a:r>
              <a:rPr lang="nb-NO"/>
              <a:t>Signere og oversende avtale til kunde</a:t>
            </a:r>
          </a:p>
        </p:txBody>
      </p:sp>
      <p:sp>
        <p:nvSpPr>
          <p:cNvPr id="13" name="TekstSylinder 12">
            <a:extLst>
              <a:ext uri="{FF2B5EF4-FFF2-40B4-BE49-F238E27FC236}">
                <a16:creationId xmlns:a16="http://schemas.microsoft.com/office/drawing/2014/main" id="{B94F6A72-76D2-00B4-EB48-30601B51A43B}"/>
              </a:ext>
            </a:extLst>
          </p:cNvPr>
          <p:cNvSpPr txBox="1"/>
          <p:nvPr/>
        </p:nvSpPr>
        <p:spPr>
          <a:xfrm>
            <a:off x="10906947" y="3746914"/>
            <a:ext cx="124554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NO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50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TelenorEvolutionPPT-Light" pitchFamily="2" charset="0"/>
              </a:defRPr>
            </a:lvl1pPr>
          </a:lstStyle>
          <a:p>
            <a:r>
              <a:rPr lang="nb-NO"/>
              <a:t>Send to </a:t>
            </a:r>
            <a:r>
              <a:rPr lang="nb-NO" err="1"/>
              <a:t>reporting</a:t>
            </a:r>
            <a:r>
              <a:rPr lang="nb-NO"/>
              <a:t>.</a:t>
            </a:r>
          </a:p>
          <a:p>
            <a:r>
              <a:rPr lang="nb-NO"/>
              <a:t>Kopi av avtalen </a:t>
            </a:r>
          </a:p>
          <a:p>
            <a:r>
              <a:rPr lang="nb-NO"/>
              <a:t>til partner</a:t>
            </a:r>
          </a:p>
        </p:txBody>
      </p:sp>
      <p:cxnSp>
        <p:nvCxnSpPr>
          <p:cNvPr id="2" name="Straight Connector 120">
            <a:extLst>
              <a:ext uri="{FF2B5EF4-FFF2-40B4-BE49-F238E27FC236}">
                <a16:creationId xmlns:a16="http://schemas.microsoft.com/office/drawing/2014/main" id="{7D1B833B-0857-96FD-DC4E-FEE9B5FC231E}"/>
              </a:ext>
            </a:extLst>
          </p:cNvPr>
          <p:cNvCxnSpPr>
            <a:cxnSpLocks/>
          </p:cNvCxnSpPr>
          <p:nvPr/>
        </p:nvCxnSpPr>
        <p:spPr>
          <a:xfrm>
            <a:off x="7098728" y="2553289"/>
            <a:ext cx="0" cy="3528000"/>
          </a:xfrm>
          <a:prstGeom prst="line">
            <a:avLst/>
          </a:prstGeom>
          <a:ln w="12700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94">
            <a:extLst>
              <a:ext uri="{FF2B5EF4-FFF2-40B4-BE49-F238E27FC236}">
                <a16:creationId xmlns:a16="http://schemas.microsoft.com/office/drawing/2014/main" id="{945CEB3D-B8F3-B28A-1B93-D404F8045EE2}"/>
              </a:ext>
            </a:extLst>
          </p:cNvPr>
          <p:cNvSpPr txBox="1"/>
          <p:nvPr/>
        </p:nvSpPr>
        <p:spPr>
          <a:xfrm>
            <a:off x="7150970" y="5129009"/>
            <a:ext cx="272897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NO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>
                <a:solidFill>
                  <a:schemeClr val="accent1">
                    <a:lumMod val="60000"/>
                    <a:lumOff val="40000"/>
                  </a:schemeClr>
                </a:solidFill>
                <a:latin typeface="Telenor Evolution Medium" pitchFamily="50" charset="0"/>
              </a:defRPr>
            </a:lvl1pPr>
          </a:lstStyle>
          <a:p>
            <a:r>
              <a:rPr lang="nb-NO"/>
              <a:t>Sende tilbud til kunde m/kopi til Telenor kundeansvarlig</a:t>
            </a:r>
          </a:p>
          <a:p>
            <a:endParaRPr lang="nb-NO"/>
          </a:p>
        </p:txBody>
      </p:sp>
      <p:sp>
        <p:nvSpPr>
          <p:cNvPr id="5" name="TextBox 94">
            <a:extLst>
              <a:ext uri="{FF2B5EF4-FFF2-40B4-BE49-F238E27FC236}">
                <a16:creationId xmlns:a16="http://schemas.microsoft.com/office/drawing/2014/main" id="{A9334BD8-832B-81DE-7E26-AAB8EB50AE02}"/>
              </a:ext>
            </a:extLst>
          </p:cNvPr>
          <p:cNvSpPr txBox="1"/>
          <p:nvPr/>
        </p:nvSpPr>
        <p:spPr>
          <a:xfrm>
            <a:off x="7177637" y="3822123"/>
            <a:ext cx="27289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1100"/>
              <a:t>Oppdater </a:t>
            </a:r>
            <a:r>
              <a:rPr lang="nb-NO" sz="1100" err="1"/>
              <a:t>quote</a:t>
            </a:r>
            <a:r>
              <a:rPr lang="nb-NO" sz="1100"/>
              <a:t> med verdi basert på underlag fra Partner.</a:t>
            </a:r>
            <a:endParaRPr lang="nb-NO" sz="1100">
              <a:latin typeface="Telenor Evolution Medium" pitchFamily="50" charset="0"/>
              <a:sym typeface="Wingdings" panose="05000000000000000000" pitchFamily="2" charset="2"/>
            </a:endParaRP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4B9D96A9-CBB8-E0DC-B726-9B12E74F8AF2}"/>
              </a:ext>
            </a:extLst>
          </p:cNvPr>
          <p:cNvSpPr txBox="1"/>
          <p:nvPr/>
        </p:nvSpPr>
        <p:spPr>
          <a:xfrm>
            <a:off x="4270529" y="3809316"/>
            <a:ext cx="265970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elenorEvolutionPPT-Light" pitchFamily="2" charset="0"/>
              </a:rPr>
              <a:t>(</a:t>
            </a:r>
            <a:r>
              <a:rPr kumimoji="0" lang="nb-NO" sz="110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TelenorEvolutionPPT-Light" pitchFamily="2" charset="0"/>
              </a:rPr>
              <a:t>Avsjekk</a:t>
            </a:r>
            <a:r>
              <a:rPr kumimoji="0" lang="nb-NO" sz="11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elenorEvolutionPPT-Light" pitchFamily="2" charset="0"/>
              </a:rPr>
              <a:t>: Back-to-back avtale hvis 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1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elenorEvolutionPPT-Light" pitchFamily="2" charset="0"/>
              </a:rPr>
              <a:t>kunden ikke skal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1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elenorEvolutionPPT-Light" pitchFamily="2" charset="0"/>
              </a:rPr>
              <a:t>benytte Telenor tjenesteavtale)*</a:t>
            </a:r>
          </a:p>
        </p:txBody>
      </p:sp>
      <p:pic>
        <p:nvPicPr>
          <p:cNvPr id="7" name="Picture 82">
            <a:extLst>
              <a:ext uri="{FF2B5EF4-FFF2-40B4-BE49-F238E27FC236}">
                <a16:creationId xmlns:a16="http://schemas.microsoft.com/office/drawing/2014/main" id="{7F295218-0DD3-886A-2D68-70C22FB35B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6000" y="4924174"/>
            <a:ext cx="11700000" cy="13340"/>
          </a:xfrm>
          <a:prstGeom prst="rect">
            <a:avLst/>
          </a:prstGeom>
        </p:spPr>
      </p:pic>
      <p:sp>
        <p:nvSpPr>
          <p:cNvPr id="10" name="TekstSylinder 9">
            <a:extLst>
              <a:ext uri="{FF2B5EF4-FFF2-40B4-BE49-F238E27FC236}">
                <a16:creationId xmlns:a16="http://schemas.microsoft.com/office/drawing/2014/main" id="{5A6AE46B-D281-15C2-02CB-294274CAA45C}"/>
              </a:ext>
            </a:extLst>
          </p:cNvPr>
          <p:cNvSpPr txBox="1"/>
          <p:nvPr/>
        </p:nvSpPr>
        <p:spPr>
          <a:xfrm>
            <a:off x="10945140" y="5080981"/>
            <a:ext cx="124554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NO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>
                <a:solidFill>
                  <a:schemeClr val="accent1">
                    <a:lumMod val="60000"/>
                    <a:lumOff val="40000"/>
                  </a:schemeClr>
                </a:solidFill>
                <a:latin typeface="Telenor Evolution Medium" pitchFamily="50" charset="0"/>
              </a:defRPr>
            </a:lvl1pPr>
          </a:lstStyle>
          <a:p>
            <a:r>
              <a:rPr lang="nb-NO"/>
              <a:t>Implementere og</a:t>
            </a:r>
          </a:p>
          <a:p>
            <a:r>
              <a:rPr lang="nb-NO"/>
              <a:t>aktivere løsning</a:t>
            </a:r>
          </a:p>
        </p:txBody>
      </p:sp>
      <p:sp>
        <p:nvSpPr>
          <p:cNvPr id="14" name="Pil: høyre 13">
            <a:extLst>
              <a:ext uri="{FF2B5EF4-FFF2-40B4-BE49-F238E27FC236}">
                <a16:creationId xmlns:a16="http://schemas.microsoft.com/office/drawing/2014/main" id="{416082BE-925B-BD46-0E4B-F0B28A175D35}"/>
              </a:ext>
            </a:extLst>
          </p:cNvPr>
          <p:cNvSpPr/>
          <p:nvPr/>
        </p:nvSpPr>
        <p:spPr>
          <a:xfrm>
            <a:off x="6943014" y="5496204"/>
            <a:ext cx="385491" cy="24576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>
              <a:solidFill>
                <a:schemeClr val="bg1"/>
              </a:solidFill>
            </a:endParaRPr>
          </a:p>
        </p:txBody>
      </p:sp>
      <p:sp>
        <p:nvSpPr>
          <p:cNvPr id="15" name="Pil: opp 14">
            <a:extLst>
              <a:ext uri="{FF2B5EF4-FFF2-40B4-BE49-F238E27FC236}">
                <a16:creationId xmlns:a16="http://schemas.microsoft.com/office/drawing/2014/main" id="{80CFED3D-E5AD-3227-D668-DA58F1F0B346}"/>
              </a:ext>
            </a:extLst>
          </p:cNvPr>
          <p:cNvSpPr/>
          <p:nvPr/>
        </p:nvSpPr>
        <p:spPr>
          <a:xfrm flipH="1">
            <a:off x="8283240" y="4726612"/>
            <a:ext cx="222124" cy="334468"/>
          </a:xfrm>
          <a:prstGeom prst="up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>
              <a:solidFill>
                <a:schemeClr val="bg1"/>
              </a:solidFill>
            </a:endParaRPr>
          </a:p>
        </p:txBody>
      </p:sp>
      <p:sp>
        <p:nvSpPr>
          <p:cNvPr id="17" name="TekstSylinder 16">
            <a:extLst>
              <a:ext uri="{FF2B5EF4-FFF2-40B4-BE49-F238E27FC236}">
                <a16:creationId xmlns:a16="http://schemas.microsoft.com/office/drawing/2014/main" id="{F7A45EE4-5778-8903-43B5-E05FE4C6D655}"/>
              </a:ext>
            </a:extLst>
          </p:cNvPr>
          <p:cNvSpPr txBox="1"/>
          <p:nvPr/>
        </p:nvSpPr>
        <p:spPr>
          <a:xfrm>
            <a:off x="9882443" y="5072320"/>
            <a:ext cx="124554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NO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>
                <a:solidFill>
                  <a:schemeClr val="accent1">
                    <a:lumMod val="60000"/>
                    <a:lumOff val="40000"/>
                  </a:schemeClr>
                </a:solidFill>
                <a:latin typeface="Telenor Evolution Medium" pitchFamily="50" charset="0"/>
              </a:defRPr>
            </a:lvl1pPr>
          </a:lstStyle>
          <a:p>
            <a:r>
              <a:rPr lang="nb-NO" sz="1000"/>
              <a:t>Sammenstill </a:t>
            </a:r>
          </a:p>
          <a:p>
            <a:r>
              <a:rPr lang="nb-NO" sz="1000"/>
              <a:t>Avtaledokument, løsnings-beskrivelse &amp; pris. Sendes til Telenor kundeansvarlig</a:t>
            </a:r>
            <a:endParaRPr lang="nb-NO" sz="1000">
              <a:sym typeface="Wingdings" panose="05000000000000000000" pitchFamily="2" charset="2"/>
            </a:endParaRPr>
          </a:p>
        </p:txBody>
      </p:sp>
      <p:sp>
        <p:nvSpPr>
          <p:cNvPr id="18" name="Pil: opp 17">
            <a:extLst>
              <a:ext uri="{FF2B5EF4-FFF2-40B4-BE49-F238E27FC236}">
                <a16:creationId xmlns:a16="http://schemas.microsoft.com/office/drawing/2014/main" id="{54FCF426-AADD-AF8D-B769-62E82B6BD743}"/>
              </a:ext>
            </a:extLst>
          </p:cNvPr>
          <p:cNvSpPr/>
          <p:nvPr/>
        </p:nvSpPr>
        <p:spPr>
          <a:xfrm flipH="1">
            <a:off x="10598357" y="4715169"/>
            <a:ext cx="222124" cy="334468"/>
          </a:xfrm>
          <a:prstGeom prst="up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9742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F8F39-5B8A-57A9-0F12-9DA837CDE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26890851-4A7E-8BF7-F5D8-9011128AC89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890851-4A7E-8BF7-F5D8-9011128AC8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25">
            <a:extLst>
              <a:ext uri="{FF2B5EF4-FFF2-40B4-BE49-F238E27FC236}">
                <a16:creationId xmlns:a16="http://schemas.microsoft.com/office/drawing/2014/main" id="{A64B5836-E679-2C58-944D-792A2F6B2B76}"/>
              </a:ext>
            </a:extLst>
          </p:cNvPr>
          <p:cNvSpPr txBox="1"/>
          <p:nvPr/>
        </p:nvSpPr>
        <p:spPr>
          <a:xfrm>
            <a:off x="272143" y="244817"/>
            <a:ext cx="118432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2800" dirty="0">
                <a:solidFill>
                  <a:srgbClr val="FFFFFF"/>
                </a:solidFill>
                <a:latin typeface="Telenor Evolution ExBd Slanted"/>
              </a:rPr>
              <a:t>Forenkling av Partnerprosess i</a:t>
            </a:r>
            <a:r>
              <a:rPr kumimoji="0" lang="nb-NO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lenor Evolution ExBd Slanted"/>
                <a:ea typeface="+mn-ea"/>
                <a:cs typeface="+mn-cs"/>
              </a:rPr>
              <a:t> Salesforce</a:t>
            </a:r>
          </a:p>
        </p:txBody>
      </p:sp>
      <p:pic>
        <p:nvPicPr>
          <p:cNvPr id="8" name="Bilde 7">
            <a:extLst>
              <a:ext uri="{FF2B5EF4-FFF2-40B4-BE49-F238E27FC236}">
                <a16:creationId xmlns:a16="http://schemas.microsoft.com/office/drawing/2014/main" id="{43CC004B-F0E5-5A97-D8B8-4452A74C2E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024" y="1167201"/>
            <a:ext cx="11317952" cy="497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71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02DC4-4DE0-1BA3-5F95-AB2EA50FB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A7864B57-AFE8-16A1-DFFE-F1D397A3EE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0072" y="504001"/>
            <a:ext cx="2236190" cy="492443"/>
          </a:xfrm>
        </p:spPr>
        <p:txBody>
          <a:bodyPr/>
          <a:lstStyle/>
          <a:p>
            <a:r>
              <a:rPr lang="nb-NO" dirty="0"/>
              <a:t>Kundespesifikke avtaler</a:t>
            </a:r>
          </a:p>
          <a:p>
            <a:endParaRPr lang="nb-NO" dirty="0"/>
          </a:p>
        </p:txBody>
      </p:sp>
      <p:sp>
        <p:nvSpPr>
          <p:cNvPr id="5" name="Tittel 4">
            <a:extLst>
              <a:ext uri="{FF2B5EF4-FFF2-40B4-BE49-F238E27FC236}">
                <a16:creationId xmlns:a16="http://schemas.microsoft.com/office/drawing/2014/main" id="{6743BECF-6A73-EF60-00E7-95D150CAB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859515"/>
            <a:ext cx="11111929" cy="1093110"/>
          </a:xfrm>
        </p:spPr>
        <p:txBody>
          <a:bodyPr/>
          <a:lstStyle/>
          <a:p>
            <a:r>
              <a:rPr lang="nb-NO" dirty="0"/>
              <a:t>Telenor inngår og reforhandler kundespesifikke avtaler </a:t>
            </a:r>
            <a:br>
              <a:rPr lang="nb-NO" dirty="0"/>
            </a:br>
            <a:r>
              <a:rPr lang="nb-NO" sz="2800" u="sng" dirty="0"/>
              <a:t>– sikre prisjusteringer i avtaleperioden</a:t>
            </a:r>
            <a:br>
              <a:rPr lang="nb-NO" dirty="0"/>
            </a:br>
            <a:endParaRPr lang="nb-NO" dirty="0"/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38841620-0B44-7BD7-1AED-5082DF8DA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00" y="2333625"/>
            <a:ext cx="11113200" cy="2825438"/>
          </a:xfrm>
        </p:spPr>
        <p:txBody>
          <a:bodyPr>
            <a:noAutofit/>
          </a:bodyPr>
          <a:lstStyle/>
          <a:p>
            <a:r>
              <a:rPr lang="nb-NO" sz="1600" dirty="0"/>
              <a:t>Standard tekst: Legges inn i kundespesifikke avtaler</a:t>
            </a:r>
          </a:p>
          <a:p>
            <a:r>
              <a:rPr lang="nb-NO" sz="1600" dirty="0"/>
              <a:t>Årlig prisjustering (KPI)Underleverandørens priser kan justeres årlig ved årsskiftet i tråd med økningen i Statistisk sentralbyrås konsumprisindeks (hovedindeksen).Første justering baseres på indeksen for måneden avtalen ble signert.</a:t>
            </a:r>
          </a:p>
          <a:p>
            <a:endParaRPr lang="nb-NO" sz="1600" dirty="0"/>
          </a:p>
          <a:p>
            <a:r>
              <a:rPr lang="nb-NO" sz="1600" dirty="0"/>
              <a:t>Prisendring ved økte </a:t>
            </a:r>
            <a:r>
              <a:rPr lang="nb-NO" sz="1600" dirty="0" err="1"/>
              <a:t>varekostnaderPrisene</a:t>
            </a:r>
            <a:r>
              <a:rPr lang="nb-NO" sz="1600" dirty="0"/>
              <a:t> kan også justeres dersom underleverandørens varekostnader fra tredjepart </a:t>
            </a:r>
            <a:r>
              <a:rPr lang="nb-NO" sz="1600" dirty="0" err="1"/>
              <a:t>øker.I</a:t>
            </a:r>
            <a:r>
              <a:rPr lang="nb-NO" sz="1600" dirty="0"/>
              <a:t> slike tilfeller skal </a:t>
            </a:r>
            <a:r>
              <a:rPr lang="nb-NO" sz="1600" dirty="0" err="1"/>
              <a:t>leverandøren:Varsle</a:t>
            </a:r>
            <a:r>
              <a:rPr lang="nb-NO" sz="1600" dirty="0"/>
              <a:t> kunden om </a:t>
            </a:r>
            <a:r>
              <a:rPr lang="nb-NO" sz="1600" dirty="0" err="1"/>
              <a:t>prisendringenDokumentere</a:t>
            </a:r>
            <a:r>
              <a:rPr lang="nb-NO" sz="1600" dirty="0"/>
              <a:t> grunnlaget for </a:t>
            </a:r>
            <a:r>
              <a:rPr lang="nb-NO" sz="1600" dirty="0" err="1"/>
              <a:t>endringenPrisendringen</a:t>
            </a:r>
            <a:r>
              <a:rPr lang="nb-NO" sz="1600" dirty="0"/>
              <a:t> trer i kraft fra det tidspunkt kunden mottar varselet.</a:t>
            </a:r>
          </a:p>
          <a:p>
            <a:endParaRPr lang="nb-NO" sz="1600" dirty="0"/>
          </a:p>
          <a:p>
            <a:pPr marL="0" indent="0">
              <a:buNone/>
            </a:pPr>
            <a:endParaRPr lang="nb-NO" sz="1600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EB3F76E6-8421-8DB6-C2ED-7CCE8C38091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6050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D0B49-A784-B397-7794-560D2B990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F5BED10D-04A7-A6E2-377E-AD5781AB18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0071" y="504001"/>
            <a:ext cx="2236190" cy="246221"/>
          </a:xfrm>
        </p:spPr>
        <p:txBody>
          <a:bodyPr/>
          <a:lstStyle/>
          <a:p>
            <a:r>
              <a:rPr lang="nb-NO" dirty="0"/>
              <a:t>Kundespesifikke avtaler</a:t>
            </a:r>
          </a:p>
        </p:txBody>
      </p:sp>
      <p:sp>
        <p:nvSpPr>
          <p:cNvPr id="5" name="Tittel 4">
            <a:extLst>
              <a:ext uri="{FF2B5EF4-FFF2-40B4-BE49-F238E27FC236}">
                <a16:creationId xmlns:a16="http://schemas.microsoft.com/office/drawing/2014/main" id="{B0952648-E6D2-9889-165E-005CEC037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859515"/>
            <a:ext cx="11113200" cy="845460"/>
          </a:xfrm>
        </p:spPr>
        <p:txBody>
          <a:bodyPr/>
          <a:lstStyle/>
          <a:p>
            <a:r>
              <a:rPr lang="nb-NO" dirty="0"/>
              <a:t>Telenor inngår og reforhandler kundespesifikke avtaler </a:t>
            </a:r>
            <a:br>
              <a:rPr lang="nb-NO" dirty="0"/>
            </a:br>
            <a:r>
              <a:rPr lang="nb-NO" sz="2800" u="sng" dirty="0"/>
              <a:t>– sikre personvern og speile kundekrav i avtaleperioden</a:t>
            </a:r>
            <a:endParaRPr lang="nb-NO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3A804CF3-CDE8-BC98-5672-5E9A5F4D5C7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4</a:t>
            </a:fld>
            <a:endParaRPr lang="en-GB"/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72E7FDEC-4E23-E690-2CAF-BBBECAE8383D}"/>
              </a:ext>
            </a:extLst>
          </p:cNvPr>
          <p:cNvSpPr txBox="1"/>
          <p:nvPr/>
        </p:nvSpPr>
        <p:spPr>
          <a:xfrm>
            <a:off x="669750" y="2278168"/>
            <a:ext cx="1085249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1600" b="1" u="sng" dirty="0"/>
              <a:t>Databehandleravtale (DPA)</a:t>
            </a:r>
          </a:p>
          <a:p>
            <a:r>
              <a:rPr lang="nb-NO" sz="1600" dirty="0"/>
              <a:t>Det skal inngås en direkte databehandleravtale (DPA) mellom partner og </a:t>
            </a:r>
            <a:r>
              <a:rPr lang="nb-NO" sz="1600" dirty="0" err="1"/>
              <a:t>kunde.Dette</a:t>
            </a:r>
            <a:r>
              <a:rPr lang="nb-NO" sz="1600" dirty="0"/>
              <a:t> sikrer at Telenor ikke påtar seg ansvar for behandling av person- og kundedata i tjenester der Telenor ikke har innsyn i dataene.</a:t>
            </a:r>
          </a:p>
          <a:p>
            <a:endParaRPr lang="nb-NO" sz="1600" dirty="0"/>
          </a:p>
          <a:p>
            <a:r>
              <a:rPr lang="nb-NO" sz="1600" b="1" u="sng" dirty="0"/>
              <a:t>Back-to-back-avtale, speile kundekrav</a:t>
            </a:r>
          </a:p>
          <a:p>
            <a:r>
              <a:rPr lang="nb-NO" sz="1600" dirty="0"/>
              <a:t>Det skal etableres en back-to-back-avtale mellom Telenor og partneren for den aktuelle </a:t>
            </a:r>
            <a:r>
              <a:rPr lang="nb-NO" sz="1600" dirty="0" err="1"/>
              <a:t>tjenesten.Dette</a:t>
            </a:r>
            <a:r>
              <a:rPr lang="nb-NO" sz="1600" dirty="0"/>
              <a:t> sikrer at alle kundespesifikke krav videreføres og etterleves av partneren. </a:t>
            </a:r>
          </a:p>
        </p:txBody>
      </p:sp>
    </p:spTree>
    <p:extLst>
      <p:ext uri="{BB962C8B-B14F-4D97-AF65-F5344CB8AC3E}">
        <p14:creationId xmlns:p14="http://schemas.microsoft.com/office/powerpoint/2010/main" val="3923491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lenor 2025">
  <a:themeElements>
    <a:clrScheme name="Telenor 2025 Office colour theme">
      <a:dk1>
        <a:srgbClr val="070451"/>
      </a:dk1>
      <a:lt1>
        <a:srgbClr val="FFFFFF"/>
      </a:lt1>
      <a:dk2>
        <a:srgbClr val="1C16C5"/>
      </a:dk2>
      <a:lt2>
        <a:srgbClr val="EBFFFF"/>
      </a:lt2>
      <a:accent1>
        <a:srgbClr val="00C8FF"/>
      </a:accent1>
      <a:accent2>
        <a:srgbClr val="2954FF"/>
      </a:accent2>
      <a:accent3>
        <a:srgbClr val="ADFFFE"/>
      </a:accent3>
      <a:accent4>
        <a:srgbClr val="B0FBB8"/>
      </a:accent4>
      <a:accent5>
        <a:srgbClr val="FEF6B8"/>
      </a:accent5>
      <a:accent6>
        <a:srgbClr val="FFB8D7"/>
      </a:accent6>
      <a:hlink>
        <a:srgbClr val="00C8FE"/>
      </a:hlink>
      <a:folHlink>
        <a:srgbClr val="00C8FE"/>
      </a:folHlink>
    </a:clrScheme>
    <a:fontScheme name="Test">
      <a:majorFont>
        <a:latin typeface="TelenorEvolution PPT"/>
        <a:ea typeface=""/>
        <a:cs typeface=""/>
      </a:majorFont>
      <a:minorFont>
        <a:latin typeface="TelenorEvolutionPPT-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108000" tIns="108000" rIns="108000" bIns="108000" rtlCol="0" anchor="t" anchorCtr="0"/>
      <a:lstStyle>
        <a:defPPr algn="l">
          <a:defRPr sz="16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non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kern="1200" cap="none" spc="0" normalizeH="0" baseline="0" noProof="0" dirty="0" err="1" smtClean="0">
            <a:ln>
              <a:noFill/>
            </a:ln>
            <a:solidFill>
              <a:schemeClr val="tx1"/>
            </a:solidFill>
            <a:effectLst/>
            <a:uLnTx/>
            <a:uFillTx/>
            <a:ea typeface="+mn-ea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-Telenor-template.potx" id="{AE450F54-FD0D-49C6-B665-C1E8923F4435}" vid="{F110319A-E086-4FEB-8437-2E70719C36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lenorEvolution PPT">
      <a:majorFont>
        <a:latin typeface="TelenorEvolutionPPT-Bold"/>
        <a:ea typeface=""/>
        <a:cs typeface=""/>
      </a:majorFont>
      <a:minorFont>
        <a:latin typeface="TelenorEvolutionPPT-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lenorEvolution PPT">
      <a:majorFont>
        <a:latin typeface="TelenorEvolutionPPT-Bold"/>
        <a:ea typeface=""/>
        <a:cs typeface=""/>
      </a:majorFont>
      <a:minorFont>
        <a:latin typeface="TelenorEvolutionPPT-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6523778-1a00-44d0-96dc-d43beb13d1e3">
      <Terms xmlns="http://schemas.microsoft.com/office/infopath/2007/PartnerControls"/>
    </lcf76f155ced4ddcb4097134ff3c332f>
    <TaxCatchAll xmlns="4826cd57-b245-485e-88df-9928beee911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5DA0C31E07BE459B8099DF4D144E67" ma:contentTypeVersion="11" ma:contentTypeDescription="Create a new document." ma:contentTypeScope="" ma:versionID="d19ea5d8e3d669dd96954552cb5b1520">
  <xsd:schema xmlns:xsd="http://www.w3.org/2001/XMLSchema" xmlns:xs="http://www.w3.org/2001/XMLSchema" xmlns:p="http://schemas.microsoft.com/office/2006/metadata/properties" xmlns:ns2="c6523778-1a00-44d0-96dc-d43beb13d1e3" xmlns:ns3="4826cd57-b245-485e-88df-9928beee911c" targetNamespace="http://schemas.microsoft.com/office/2006/metadata/properties" ma:root="true" ma:fieldsID="877d398c431ed579a8f6b70b8113ed34" ns2:_="" ns3:_="">
    <xsd:import namespace="c6523778-1a00-44d0-96dc-d43beb13d1e3"/>
    <xsd:import namespace="4826cd57-b245-485e-88df-9928beee911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523778-1a00-44d0-96dc-d43beb13d1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36d14256-4531-424c-b426-6b1dee66665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26cd57-b245-485e-88df-9928beee911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01558c0-7d5f-47f5-bfb0-81036eb5bb52}" ma:internalName="TaxCatchAll" ma:showField="CatchAllData" ma:web="4826cd57-b245-485e-88df-9928beee91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13B0C4-3245-4F01-8BF4-033F411AD72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0FF392-0D84-4EA2-8196-6F9DD44543A5}">
  <ds:schemaRefs>
    <ds:schemaRef ds:uri="http://purl.org/dc/terms/"/>
    <ds:schemaRef ds:uri="http://schemas.microsoft.com/office/2006/metadata/properties"/>
    <ds:schemaRef ds:uri="4826cd57-b245-485e-88df-9928beee911c"/>
    <ds:schemaRef ds:uri="http://www.w3.org/XML/1998/namespace"/>
    <ds:schemaRef ds:uri="c6523778-1a00-44d0-96dc-d43beb13d1e3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ACB6DE64-2028-4EF7-963F-9B38DE93289B}">
  <ds:schemaRefs>
    <ds:schemaRef ds:uri="4826cd57-b245-485e-88df-9928beee911c"/>
    <ds:schemaRef ds:uri="c6523778-1a00-44d0-96dc-d43beb13d1e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f604d2c9-1577-460e-b668-57374a0216c3}" enabled="1" method="Standard" siteId="{1676489c-5c72-46b7-ba63-9ab90c4aad4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1-Telenor-template</Template>
  <TotalTime>177</TotalTime>
  <Words>394</Words>
  <Application>Microsoft Office PowerPoint</Application>
  <PresentationFormat>Widescreen</PresentationFormat>
  <Paragraphs>76</Paragraphs>
  <Slides>4</Slides>
  <Notes>2</Notes>
  <HiddenSlides>0</HiddenSlides>
  <MMClips>0</MMClips>
  <ScaleCrop>false</ScaleCrop>
  <HeadingPairs>
    <vt:vector size="8" baseType="variant">
      <vt:variant>
        <vt:lpstr>Brukte skrifter</vt:lpstr>
      </vt:variant>
      <vt:variant>
        <vt:i4>10</vt:i4>
      </vt:variant>
      <vt:variant>
        <vt:lpstr>Tema</vt:lpstr>
      </vt:variant>
      <vt:variant>
        <vt:i4>1</vt:i4>
      </vt:variant>
      <vt:variant>
        <vt:lpstr>Innebygde OLE-servere</vt:lpstr>
      </vt:variant>
      <vt:variant>
        <vt:i4>1</vt:i4>
      </vt:variant>
      <vt:variant>
        <vt:lpstr>Lysbildetitler</vt:lpstr>
      </vt:variant>
      <vt:variant>
        <vt:i4>4</vt:i4>
      </vt:variant>
    </vt:vector>
  </HeadingPairs>
  <TitlesOfParts>
    <vt:vector size="16" baseType="lpstr">
      <vt:lpstr>Telenor Evolution Light</vt:lpstr>
      <vt:lpstr>Telenor Evolution PPT Light</vt:lpstr>
      <vt:lpstr>Telenor Evolution ExBd Slanted</vt:lpstr>
      <vt:lpstr>TelenorEvolution PPT</vt:lpstr>
      <vt:lpstr>Aptos</vt:lpstr>
      <vt:lpstr>Telenor Evolution Medium</vt:lpstr>
      <vt:lpstr>TelenorEvolutionPPT-Light</vt:lpstr>
      <vt:lpstr>Telenor Evolution UI Light</vt:lpstr>
      <vt:lpstr>Wingdings</vt:lpstr>
      <vt:lpstr>Arial</vt:lpstr>
      <vt:lpstr>Telenor 2025</vt:lpstr>
      <vt:lpstr>think-cell Slide</vt:lpstr>
      <vt:lpstr>PowerPoint-presentasjon</vt:lpstr>
      <vt:lpstr>PowerPoint-presentasjon</vt:lpstr>
      <vt:lpstr>Telenor inngår og reforhandler kundespesifikke avtaler  – sikre prisjusteringer i avtaleperioden </vt:lpstr>
      <vt:lpstr>Telenor inngår og reforhandler kundespesifikke avtaler  – sikre personvern og speile kundekrav i avtaleperioden</vt:lpstr>
    </vt:vector>
  </TitlesOfParts>
  <Manager/>
  <Company>Telenor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Trude Florin Iversen</dc:creator>
  <cp:keywords/>
  <dc:description/>
  <cp:lastModifiedBy>Tor Marstein</cp:lastModifiedBy>
  <cp:revision>2</cp:revision>
  <dcterms:created xsi:type="dcterms:W3CDTF">2026-05-13T08:11:23Z</dcterms:created>
  <dcterms:modified xsi:type="dcterms:W3CDTF">2026-06-16T07:59:57Z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0821336-263d-4940-a74c-ab7373b99eed_Enabled">
    <vt:lpwstr>true</vt:lpwstr>
  </property>
  <property fmtid="{D5CDD505-2E9C-101B-9397-08002B2CF9AE}" pid="3" name="MSIP_Label_50821336-263d-4940-a74c-ab7373b99eed_SetDate">
    <vt:lpwstr>2025-06-18T09:57:08Z</vt:lpwstr>
  </property>
  <property fmtid="{D5CDD505-2E9C-101B-9397-08002B2CF9AE}" pid="4" name="MSIP_Label_50821336-263d-4940-a74c-ab7373b99eed_Method">
    <vt:lpwstr>Standard</vt:lpwstr>
  </property>
  <property fmtid="{D5CDD505-2E9C-101B-9397-08002B2CF9AE}" pid="5" name="MSIP_Label_50821336-263d-4940-a74c-ab7373b99eed_Name">
    <vt:lpwstr>Internal</vt:lpwstr>
  </property>
  <property fmtid="{D5CDD505-2E9C-101B-9397-08002B2CF9AE}" pid="6" name="MSIP_Label_50821336-263d-4940-a74c-ab7373b99eed_SiteId">
    <vt:lpwstr>6735929c-9dbf-473b-9fc6-5fbdcd2c9fc4</vt:lpwstr>
  </property>
  <property fmtid="{D5CDD505-2E9C-101B-9397-08002B2CF9AE}" pid="7" name="MSIP_Label_50821336-263d-4940-a74c-ab7373b99eed_ActionId">
    <vt:lpwstr>87aee2b2-f572-435d-bbe9-d9f454cd0e4e</vt:lpwstr>
  </property>
  <property fmtid="{D5CDD505-2E9C-101B-9397-08002B2CF9AE}" pid="8" name="MSIP_Label_50821336-263d-4940-a74c-ab7373b99eed_ContentBits">
    <vt:lpwstr>0</vt:lpwstr>
  </property>
  <property fmtid="{D5CDD505-2E9C-101B-9397-08002B2CF9AE}" pid="9" name="MSIP_Label_50821336-263d-4940-a74c-ab7373b99eed_Tag">
    <vt:lpwstr>50, 3, 0, 1</vt:lpwstr>
  </property>
  <property fmtid="{D5CDD505-2E9C-101B-9397-08002B2CF9AE}" pid="10" name="ContentTypeId">
    <vt:lpwstr>0x010100C45DA0C31E07BE459B8099DF4D144E67</vt:lpwstr>
  </property>
  <property fmtid="{D5CDD505-2E9C-101B-9397-08002B2CF9AE}" pid="11" name="MediaServiceImageTags">
    <vt:lpwstr/>
  </property>
  <property fmtid="{D5CDD505-2E9C-101B-9397-08002B2CF9AE}" pid="12" name="ClassificationContentMarkingFooterLocations">
    <vt:lpwstr>Telenor 2025:12</vt:lpwstr>
  </property>
  <property fmtid="{D5CDD505-2E9C-101B-9397-08002B2CF9AE}" pid="13" name="ClassificationContentMarkingFooterText">
    <vt:lpwstr>Sensitivity: Internal</vt:lpwstr>
  </property>
</Properties>
</file>