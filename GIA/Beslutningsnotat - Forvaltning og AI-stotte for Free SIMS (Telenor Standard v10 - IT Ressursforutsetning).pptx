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jpg" ContentType="image/jpe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51.xml" ContentType="application/vnd.openxmlformats-officedocument.presentationml.slideLayout+xml"/>
  <Override PartName="/ppt/slideLayouts/slideLayout52.xml" ContentType="application/vnd.openxmlformats-officedocument.presentationml.slideLayout+xml"/>
  <Override PartName="/ppt/slideLayouts/slideLayout53.xml" ContentType="application/vnd.openxmlformats-officedocument.presentationml.slideLayout+xml"/>
  <Override PartName="/ppt/slideLayouts/slideLayout54.xml" ContentType="application/vnd.openxmlformats-officedocument.presentationml.slideLayout+xml"/>
  <Override PartName="/ppt/slideLayouts/slideLayout55.xml" ContentType="application/vnd.openxmlformats-officedocument.presentationml.slideLayout+xml"/>
  <Override PartName="/ppt/slideLayouts/slideLayout56.xml" ContentType="application/vnd.openxmlformats-officedocument.presentationml.slideLayout+xml"/>
  <Override PartName="/ppt/slideLayouts/slideLayout57.xml" ContentType="application/vnd.openxmlformats-officedocument.presentationml.slideLayout+xml"/>
  <Override PartName="/ppt/slideLayouts/slideLayout58.xml" ContentType="application/vnd.openxmlformats-officedocument.presentationml.slideLayout+xml"/>
  <Override PartName="/ppt/slideLayouts/slideLayout59.xml" ContentType="application/vnd.openxmlformats-officedocument.presentationml.slideLayout+xml"/>
  <Override PartName="/ppt/slideLayouts/slideLayout60.xml" ContentType="application/vnd.openxmlformats-officedocument.presentationml.slideLayout+xml"/>
  <Override PartName="/ppt/slideLayouts/slideLayout61.xml" ContentType="application/vnd.openxmlformats-officedocument.presentationml.slideLayout+xml"/>
  <Override PartName="/ppt/slideLayouts/slideLayout62.xml" ContentType="application/vnd.openxmlformats-officedocument.presentationml.slideLayout+xml"/>
  <Override PartName="/ppt/slideLayouts/slideLayout63.xml" ContentType="application/vnd.openxmlformats-officedocument.presentationml.slideLayout+xml"/>
  <Override PartName="/ppt/slideLayouts/slideLayout64.xml" ContentType="application/vnd.openxmlformats-officedocument.presentationml.slideLayout+xml"/>
  <Override PartName="/ppt/slideLayouts/slideLayout65.xml" ContentType="application/vnd.openxmlformats-officedocument.presentationml.slideLayout+xml"/>
  <Override PartName="/ppt/slideLayouts/slideLayout66.xml" ContentType="application/vnd.openxmlformats-officedocument.presentationml.slideLayout+xml"/>
  <Override PartName="/ppt/slideLayouts/slideLayout67.xml" ContentType="application/vnd.openxmlformats-officedocument.presentationml.slideLayout+xml"/>
  <Override PartName="/ppt/slideLayouts/slideLayout68.xml" ContentType="application/vnd.openxmlformats-officedocument.presentationml.slideLayout+xml"/>
  <Override PartName="/ppt/slideLayouts/slideLayout69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6" Type="http://schemas.microsoft.com/office/2020/02/relationships/classificationlabels" Target="docMetadata/LabelInfo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>
  <p:sldMasterIdLst>
    <p:sldMasterId id="2147483660" r:id="rId4"/>
  </p:sldMasterIdLst>
  <p:notesMasterIdLst>
    <p:notesMasterId r:id="rId14"/>
  </p:notesMasterIdLst>
  <p:handoutMasterIdLst>
    <p:handoutMasterId r:id="rId15"/>
  </p:handout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</p:sldIdLst>
  <p:sldSz cx="12192000" cy="6858000"/>
  <p:notesSz cx="6858000" cy="9144000"/>
  <p:embeddedFontLst>
    <p:embeddedFont>
      <p:font typeface="Segoe UI" panose="020B0502040204020203" pitchFamily="34" charset="0"/>
      <p:regular r:id="rId16"/>
      <p:bold r:id="rId17"/>
      <p:italic r:id="rId18"/>
      <p:boldItalic r:id="rId19"/>
    </p:embeddedFont>
    <p:embeddedFont>
      <p:font typeface="TelenorEvolution PPT" pitchFamily="2" charset="0"/>
      <p:regular r:id="rId20"/>
      <p:bold r:id="rId21"/>
      <p:italic r:id="rId22"/>
      <p:boldItalic r:id="rId23"/>
    </p:embeddedFont>
    <p:embeddedFont>
      <p:font typeface="TelenorEvolutionPPT-Light" pitchFamily="2" charset="0"/>
      <p:regular r:id="rId24"/>
      <p:bold r:id="rId25"/>
      <p:italic r:id="rId26"/>
      <p:boldItalic r:id="rId27"/>
    </p:embeddedFont>
  </p:embeddedFontLst>
  <p:defaultTextStyle>
    <a:defPPr>
      <a:defRPr lang="en-NO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D700"/>
    <a:srgbClr val="C0C0C0"/>
    <a:srgbClr val="CD7F32"/>
    <a:srgbClr val="ADFFFE"/>
    <a:srgbClr val="FFD0AD"/>
    <a:srgbClr val="F6FFF7"/>
    <a:srgbClr val="FFFDEC"/>
    <a:srgbClr val="FFF9F6"/>
    <a:srgbClr val="FFF5FA"/>
    <a:srgbClr val="FFD0A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940675A-B579-460E-94D1-54222C63F5DA}" styleName="Ingen stil, tabellrutenett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2D5ABB26-0587-4C30-8999-92F81FD0307C}" styleName="Ingen stil, ingen rutenett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7E9639D4-E3E2-4D34-9284-5A2195B3D0D7}" styleName="Lys stil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  <a:top>
            <a:lnRef idx="1">
              <a:schemeClr val="tx1"/>
            </a:lnRef>
          </a:top>
          <a:bottom>
            <a:lnRef idx="1">
              <a:schemeClr val="tx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tx1"/>
            </a:lnRef>
          </a:top>
          <a:bottom>
            <a:lnRef idx="1">
              <a:schemeClr val="tx1"/>
            </a:lnRef>
          </a:bottom>
        </a:tcBdr>
      </a:tcStyle>
    </a:band1H>
    <a:band1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1V>
    <a:band2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tx1"/>
        </a:fillRef>
      </a:tcStyle>
    </a:firstRow>
  </a:tblStyle>
  <a:tblStyle styleId="{5C22544A-7EE6-4342-B048-85BDC9FD1C3A}" styleName="Middels stil 2 – utheving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72833802-FEF1-4C79-8D5D-14CF1EAF98D9}" styleName="Lys stil 2 – utheving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</a:tcBdr>
      </a:tcStyle>
    </a:band1H>
    <a:band1V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</a:tcBdr>
      </a:tcStyle>
    </a:band1V>
    <a:band2V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2"/>
        </a:fillRef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1"/>
    <p:restoredTop sz="94658"/>
  </p:normalViewPr>
  <p:slideViewPr>
    <p:cSldViewPr snapToGrid="0">
      <p:cViewPr varScale="1">
        <p:scale>
          <a:sx n="67" d="100"/>
          <a:sy n="67" d="100"/>
        </p:scale>
        <p:origin x="32" y="6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66" d="100"/>
          <a:sy n="66" d="100"/>
        </p:scale>
        <p:origin x="0" y="0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font" Target="fonts/font3.fntdata"/><Relationship Id="rId26" Type="http://schemas.openxmlformats.org/officeDocument/2006/relationships/font" Target="fonts/font11.fntdata"/><Relationship Id="rId3" Type="http://schemas.openxmlformats.org/officeDocument/2006/relationships/customXml" Target="../customXml/item3.xml"/><Relationship Id="rId21" Type="http://schemas.openxmlformats.org/officeDocument/2006/relationships/font" Target="fonts/font6.fntdata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font" Target="fonts/font2.fntdata"/><Relationship Id="rId25" Type="http://schemas.openxmlformats.org/officeDocument/2006/relationships/font" Target="fonts/font10.fntdata"/><Relationship Id="rId2" Type="http://schemas.openxmlformats.org/officeDocument/2006/relationships/customXml" Target="../customXml/item2.xml"/><Relationship Id="rId16" Type="http://schemas.openxmlformats.org/officeDocument/2006/relationships/font" Target="fonts/font1.fntdata"/><Relationship Id="rId20" Type="http://schemas.openxmlformats.org/officeDocument/2006/relationships/font" Target="fonts/font5.fntdata"/><Relationship Id="rId29" Type="http://schemas.openxmlformats.org/officeDocument/2006/relationships/viewProps" Target="viewProp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font" Target="fonts/font9.fntdata"/><Relationship Id="rId5" Type="http://schemas.openxmlformats.org/officeDocument/2006/relationships/slide" Target="slides/slide1.xml"/><Relationship Id="rId15" Type="http://schemas.openxmlformats.org/officeDocument/2006/relationships/handoutMaster" Target="handoutMasters/handoutMaster1.xml"/><Relationship Id="rId23" Type="http://schemas.openxmlformats.org/officeDocument/2006/relationships/font" Target="fonts/font8.fntdata"/><Relationship Id="rId28" Type="http://schemas.openxmlformats.org/officeDocument/2006/relationships/presProps" Target="presProps.xml"/><Relationship Id="rId10" Type="http://schemas.openxmlformats.org/officeDocument/2006/relationships/slide" Target="slides/slide6.xml"/><Relationship Id="rId19" Type="http://schemas.openxmlformats.org/officeDocument/2006/relationships/font" Target="fonts/font4.fntdata"/><Relationship Id="rId31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notesMaster" Target="notesMasters/notesMaster1.xml"/><Relationship Id="rId22" Type="http://schemas.openxmlformats.org/officeDocument/2006/relationships/font" Target="fonts/font7.fntdata"/><Relationship Id="rId27" Type="http://schemas.openxmlformats.org/officeDocument/2006/relationships/font" Target="fonts/font12.fntdata"/><Relationship Id="rId30" Type="http://schemas.openxmlformats.org/officeDocument/2006/relationships/theme" Target="theme/theme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ssholder for topptekst 1">
            <a:extLst>
              <a:ext uri="{FF2B5EF4-FFF2-40B4-BE49-F238E27FC236}">
                <a16:creationId xmlns:a16="http://schemas.microsoft.com/office/drawing/2014/main" id="{192D7BEB-D096-76FF-553B-849C0BA62CE6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nb-NO"/>
          </a:p>
        </p:txBody>
      </p:sp>
      <p:sp>
        <p:nvSpPr>
          <p:cNvPr id="3" name="Plassholder for dato 2">
            <a:extLst>
              <a:ext uri="{FF2B5EF4-FFF2-40B4-BE49-F238E27FC236}">
                <a16:creationId xmlns:a16="http://schemas.microsoft.com/office/drawing/2014/main" id="{B3E5A3A9-4556-3B71-70C0-771DAA4246FC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AC6EA20-0840-4B60-A7DF-47983B442C9F}" type="datetimeFigureOut">
              <a:rPr lang="nb-NO" smtClean="0"/>
              <a:t>18.09.2026</a:t>
            </a:fld>
            <a:endParaRPr lang="nb-NO"/>
          </a:p>
        </p:txBody>
      </p:sp>
      <p:sp>
        <p:nvSpPr>
          <p:cNvPr id="4" name="Plassholder for bunntekst 3">
            <a:extLst>
              <a:ext uri="{FF2B5EF4-FFF2-40B4-BE49-F238E27FC236}">
                <a16:creationId xmlns:a16="http://schemas.microsoft.com/office/drawing/2014/main" id="{2C871261-EFDF-13D4-5403-7C38F73D7B08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nb-NO"/>
          </a:p>
        </p:txBody>
      </p:sp>
      <p:sp>
        <p:nvSpPr>
          <p:cNvPr id="5" name="Plassholder for lysbildenummer 4">
            <a:extLst>
              <a:ext uri="{FF2B5EF4-FFF2-40B4-BE49-F238E27FC236}">
                <a16:creationId xmlns:a16="http://schemas.microsoft.com/office/drawing/2014/main" id="{FD8168DE-04AE-0909-7A08-E28AF70F06CB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E3E3234-8599-4DD5-94C8-355D0E04706F}" type="slidenum">
              <a:rPr lang="nb-NO" smtClean="0"/>
              <a:t>‹#›</a:t>
            </a:fld>
            <a:endParaRPr lang="nb-NO"/>
          </a:p>
        </p:txBody>
      </p:sp>
    </p:spTree>
    <p:extLst>
      <p:ext uri="{BB962C8B-B14F-4D97-AF65-F5344CB8AC3E}">
        <p14:creationId xmlns:p14="http://schemas.microsoft.com/office/powerpoint/2010/main" val="3795462926"/>
      </p:ext>
    </p:extLst>
  </p:cSld>
  <p:clrMap bg1="lt1" tx1="dk1" bg2="lt2" tx2="dk2" accent1="accent1" accent2="accent2" accent3="accent3" accent4="accent4" accent5="accent5" accent6="accent6" hlink="hlink" folHlink="folHlink"/>
  <p:extLst>
    <p:ext uri="{56416CCD-93CA-4268-BC5B-53C4BB910035}">
      <p15:sldGuideLst xmlns:p15="http://schemas.microsoft.com/office/powerpoint/2012/main">
        <p15:guide id="1" orient="horz" pos="2880" userDrawn="1">
          <p15:clr>
            <a:srgbClr val="F26B43"/>
          </p15:clr>
        </p15:guide>
        <p15:guide id="2" pos="2160" userDrawn="1">
          <p15:clr>
            <a:srgbClr val="F26B43"/>
          </p15:clr>
        </p15:guide>
      </p15:sldGuideLst>
    </p:ext>
  </p:extLst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EBC1E7B-BF52-F34C-A8A5-3EDA31C48EEC}" type="datetimeFigureOut">
              <a:rPr lang="en-GB" smtClean="0"/>
              <a:t>18/09/2026</a:t>
            </a:fld>
            <a:endParaRPr lang="en-GB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GB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nb"/>
              <a:t>Klikk for å redigere maltekststiler</a:t>
            </a:r>
          </a:p>
          <a:p>
            <a:pPr lvl="1"/>
            <a:r>
              <a:rPr lang="nb"/>
              <a:t>Andre nivå</a:t>
            </a:r>
          </a:p>
          <a:p>
            <a:pPr lvl="2"/>
            <a:r>
              <a:rPr lang="nb"/>
              <a:t>Tredje nivå</a:t>
            </a:r>
          </a:p>
          <a:p>
            <a:pPr lvl="3"/>
            <a:r>
              <a:rPr lang="nb"/>
              <a:t>Fjerde nivå</a:t>
            </a:r>
          </a:p>
          <a:p>
            <a:pPr lvl="4"/>
            <a:r>
              <a:rPr lang="nb"/>
              <a:t>Femte nivå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82A2A1D-4381-7944-A115-0AF78503C252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9477054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  <p:extLst>
    <p:ext uri="{620B2872-D7B9-4A21-9093-7833F8D536E1}">
      <p15:sldGuideLst xmlns:p15="http://schemas.microsoft.com/office/powerpoint/2012/main">
        <p15:guide id="1" orient="horz" pos="2880" userDrawn="1">
          <p15:clr>
            <a:srgbClr val="F26B43"/>
          </p15:clr>
        </p15:guide>
        <p15:guide id="2" pos="2160" userDrawn="1">
          <p15:clr>
            <a:srgbClr val="F26B43"/>
          </p15:clr>
        </p15:guide>
      </p15:sldGuideLst>
    </p:ext>
  </p:extLst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sv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svg"/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svg"/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svg"/><Relationship Id="rId1" Type="http://schemas.openxmlformats.org/officeDocument/2006/relationships/slideMaster" Target="../slideMasters/slideMaster1.xml"/></Relationships>
</file>

<file path=ppt/slideLayouts/_rels/slideLayout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svg"/><Relationship Id="rId1" Type="http://schemas.openxmlformats.org/officeDocument/2006/relationships/slideMaster" Target="../slideMasters/slideMaster1.xml"/></Relationships>
</file>

<file path=ppt/slideLayouts/_rels/slideLayout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svg"/><Relationship Id="rId1" Type="http://schemas.openxmlformats.org/officeDocument/2006/relationships/slideMaster" Target="../slideMasters/slideMaster1.xml"/></Relationships>
</file>

<file path=ppt/slideLayouts/_rels/slideLayout4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svg"/><Relationship Id="rId1" Type="http://schemas.openxmlformats.org/officeDocument/2006/relationships/slideMaster" Target="../slideMasters/slideMaster1.xml"/></Relationships>
</file>

<file path=ppt/slideLayouts/_rels/slideLayout4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svg"/><Relationship Id="rId1" Type="http://schemas.openxmlformats.org/officeDocument/2006/relationships/slideMaster" Target="../slideMasters/slideMaster1.xml"/></Relationships>
</file>

<file path=ppt/slideLayouts/_rels/slideLayout4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sv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Hello.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raphic 8">
            <a:extLst>
              <a:ext uri="{FF2B5EF4-FFF2-40B4-BE49-F238E27FC236}">
                <a16:creationId xmlns:a16="http://schemas.microsoft.com/office/drawing/2014/main" id="{EB1BCEF7-B4AA-9CC9-AA23-F37CC13EB64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ChangeAspect="1"/>
          </p:cNvSpPr>
          <p:nvPr/>
        </p:nvSpPr>
        <p:spPr>
          <a:xfrm>
            <a:off x="10794689" y="5626571"/>
            <a:ext cx="866855" cy="792000"/>
          </a:xfrm>
          <a:custGeom>
            <a:avLst/>
            <a:gdLst>
              <a:gd name="connsiteX0" fmla="*/ 154264 w 305194"/>
              <a:gd name="connsiteY0" fmla="*/ 85261 h 278876"/>
              <a:gd name="connsiteX1" fmla="*/ 160092 w 305194"/>
              <a:gd name="connsiteY1" fmla="*/ 80929 h 278876"/>
              <a:gd name="connsiteX2" fmla="*/ 168583 w 305194"/>
              <a:gd name="connsiteY2" fmla="*/ 53314 h 278876"/>
              <a:gd name="connsiteX3" fmla="*/ 196130 w 305194"/>
              <a:gd name="connsiteY3" fmla="*/ 20263 h 278876"/>
              <a:gd name="connsiteX4" fmla="*/ 238040 w 305194"/>
              <a:gd name="connsiteY4" fmla="*/ 2372 h 278876"/>
              <a:gd name="connsiteX5" fmla="*/ 268599 w 305194"/>
              <a:gd name="connsiteY5" fmla="*/ 358 h 278876"/>
              <a:gd name="connsiteX6" fmla="*/ 302258 w 305194"/>
              <a:gd name="connsiteY6" fmla="*/ 13938 h 278876"/>
              <a:gd name="connsiteX7" fmla="*/ 305183 w 305194"/>
              <a:gd name="connsiteY7" fmla="*/ 21649 h 278876"/>
              <a:gd name="connsiteX8" fmla="*/ 299006 w 305194"/>
              <a:gd name="connsiteY8" fmla="*/ 33648 h 278876"/>
              <a:gd name="connsiteX9" fmla="*/ 270498 w 305194"/>
              <a:gd name="connsiteY9" fmla="*/ 47596 h 278876"/>
              <a:gd name="connsiteX10" fmla="*/ 217391 w 305194"/>
              <a:gd name="connsiteY10" fmla="*/ 61696 h 278876"/>
              <a:gd name="connsiteX11" fmla="*/ 184168 w 305194"/>
              <a:gd name="connsiteY11" fmla="*/ 71161 h 278876"/>
              <a:gd name="connsiteX12" fmla="*/ 175437 w 305194"/>
              <a:gd name="connsiteY12" fmla="*/ 92040 h 278876"/>
              <a:gd name="connsiteX13" fmla="*/ 200430 w 305194"/>
              <a:gd name="connsiteY13" fmla="*/ 108284 h 278876"/>
              <a:gd name="connsiteX14" fmla="*/ 233740 w 305194"/>
              <a:gd name="connsiteY14" fmla="*/ 140773 h 278876"/>
              <a:gd name="connsiteX15" fmla="*/ 272681 w 305194"/>
              <a:gd name="connsiteY15" fmla="*/ 210471 h 278876"/>
              <a:gd name="connsiteX16" fmla="*/ 258668 w 305194"/>
              <a:gd name="connsiteY16" fmla="*/ 276358 h 278876"/>
              <a:gd name="connsiteX17" fmla="*/ 204250 w 305194"/>
              <a:gd name="connsiteY17" fmla="*/ 256865 h 278876"/>
              <a:gd name="connsiteX18" fmla="*/ 169325 w 305194"/>
              <a:gd name="connsiteY18" fmla="*/ 196220 h 278876"/>
              <a:gd name="connsiteX19" fmla="*/ 157494 w 305194"/>
              <a:gd name="connsiteY19" fmla="*/ 120002 h 278876"/>
              <a:gd name="connsiteX20" fmla="*/ 157647 w 305194"/>
              <a:gd name="connsiteY20" fmla="*/ 107310 h 278876"/>
              <a:gd name="connsiteX21" fmla="*/ 131584 w 305194"/>
              <a:gd name="connsiteY21" fmla="*/ 107483 h 278876"/>
              <a:gd name="connsiteX22" fmla="*/ 91442 w 305194"/>
              <a:gd name="connsiteY22" fmla="*/ 146209 h 278876"/>
              <a:gd name="connsiteX23" fmla="*/ 76468 w 305194"/>
              <a:gd name="connsiteY23" fmla="*/ 164663 h 278876"/>
              <a:gd name="connsiteX24" fmla="*/ 53199 w 305194"/>
              <a:gd name="connsiteY24" fmla="*/ 189094 h 278876"/>
              <a:gd name="connsiteX25" fmla="*/ 10918 w 305194"/>
              <a:gd name="connsiteY25" fmla="*/ 191541 h 278876"/>
              <a:gd name="connsiteX26" fmla="*/ 4 w 305194"/>
              <a:gd name="connsiteY26" fmla="*/ 167370 h 278876"/>
              <a:gd name="connsiteX27" fmla="*/ 5025 w 305194"/>
              <a:gd name="connsiteY27" fmla="*/ 148375 h 278876"/>
              <a:gd name="connsiteX28" fmla="*/ 27464 w 305194"/>
              <a:gd name="connsiteY28" fmla="*/ 123814 h 278876"/>
              <a:gd name="connsiteX29" fmla="*/ 75813 w 305194"/>
              <a:gd name="connsiteY29" fmla="*/ 96459 h 278876"/>
              <a:gd name="connsiteX30" fmla="*/ 154264 w 305194"/>
              <a:gd name="connsiteY30" fmla="*/ 85261 h 27887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</a:cxnLst>
            <a:rect l="l" t="t" r="r" b="b"/>
            <a:pathLst>
              <a:path w="305194" h="278876">
                <a:moveTo>
                  <a:pt x="154264" y="85261"/>
                </a:moveTo>
                <a:cubicBezTo>
                  <a:pt x="158629" y="85932"/>
                  <a:pt x="159502" y="85044"/>
                  <a:pt x="160092" y="80929"/>
                </a:cubicBezTo>
                <a:cubicBezTo>
                  <a:pt x="161530" y="71358"/>
                  <a:pt x="164392" y="62052"/>
                  <a:pt x="168583" y="53314"/>
                </a:cubicBezTo>
                <a:cubicBezTo>
                  <a:pt x="174302" y="41662"/>
                  <a:pt x="183361" y="28861"/>
                  <a:pt x="196130" y="20263"/>
                </a:cubicBezTo>
                <a:cubicBezTo>
                  <a:pt x="208994" y="12017"/>
                  <a:pt x="223160" y="5970"/>
                  <a:pt x="238040" y="2372"/>
                </a:cubicBezTo>
                <a:cubicBezTo>
                  <a:pt x="248066" y="182"/>
                  <a:pt x="258369" y="-497"/>
                  <a:pt x="268599" y="358"/>
                </a:cubicBezTo>
                <a:cubicBezTo>
                  <a:pt x="286979" y="2004"/>
                  <a:pt x="297151" y="7202"/>
                  <a:pt x="302258" y="13938"/>
                </a:cubicBezTo>
                <a:cubicBezTo>
                  <a:pt x="303959" y="16177"/>
                  <a:pt x="304974" y="18853"/>
                  <a:pt x="305183" y="21649"/>
                </a:cubicBezTo>
                <a:cubicBezTo>
                  <a:pt x="305336" y="25006"/>
                  <a:pt x="303874" y="29359"/>
                  <a:pt x="299006" y="33648"/>
                </a:cubicBezTo>
                <a:cubicBezTo>
                  <a:pt x="294138" y="37936"/>
                  <a:pt x="284228" y="43026"/>
                  <a:pt x="270498" y="47596"/>
                </a:cubicBezTo>
                <a:cubicBezTo>
                  <a:pt x="256267" y="52296"/>
                  <a:pt x="236796" y="57278"/>
                  <a:pt x="217391" y="61696"/>
                </a:cubicBezTo>
                <a:cubicBezTo>
                  <a:pt x="206142" y="64214"/>
                  <a:pt x="195049" y="67374"/>
                  <a:pt x="184168" y="71161"/>
                </a:cubicBezTo>
                <a:cubicBezTo>
                  <a:pt x="171333" y="75493"/>
                  <a:pt x="167470" y="88163"/>
                  <a:pt x="175437" y="92040"/>
                </a:cubicBezTo>
                <a:cubicBezTo>
                  <a:pt x="184418" y="96399"/>
                  <a:pt x="192814" y="101857"/>
                  <a:pt x="200430" y="108284"/>
                </a:cubicBezTo>
                <a:cubicBezTo>
                  <a:pt x="212658" y="117917"/>
                  <a:pt x="223823" y="128807"/>
                  <a:pt x="233740" y="140773"/>
                </a:cubicBezTo>
                <a:cubicBezTo>
                  <a:pt x="245811" y="155414"/>
                  <a:pt x="265587" y="183354"/>
                  <a:pt x="272681" y="210471"/>
                </a:cubicBezTo>
                <a:cubicBezTo>
                  <a:pt x="280561" y="240252"/>
                  <a:pt x="275650" y="268474"/>
                  <a:pt x="258668" y="276358"/>
                </a:cubicBezTo>
                <a:cubicBezTo>
                  <a:pt x="242013" y="284111"/>
                  <a:pt x="219835" y="272935"/>
                  <a:pt x="204250" y="256865"/>
                </a:cubicBezTo>
                <a:cubicBezTo>
                  <a:pt x="189451" y="241703"/>
                  <a:pt x="179104" y="223748"/>
                  <a:pt x="169325" y="196220"/>
                </a:cubicBezTo>
                <a:cubicBezTo>
                  <a:pt x="160899" y="172395"/>
                  <a:pt x="157494" y="138022"/>
                  <a:pt x="157494" y="120002"/>
                </a:cubicBezTo>
                <a:cubicBezTo>
                  <a:pt x="157494" y="114002"/>
                  <a:pt x="157494" y="112724"/>
                  <a:pt x="157647" y="107310"/>
                </a:cubicBezTo>
                <a:cubicBezTo>
                  <a:pt x="158215" y="102588"/>
                  <a:pt x="145380" y="98646"/>
                  <a:pt x="131584" y="107483"/>
                </a:cubicBezTo>
                <a:cubicBezTo>
                  <a:pt x="115890" y="117511"/>
                  <a:pt x="100523" y="135640"/>
                  <a:pt x="91442" y="146209"/>
                </a:cubicBezTo>
                <a:cubicBezTo>
                  <a:pt x="87491" y="150822"/>
                  <a:pt x="82122" y="157580"/>
                  <a:pt x="76468" y="164663"/>
                </a:cubicBezTo>
                <a:cubicBezTo>
                  <a:pt x="68981" y="173976"/>
                  <a:pt x="60730" y="183679"/>
                  <a:pt x="53199" y="189094"/>
                </a:cubicBezTo>
                <a:cubicBezTo>
                  <a:pt x="41914" y="197086"/>
                  <a:pt x="23731" y="200551"/>
                  <a:pt x="10918" y="191541"/>
                </a:cubicBezTo>
                <a:cubicBezTo>
                  <a:pt x="3824" y="186516"/>
                  <a:pt x="4" y="177030"/>
                  <a:pt x="4" y="167370"/>
                </a:cubicBezTo>
                <a:cubicBezTo>
                  <a:pt x="-96" y="160703"/>
                  <a:pt x="1640" y="154135"/>
                  <a:pt x="5025" y="148375"/>
                </a:cubicBezTo>
                <a:cubicBezTo>
                  <a:pt x="9390" y="140946"/>
                  <a:pt x="16310" y="132954"/>
                  <a:pt x="27464" y="123814"/>
                </a:cubicBezTo>
                <a:cubicBezTo>
                  <a:pt x="42199" y="112477"/>
                  <a:pt x="58477" y="103268"/>
                  <a:pt x="75813" y="96459"/>
                </a:cubicBezTo>
                <a:cubicBezTo>
                  <a:pt x="103928" y="85218"/>
                  <a:pt x="134204" y="81687"/>
                  <a:pt x="154264" y="85261"/>
                </a:cubicBezTo>
                <a:close/>
              </a:path>
            </a:pathLst>
          </a:custGeom>
          <a:solidFill>
            <a:srgbClr val="00C8FF"/>
          </a:solidFill>
          <a:ln w="2177" cap="flat">
            <a:noFill/>
            <a:prstDash val="solid"/>
            <a:miter/>
          </a:ln>
        </p:spPr>
        <p:txBody>
          <a:bodyPr rtlCol="0" anchor="ctr"/>
          <a:lstStyle/>
          <a:p>
            <a:endParaRPr lang="nb-NO" sz="1800" noProof="0"/>
          </a:p>
        </p:txBody>
      </p:sp>
      <p:sp>
        <p:nvSpPr>
          <p:cNvPr id="5" name="Text Placeholder 13">
            <a:extLst>
              <a:ext uri="{FF2B5EF4-FFF2-40B4-BE49-F238E27FC236}">
                <a16:creationId xmlns:a16="http://schemas.microsoft.com/office/drawing/2014/main" id="{DA392D29-AA19-53A4-D453-584A5CA07FCF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42970" y="3429614"/>
            <a:ext cx="5085451" cy="730969"/>
          </a:xfrm>
        </p:spPr>
        <p:txBody>
          <a:bodyPr wrap="square" anchor="t" anchorCtr="0">
            <a:spAutoFit/>
          </a:bodyPr>
          <a:lstStyle>
            <a:lvl1pPr marL="0" indent="0">
              <a:spcBef>
                <a:spcPts val="0"/>
              </a:spcBef>
              <a:buNone/>
              <a:defRPr sz="2000">
                <a:solidFill>
                  <a:schemeClr val="tx1"/>
                </a:solidFill>
              </a:defRPr>
            </a:lvl1pPr>
            <a:lvl2pPr marL="180975" indent="-180000">
              <a:buFont typeface="Arial" panose="020B0604020202020204" pitchFamily="34" charset="0"/>
              <a:buChar char="•"/>
              <a:tabLst/>
              <a:defRPr sz="2000">
                <a:solidFill>
                  <a:schemeClr val="tx1"/>
                </a:solidFill>
              </a:defRPr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</a:lstStyle>
          <a:p>
            <a:pPr lvl="0"/>
            <a:r>
              <a:rPr lang="nb" noProof="0" dirty="0"/>
              <a:t>Klikk for å redigere</a:t>
            </a:r>
          </a:p>
          <a:p>
            <a:pPr lvl="1"/>
            <a:r>
              <a:rPr lang="nb" noProof="0" dirty="0"/>
              <a:t>Andre nivå</a:t>
            </a:r>
            <a:endParaRPr lang="nb-NO" noProof="0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9623DDE6-ECA6-4DD5-40CF-3446748F55EC}"/>
              </a:ext>
            </a:extLst>
          </p:cNvPr>
          <p:cNvSpPr txBox="1"/>
          <p:nvPr userDrawn="1"/>
        </p:nvSpPr>
        <p:spPr>
          <a:xfrm>
            <a:off x="555674" y="-338562"/>
            <a:ext cx="5482270" cy="3689280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marL="0" marR="0" indent="0" algn="l" defTabSz="9144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nb" sz="24000" b="1" i="1" u="none" strike="noStrike" kern="1200" cap="none" spc="-400" normalizeH="0" baseline="0" noProof="0" dirty="0">
                <a:ln>
                  <a:noFill/>
                </a:ln>
                <a:solidFill>
                  <a:schemeClr val="accent3"/>
                </a:solidFill>
                <a:effectLst/>
                <a:uLnTx/>
                <a:uFillTx/>
                <a:latin typeface="+mj-lt"/>
                <a:ea typeface="+mn-ea"/>
                <a:cs typeface="TelenorEvolutionPPT-Light" panose="020B0604020202020204" charset="0"/>
              </a:rPr>
              <a:t>Hei.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AB1A1DC-DE9F-C67C-ADF3-64BBE23D76FE}"/>
              </a:ext>
            </a:extLst>
          </p:cNvPr>
          <p:cNvSpPr>
            <a:spLocks noGrp="1"/>
          </p:cNvSpPr>
          <p:nvPr>
            <p:ph type="dt" sz="half" idx="14"/>
          </p:nvPr>
        </p:nvSpPr>
        <p:spPr>
          <a:xfrm>
            <a:off x="10211050" y="10800000"/>
            <a:ext cx="720475" cy="151200"/>
          </a:xfrm>
        </p:spPr>
        <p:txBody>
          <a:bodyPr/>
          <a:lstStyle/>
          <a:p>
            <a:fld id="{D19AB46E-DC85-4C4D-9656-6951CE292F4E}" type="datetime1">
              <a:rPr lang="nb-NO" noProof="0" smtClean="0"/>
              <a:t>18.09.2026</a:t>
            </a:fld>
            <a:endParaRPr lang="nb-NO" noProof="0"/>
          </a:p>
        </p:txBody>
      </p:sp>
      <p:sp>
        <p:nvSpPr>
          <p:cNvPr id="10" name="Footer Placeholder 9">
            <a:extLst>
              <a:ext uri="{FF2B5EF4-FFF2-40B4-BE49-F238E27FC236}">
                <a16:creationId xmlns:a16="http://schemas.microsoft.com/office/drawing/2014/main" id="{674D820D-5D8B-6088-1CEE-FC8EF9121C8A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>
          <a:xfrm>
            <a:off x="540000" y="10800000"/>
            <a:ext cx="9671049" cy="151200"/>
          </a:xfrm>
        </p:spPr>
        <p:txBody>
          <a:bodyPr/>
          <a:lstStyle/>
          <a:p>
            <a:endParaRPr lang="nb-NO" noProof="0"/>
          </a:p>
        </p:txBody>
      </p:sp>
      <p:sp>
        <p:nvSpPr>
          <p:cNvPr id="11" name="Slide Number Placeholder 10">
            <a:extLst>
              <a:ext uri="{FF2B5EF4-FFF2-40B4-BE49-F238E27FC236}">
                <a16:creationId xmlns:a16="http://schemas.microsoft.com/office/drawing/2014/main" id="{F8D96880-8CDF-F2CC-FB31-E84207A7D117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>
          <a:xfrm>
            <a:off x="10931526" y="10800000"/>
            <a:ext cx="721674" cy="151200"/>
          </a:xfrm>
        </p:spPr>
        <p:txBody>
          <a:bodyPr/>
          <a:lstStyle/>
          <a:p>
            <a:fld id="{608810A5-7811-344D-9AE9-EC83104FB54D}" type="slidenum">
              <a:rPr lang="nb-NO" noProof="0" smtClean="0"/>
              <a:t>‹#›</a:t>
            </a:fld>
            <a:endParaRPr lang="nb-NO" noProof="0"/>
          </a:p>
        </p:txBody>
      </p:sp>
    </p:spTree>
    <p:extLst>
      <p:ext uri="{BB962C8B-B14F-4D97-AF65-F5344CB8AC3E}">
        <p14:creationId xmlns:p14="http://schemas.microsoft.com/office/powerpoint/2010/main" val="142874841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:adec="http://schemas.microsoft.com/office/drawing/2017/decorative" xmlns:a16="http://schemas.microsoft.com/office/drawing/2014/main" xmlns="">
      <p:transition spd="med">
        <p:fade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hanks.">
    <p:bg>
      <p:bgPr>
        <a:solidFill>
          <a:srgbClr val="ADFFF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raphic 8">
            <a:extLst>
              <a:ext uri="{FF2B5EF4-FFF2-40B4-BE49-F238E27FC236}">
                <a16:creationId xmlns:a16="http://schemas.microsoft.com/office/drawing/2014/main" id="{EB1BCEF7-B4AA-9CC9-AA23-F37CC13EB64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ChangeAspect="1"/>
          </p:cNvSpPr>
          <p:nvPr/>
        </p:nvSpPr>
        <p:spPr>
          <a:xfrm>
            <a:off x="10794689" y="5626571"/>
            <a:ext cx="866855" cy="792000"/>
          </a:xfrm>
          <a:custGeom>
            <a:avLst/>
            <a:gdLst>
              <a:gd name="connsiteX0" fmla="*/ 154264 w 305194"/>
              <a:gd name="connsiteY0" fmla="*/ 85261 h 278876"/>
              <a:gd name="connsiteX1" fmla="*/ 160092 w 305194"/>
              <a:gd name="connsiteY1" fmla="*/ 80929 h 278876"/>
              <a:gd name="connsiteX2" fmla="*/ 168583 w 305194"/>
              <a:gd name="connsiteY2" fmla="*/ 53314 h 278876"/>
              <a:gd name="connsiteX3" fmla="*/ 196130 w 305194"/>
              <a:gd name="connsiteY3" fmla="*/ 20263 h 278876"/>
              <a:gd name="connsiteX4" fmla="*/ 238040 w 305194"/>
              <a:gd name="connsiteY4" fmla="*/ 2372 h 278876"/>
              <a:gd name="connsiteX5" fmla="*/ 268599 w 305194"/>
              <a:gd name="connsiteY5" fmla="*/ 358 h 278876"/>
              <a:gd name="connsiteX6" fmla="*/ 302258 w 305194"/>
              <a:gd name="connsiteY6" fmla="*/ 13938 h 278876"/>
              <a:gd name="connsiteX7" fmla="*/ 305183 w 305194"/>
              <a:gd name="connsiteY7" fmla="*/ 21649 h 278876"/>
              <a:gd name="connsiteX8" fmla="*/ 299006 w 305194"/>
              <a:gd name="connsiteY8" fmla="*/ 33648 h 278876"/>
              <a:gd name="connsiteX9" fmla="*/ 270498 w 305194"/>
              <a:gd name="connsiteY9" fmla="*/ 47596 h 278876"/>
              <a:gd name="connsiteX10" fmla="*/ 217391 w 305194"/>
              <a:gd name="connsiteY10" fmla="*/ 61696 h 278876"/>
              <a:gd name="connsiteX11" fmla="*/ 184168 w 305194"/>
              <a:gd name="connsiteY11" fmla="*/ 71161 h 278876"/>
              <a:gd name="connsiteX12" fmla="*/ 175437 w 305194"/>
              <a:gd name="connsiteY12" fmla="*/ 92040 h 278876"/>
              <a:gd name="connsiteX13" fmla="*/ 200430 w 305194"/>
              <a:gd name="connsiteY13" fmla="*/ 108284 h 278876"/>
              <a:gd name="connsiteX14" fmla="*/ 233740 w 305194"/>
              <a:gd name="connsiteY14" fmla="*/ 140773 h 278876"/>
              <a:gd name="connsiteX15" fmla="*/ 272681 w 305194"/>
              <a:gd name="connsiteY15" fmla="*/ 210471 h 278876"/>
              <a:gd name="connsiteX16" fmla="*/ 258668 w 305194"/>
              <a:gd name="connsiteY16" fmla="*/ 276358 h 278876"/>
              <a:gd name="connsiteX17" fmla="*/ 204250 w 305194"/>
              <a:gd name="connsiteY17" fmla="*/ 256865 h 278876"/>
              <a:gd name="connsiteX18" fmla="*/ 169325 w 305194"/>
              <a:gd name="connsiteY18" fmla="*/ 196220 h 278876"/>
              <a:gd name="connsiteX19" fmla="*/ 157494 w 305194"/>
              <a:gd name="connsiteY19" fmla="*/ 120002 h 278876"/>
              <a:gd name="connsiteX20" fmla="*/ 157647 w 305194"/>
              <a:gd name="connsiteY20" fmla="*/ 107310 h 278876"/>
              <a:gd name="connsiteX21" fmla="*/ 131584 w 305194"/>
              <a:gd name="connsiteY21" fmla="*/ 107483 h 278876"/>
              <a:gd name="connsiteX22" fmla="*/ 91442 w 305194"/>
              <a:gd name="connsiteY22" fmla="*/ 146209 h 278876"/>
              <a:gd name="connsiteX23" fmla="*/ 76468 w 305194"/>
              <a:gd name="connsiteY23" fmla="*/ 164663 h 278876"/>
              <a:gd name="connsiteX24" fmla="*/ 53199 w 305194"/>
              <a:gd name="connsiteY24" fmla="*/ 189094 h 278876"/>
              <a:gd name="connsiteX25" fmla="*/ 10918 w 305194"/>
              <a:gd name="connsiteY25" fmla="*/ 191541 h 278876"/>
              <a:gd name="connsiteX26" fmla="*/ 4 w 305194"/>
              <a:gd name="connsiteY26" fmla="*/ 167370 h 278876"/>
              <a:gd name="connsiteX27" fmla="*/ 5025 w 305194"/>
              <a:gd name="connsiteY27" fmla="*/ 148375 h 278876"/>
              <a:gd name="connsiteX28" fmla="*/ 27464 w 305194"/>
              <a:gd name="connsiteY28" fmla="*/ 123814 h 278876"/>
              <a:gd name="connsiteX29" fmla="*/ 75813 w 305194"/>
              <a:gd name="connsiteY29" fmla="*/ 96459 h 278876"/>
              <a:gd name="connsiteX30" fmla="*/ 154264 w 305194"/>
              <a:gd name="connsiteY30" fmla="*/ 85261 h 27887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</a:cxnLst>
            <a:rect l="l" t="t" r="r" b="b"/>
            <a:pathLst>
              <a:path w="305194" h="278876">
                <a:moveTo>
                  <a:pt x="154264" y="85261"/>
                </a:moveTo>
                <a:cubicBezTo>
                  <a:pt x="158629" y="85932"/>
                  <a:pt x="159502" y="85044"/>
                  <a:pt x="160092" y="80929"/>
                </a:cubicBezTo>
                <a:cubicBezTo>
                  <a:pt x="161530" y="71358"/>
                  <a:pt x="164392" y="62052"/>
                  <a:pt x="168583" y="53314"/>
                </a:cubicBezTo>
                <a:cubicBezTo>
                  <a:pt x="174302" y="41662"/>
                  <a:pt x="183361" y="28861"/>
                  <a:pt x="196130" y="20263"/>
                </a:cubicBezTo>
                <a:cubicBezTo>
                  <a:pt x="208994" y="12017"/>
                  <a:pt x="223160" y="5970"/>
                  <a:pt x="238040" y="2372"/>
                </a:cubicBezTo>
                <a:cubicBezTo>
                  <a:pt x="248066" y="182"/>
                  <a:pt x="258369" y="-497"/>
                  <a:pt x="268599" y="358"/>
                </a:cubicBezTo>
                <a:cubicBezTo>
                  <a:pt x="286979" y="2004"/>
                  <a:pt x="297151" y="7202"/>
                  <a:pt x="302258" y="13938"/>
                </a:cubicBezTo>
                <a:cubicBezTo>
                  <a:pt x="303959" y="16177"/>
                  <a:pt x="304974" y="18853"/>
                  <a:pt x="305183" y="21649"/>
                </a:cubicBezTo>
                <a:cubicBezTo>
                  <a:pt x="305336" y="25006"/>
                  <a:pt x="303874" y="29359"/>
                  <a:pt x="299006" y="33648"/>
                </a:cubicBezTo>
                <a:cubicBezTo>
                  <a:pt x="294138" y="37936"/>
                  <a:pt x="284228" y="43026"/>
                  <a:pt x="270498" y="47596"/>
                </a:cubicBezTo>
                <a:cubicBezTo>
                  <a:pt x="256267" y="52296"/>
                  <a:pt x="236796" y="57278"/>
                  <a:pt x="217391" y="61696"/>
                </a:cubicBezTo>
                <a:cubicBezTo>
                  <a:pt x="206142" y="64214"/>
                  <a:pt x="195049" y="67374"/>
                  <a:pt x="184168" y="71161"/>
                </a:cubicBezTo>
                <a:cubicBezTo>
                  <a:pt x="171333" y="75493"/>
                  <a:pt x="167470" y="88163"/>
                  <a:pt x="175437" y="92040"/>
                </a:cubicBezTo>
                <a:cubicBezTo>
                  <a:pt x="184418" y="96399"/>
                  <a:pt x="192814" y="101857"/>
                  <a:pt x="200430" y="108284"/>
                </a:cubicBezTo>
                <a:cubicBezTo>
                  <a:pt x="212658" y="117917"/>
                  <a:pt x="223823" y="128807"/>
                  <a:pt x="233740" y="140773"/>
                </a:cubicBezTo>
                <a:cubicBezTo>
                  <a:pt x="245811" y="155414"/>
                  <a:pt x="265587" y="183354"/>
                  <a:pt x="272681" y="210471"/>
                </a:cubicBezTo>
                <a:cubicBezTo>
                  <a:pt x="280561" y="240252"/>
                  <a:pt x="275650" y="268474"/>
                  <a:pt x="258668" y="276358"/>
                </a:cubicBezTo>
                <a:cubicBezTo>
                  <a:pt x="242013" y="284111"/>
                  <a:pt x="219835" y="272935"/>
                  <a:pt x="204250" y="256865"/>
                </a:cubicBezTo>
                <a:cubicBezTo>
                  <a:pt x="189451" y="241703"/>
                  <a:pt x="179104" y="223748"/>
                  <a:pt x="169325" y="196220"/>
                </a:cubicBezTo>
                <a:cubicBezTo>
                  <a:pt x="160899" y="172395"/>
                  <a:pt x="157494" y="138022"/>
                  <a:pt x="157494" y="120002"/>
                </a:cubicBezTo>
                <a:cubicBezTo>
                  <a:pt x="157494" y="114002"/>
                  <a:pt x="157494" y="112724"/>
                  <a:pt x="157647" y="107310"/>
                </a:cubicBezTo>
                <a:cubicBezTo>
                  <a:pt x="158215" y="102588"/>
                  <a:pt x="145380" y="98646"/>
                  <a:pt x="131584" y="107483"/>
                </a:cubicBezTo>
                <a:cubicBezTo>
                  <a:pt x="115890" y="117511"/>
                  <a:pt x="100523" y="135640"/>
                  <a:pt x="91442" y="146209"/>
                </a:cubicBezTo>
                <a:cubicBezTo>
                  <a:pt x="87491" y="150822"/>
                  <a:pt x="82122" y="157580"/>
                  <a:pt x="76468" y="164663"/>
                </a:cubicBezTo>
                <a:cubicBezTo>
                  <a:pt x="68981" y="173976"/>
                  <a:pt x="60730" y="183679"/>
                  <a:pt x="53199" y="189094"/>
                </a:cubicBezTo>
                <a:cubicBezTo>
                  <a:pt x="41914" y="197086"/>
                  <a:pt x="23731" y="200551"/>
                  <a:pt x="10918" y="191541"/>
                </a:cubicBezTo>
                <a:cubicBezTo>
                  <a:pt x="3824" y="186516"/>
                  <a:pt x="4" y="177030"/>
                  <a:pt x="4" y="167370"/>
                </a:cubicBezTo>
                <a:cubicBezTo>
                  <a:pt x="-96" y="160703"/>
                  <a:pt x="1640" y="154135"/>
                  <a:pt x="5025" y="148375"/>
                </a:cubicBezTo>
                <a:cubicBezTo>
                  <a:pt x="9390" y="140946"/>
                  <a:pt x="16310" y="132954"/>
                  <a:pt x="27464" y="123814"/>
                </a:cubicBezTo>
                <a:cubicBezTo>
                  <a:pt x="42199" y="112477"/>
                  <a:pt x="58477" y="103268"/>
                  <a:pt x="75813" y="96459"/>
                </a:cubicBezTo>
                <a:cubicBezTo>
                  <a:pt x="103928" y="85218"/>
                  <a:pt x="134204" y="81687"/>
                  <a:pt x="154264" y="85261"/>
                </a:cubicBezTo>
                <a:close/>
              </a:path>
            </a:pathLst>
          </a:custGeom>
          <a:solidFill>
            <a:srgbClr val="00C8FF"/>
          </a:solidFill>
          <a:ln w="2177" cap="flat">
            <a:noFill/>
            <a:prstDash val="solid"/>
            <a:miter/>
          </a:ln>
        </p:spPr>
        <p:txBody>
          <a:bodyPr rtlCol="0" anchor="ctr"/>
          <a:lstStyle/>
          <a:p>
            <a:endParaRPr lang="en-US" sz="1800" noProof="0"/>
          </a:p>
        </p:txBody>
      </p:sp>
      <p:sp>
        <p:nvSpPr>
          <p:cNvPr id="5" name="Text Placeholder 13">
            <a:extLst>
              <a:ext uri="{FF2B5EF4-FFF2-40B4-BE49-F238E27FC236}">
                <a16:creationId xmlns:a16="http://schemas.microsoft.com/office/drawing/2014/main" id="{DA392D29-AA19-53A4-D453-584A5CA07FCF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42970" y="3429614"/>
            <a:ext cx="5085451" cy="730969"/>
          </a:xfrm>
        </p:spPr>
        <p:txBody>
          <a:bodyPr wrap="square" anchor="t" anchorCtr="0">
            <a:spAutoFit/>
          </a:bodyPr>
          <a:lstStyle>
            <a:lvl1pPr marL="0" indent="0">
              <a:spcBef>
                <a:spcPts val="0"/>
              </a:spcBef>
              <a:buNone/>
              <a:defRPr sz="2000">
                <a:solidFill>
                  <a:schemeClr val="tx1"/>
                </a:solidFill>
              </a:defRPr>
            </a:lvl1pPr>
            <a:lvl2pPr marL="180975" indent="-180000">
              <a:buFont typeface="Arial" panose="020B0604020202020204" pitchFamily="34" charset="0"/>
              <a:buChar char="•"/>
              <a:tabLst/>
              <a:defRPr sz="2000">
                <a:solidFill>
                  <a:schemeClr val="tx1"/>
                </a:solidFill>
              </a:defRPr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</a:lstStyle>
          <a:p>
            <a:pPr lvl="0"/>
            <a:r>
              <a:rPr lang="nb" dirty="0"/>
              <a:t>Klikk for å redigere</a:t>
            </a:r>
          </a:p>
          <a:p>
            <a:pPr lvl="1"/>
            <a:r>
              <a:rPr lang="nb" dirty="0"/>
              <a:t>Andre nivå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8671ED0-8FCA-040B-EEE4-9DB92E38C3D3}"/>
              </a:ext>
            </a:extLst>
          </p:cNvPr>
          <p:cNvSpPr>
            <a:spLocks noGrp="1"/>
          </p:cNvSpPr>
          <p:nvPr>
            <p:ph type="dt" sz="half" idx="14"/>
          </p:nvPr>
        </p:nvSpPr>
        <p:spPr>
          <a:xfrm>
            <a:off x="10211050" y="10800000"/>
            <a:ext cx="720475" cy="151200"/>
          </a:xfrm>
        </p:spPr>
        <p:txBody>
          <a:bodyPr/>
          <a:lstStyle/>
          <a:p>
            <a:fld id="{EAA559D7-5EA6-7649-8DFD-45DD6CA9073D}" type="datetime1">
              <a:rPr lang="nb-NO" smtClean="0"/>
              <a:t>18.09.2026</a:t>
            </a:fld>
            <a:endParaRPr lang="en-GB"/>
          </a:p>
        </p:txBody>
      </p:sp>
      <p:sp>
        <p:nvSpPr>
          <p:cNvPr id="10" name="Footer Placeholder 9">
            <a:extLst>
              <a:ext uri="{FF2B5EF4-FFF2-40B4-BE49-F238E27FC236}">
                <a16:creationId xmlns:a16="http://schemas.microsoft.com/office/drawing/2014/main" id="{D106E078-B497-D09B-2FEA-F1A8E99E8F4C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>
          <a:xfrm>
            <a:off x="540000" y="10800000"/>
            <a:ext cx="9671049" cy="151200"/>
          </a:xfrm>
        </p:spPr>
        <p:txBody>
          <a:bodyPr/>
          <a:lstStyle/>
          <a:p>
            <a:endParaRPr lang="en-GB"/>
          </a:p>
        </p:txBody>
      </p:sp>
      <p:sp>
        <p:nvSpPr>
          <p:cNvPr id="11" name="Slide Number Placeholder 10">
            <a:extLst>
              <a:ext uri="{FF2B5EF4-FFF2-40B4-BE49-F238E27FC236}">
                <a16:creationId xmlns:a16="http://schemas.microsoft.com/office/drawing/2014/main" id="{F0BB68E9-62CB-D107-6A22-8E6325E5775C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>
          <a:xfrm>
            <a:off x="10931526" y="10800000"/>
            <a:ext cx="721674" cy="151200"/>
          </a:xfrm>
        </p:spPr>
        <p:txBody>
          <a:bodyPr/>
          <a:lstStyle/>
          <a:p>
            <a:fld id="{608810A5-7811-344D-9AE9-EC83104FB54D}" type="slidenum">
              <a:rPr lang="en-GB" smtClean="0"/>
              <a:t>‹#›</a:t>
            </a:fld>
            <a:endParaRPr lang="en-GB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83FD7727-D349-2463-87DF-1011E94FE8B7}"/>
              </a:ext>
            </a:extLst>
          </p:cNvPr>
          <p:cNvSpPr txBox="1"/>
          <p:nvPr userDrawn="1"/>
        </p:nvSpPr>
        <p:spPr>
          <a:xfrm>
            <a:off x="315644" y="-41795"/>
            <a:ext cx="8962390" cy="3470181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marL="0" marR="0" indent="0" algn="l" defTabSz="9144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nb" sz="22000" b="1" i="1" u="none" strike="noStrike" kern="1200" cap="none" spc="-600" normalizeH="0" baseline="0" noProof="0" dirty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+mj-lt"/>
                <a:ea typeface="+mn-ea"/>
                <a:cs typeface="TelenorEvolutionPPT-Light" panose="020B0604020202020204" charset="0"/>
              </a:rPr>
              <a:t>Pause.</a:t>
            </a:r>
          </a:p>
        </p:txBody>
      </p:sp>
    </p:spTree>
    <p:extLst>
      <p:ext uri="{BB962C8B-B14F-4D97-AF65-F5344CB8AC3E}">
        <p14:creationId xmlns:p14="http://schemas.microsoft.com/office/powerpoint/2010/main" val="393152260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:adec="http://schemas.microsoft.com/office/drawing/2017/decorative" xmlns:a16="http://schemas.microsoft.com/office/drawing/2014/main" xmlns="">
      <p:transition spd="med">
        <p:fade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1_Thanks.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raphic 8">
            <a:extLst>
              <a:ext uri="{FF2B5EF4-FFF2-40B4-BE49-F238E27FC236}">
                <a16:creationId xmlns:a16="http://schemas.microsoft.com/office/drawing/2014/main" id="{EB1BCEF7-B4AA-9CC9-AA23-F37CC13EB64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ChangeAspect="1"/>
          </p:cNvSpPr>
          <p:nvPr/>
        </p:nvSpPr>
        <p:spPr>
          <a:xfrm>
            <a:off x="10794689" y="5626571"/>
            <a:ext cx="866855" cy="792000"/>
          </a:xfrm>
          <a:custGeom>
            <a:avLst/>
            <a:gdLst>
              <a:gd name="connsiteX0" fmla="*/ 154264 w 305194"/>
              <a:gd name="connsiteY0" fmla="*/ 85261 h 278876"/>
              <a:gd name="connsiteX1" fmla="*/ 160092 w 305194"/>
              <a:gd name="connsiteY1" fmla="*/ 80929 h 278876"/>
              <a:gd name="connsiteX2" fmla="*/ 168583 w 305194"/>
              <a:gd name="connsiteY2" fmla="*/ 53314 h 278876"/>
              <a:gd name="connsiteX3" fmla="*/ 196130 w 305194"/>
              <a:gd name="connsiteY3" fmla="*/ 20263 h 278876"/>
              <a:gd name="connsiteX4" fmla="*/ 238040 w 305194"/>
              <a:gd name="connsiteY4" fmla="*/ 2372 h 278876"/>
              <a:gd name="connsiteX5" fmla="*/ 268599 w 305194"/>
              <a:gd name="connsiteY5" fmla="*/ 358 h 278876"/>
              <a:gd name="connsiteX6" fmla="*/ 302258 w 305194"/>
              <a:gd name="connsiteY6" fmla="*/ 13938 h 278876"/>
              <a:gd name="connsiteX7" fmla="*/ 305183 w 305194"/>
              <a:gd name="connsiteY7" fmla="*/ 21649 h 278876"/>
              <a:gd name="connsiteX8" fmla="*/ 299006 w 305194"/>
              <a:gd name="connsiteY8" fmla="*/ 33648 h 278876"/>
              <a:gd name="connsiteX9" fmla="*/ 270498 w 305194"/>
              <a:gd name="connsiteY9" fmla="*/ 47596 h 278876"/>
              <a:gd name="connsiteX10" fmla="*/ 217391 w 305194"/>
              <a:gd name="connsiteY10" fmla="*/ 61696 h 278876"/>
              <a:gd name="connsiteX11" fmla="*/ 184168 w 305194"/>
              <a:gd name="connsiteY11" fmla="*/ 71161 h 278876"/>
              <a:gd name="connsiteX12" fmla="*/ 175437 w 305194"/>
              <a:gd name="connsiteY12" fmla="*/ 92040 h 278876"/>
              <a:gd name="connsiteX13" fmla="*/ 200430 w 305194"/>
              <a:gd name="connsiteY13" fmla="*/ 108284 h 278876"/>
              <a:gd name="connsiteX14" fmla="*/ 233740 w 305194"/>
              <a:gd name="connsiteY14" fmla="*/ 140773 h 278876"/>
              <a:gd name="connsiteX15" fmla="*/ 272681 w 305194"/>
              <a:gd name="connsiteY15" fmla="*/ 210471 h 278876"/>
              <a:gd name="connsiteX16" fmla="*/ 258668 w 305194"/>
              <a:gd name="connsiteY16" fmla="*/ 276358 h 278876"/>
              <a:gd name="connsiteX17" fmla="*/ 204250 w 305194"/>
              <a:gd name="connsiteY17" fmla="*/ 256865 h 278876"/>
              <a:gd name="connsiteX18" fmla="*/ 169325 w 305194"/>
              <a:gd name="connsiteY18" fmla="*/ 196220 h 278876"/>
              <a:gd name="connsiteX19" fmla="*/ 157494 w 305194"/>
              <a:gd name="connsiteY19" fmla="*/ 120002 h 278876"/>
              <a:gd name="connsiteX20" fmla="*/ 157647 w 305194"/>
              <a:gd name="connsiteY20" fmla="*/ 107310 h 278876"/>
              <a:gd name="connsiteX21" fmla="*/ 131584 w 305194"/>
              <a:gd name="connsiteY21" fmla="*/ 107483 h 278876"/>
              <a:gd name="connsiteX22" fmla="*/ 91442 w 305194"/>
              <a:gd name="connsiteY22" fmla="*/ 146209 h 278876"/>
              <a:gd name="connsiteX23" fmla="*/ 76468 w 305194"/>
              <a:gd name="connsiteY23" fmla="*/ 164663 h 278876"/>
              <a:gd name="connsiteX24" fmla="*/ 53199 w 305194"/>
              <a:gd name="connsiteY24" fmla="*/ 189094 h 278876"/>
              <a:gd name="connsiteX25" fmla="*/ 10918 w 305194"/>
              <a:gd name="connsiteY25" fmla="*/ 191541 h 278876"/>
              <a:gd name="connsiteX26" fmla="*/ 4 w 305194"/>
              <a:gd name="connsiteY26" fmla="*/ 167370 h 278876"/>
              <a:gd name="connsiteX27" fmla="*/ 5025 w 305194"/>
              <a:gd name="connsiteY27" fmla="*/ 148375 h 278876"/>
              <a:gd name="connsiteX28" fmla="*/ 27464 w 305194"/>
              <a:gd name="connsiteY28" fmla="*/ 123814 h 278876"/>
              <a:gd name="connsiteX29" fmla="*/ 75813 w 305194"/>
              <a:gd name="connsiteY29" fmla="*/ 96459 h 278876"/>
              <a:gd name="connsiteX30" fmla="*/ 154264 w 305194"/>
              <a:gd name="connsiteY30" fmla="*/ 85261 h 27887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</a:cxnLst>
            <a:rect l="l" t="t" r="r" b="b"/>
            <a:pathLst>
              <a:path w="305194" h="278876">
                <a:moveTo>
                  <a:pt x="154264" y="85261"/>
                </a:moveTo>
                <a:cubicBezTo>
                  <a:pt x="158629" y="85932"/>
                  <a:pt x="159502" y="85044"/>
                  <a:pt x="160092" y="80929"/>
                </a:cubicBezTo>
                <a:cubicBezTo>
                  <a:pt x="161530" y="71358"/>
                  <a:pt x="164392" y="62052"/>
                  <a:pt x="168583" y="53314"/>
                </a:cubicBezTo>
                <a:cubicBezTo>
                  <a:pt x="174302" y="41662"/>
                  <a:pt x="183361" y="28861"/>
                  <a:pt x="196130" y="20263"/>
                </a:cubicBezTo>
                <a:cubicBezTo>
                  <a:pt x="208994" y="12017"/>
                  <a:pt x="223160" y="5970"/>
                  <a:pt x="238040" y="2372"/>
                </a:cubicBezTo>
                <a:cubicBezTo>
                  <a:pt x="248066" y="182"/>
                  <a:pt x="258369" y="-497"/>
                  <a:pt x="268599" y="358"/>
                </a:cubicBezTo>
                <a:cubicBezTo>
                  <a:pt x="286979" y="2004"/>
                  <a:pt x="297151" y="7202"/>
                  <a:pt x="302258" y="13938"/>
                </a:cubicBezTo>
                <a:cubicBezTo>
                  <a:pt x="303959" y="16177"/>
                  <a:pt x="304974" y="18853"/>
                  <a:pt x="305183" y="21649"/>
                </a:cubicBezTo>
                <a:cubicBezTo>
                  <a:pt x="305336" y="25006"/>
                  <a:pt x="303874" y="29359"/>
                  <a:pt x="299006" y="33648"/>
                </a:cubicBezTo>
                <a:cubicBezTo>
                  <a:pt x="294138" y="37936"/>
                  <a:pt x="284228" y="43026"/>
                  <a:pt x="270498" y="47596"/>
                </a:cubicBezTo>
                <a:cubicBezTo>
                  <a:pt x="256267" y="52296"/>
                  <a:pt x="236796" y="57278"/>
                  <a:pt x="217391" y="61696"/>
                </a:cubicBezTo>
                <a:cubicBezTo>
                  <a:pt x="206142" y="64214"/>
                  <a:pt x="195049" y="67374"/>
                  <a:pt x="184168" y="71161"/>
                </a:cubicBezTo>
                <a:cubicBezTo>
                  <a:pt x="171333" y="75493"/>
                  <a:pt x="167470" y="88163"/>
                  <a:pt x="175437" y="92040"/>
                </a:cubicBezTo>
                <a:cubicBezTo>
                  <a:pt x="184418" y="96399"/>
                  <a:pt x="192814" y="101857"/>
                  <a:pt x="200430" y="108284"/>
                </a:cubicBezTo>
                <a:cubicBezTo>
                  <a:pt x="212658" y="117917"/>
                  <a:pt x="223823" y="128807"/>
                  <a:pt x="233740" y="140773"/>
                </a:cubicBezTo>
                <a:cubicBezTo>
                  <a:pt x="245811" y="155414"/>
                  <a:pt x="265587" y="183354"/>
                  <a:pt x="272681" y="210471"/>
                </a:cubicBezTo>
                <a:cubicBezTo>
                  <a:pt x="280561" y="240252"/>
                  <a:pt x="275650" y="268474"/>
                  <a:pt x="258668" y="276358"/>
                </a:cubicBezTo>
                <a:cubicBezTo>
                  <a:pt x="242013" y="284111"/>
                  <a:pt x="219835" y="272935"/>
                  <a:pt x="204250" y="256865"/>
                </a:cubicBezTo>
                <a:cubicBezTo>
                  <a:pt x="189451" y="241703"/>
                  <a:pt x="179104" y="223748"/>
                  <a:pt x="169325" y="196220"/>
                </a:cubicBezTo>
                <a:cubicBezTo>
                  <a:pt x="160899" y="172395"/>
                  <a:pt x="157494" y="138022"/>
                  <a:pt x="157494" y="120002"/>
                </a:cubicBezTo>
                <a:cubicBezTo>
                  <a:pt x="157494" y="114002"/>
                  <a:pt x="157494" y="112724"/>
                  <a:pt x="157647" y="107310"/>
                </a:cubicBezTo>
                <a:cubicBezTo>
                  <a:pt x="158215" y="102588"/>
                  <a:pt x="145380" y="98646"/>
                  <a:pt x="131584" y="107483"/>
                </a:cubicBezTo>
                <a:cubicBezTo>
                  <a:pt x="115890" y="117511"/>
                  <a:pt x="100523" y="135640"/>
                  <a:pt x="91442" y="146209"/>
                </a:cubicBezTo>
                <a:cubicBezTo>
                  <a:pt x="87491" y="150822"/>
                  <a:pt x="82122" y="157580"/>
                  <a:pt x="76468" y="164663"/>
                </a:cubicBezTo>
                <a:cubicBezTo>
                  <a:pt x="68981" y="173976"/>
                  <a:pt x="60730" y="183679"/>
                  <a:pt x="53199" y="189094"/>
                </a:cubicBezTo>
                <a:cubicBezTo>
                  <a:pt x="41914" y="197086"/>
                  <a:pt x="23731" y="200551"/>
                  <a:pt x="10918" y="191541"/>
                </a:cubicBezTo>
                <a:cubicBezTo>
                  <a:pt x="3824" y="186516"/>
                  <a:pt x="4" y="177030"/>
                  <a:pt x="4" y="167370"/>
                </a:cubicBezTo>
                <a:cubicBezTo>
                  <a:pt x="-96" y="160703"/>
                  <a:pt x="1640" y="154135"/>
                  <a:pt x="5025" y="148375"/>
                </a:cubicBezTo>
                <a:cubicBezTo>
                  <a:pt x="9390" y="140946"/>
                  <a:pt x="16310" y="132954"/>
                  <a:pt x="27464" y="123814"/>
                </a:cubicBezTo>
                <a:cubicBezTo>
                  <a:pt x="42199" y="112477"/>
                  <a:pt x="58477" y="103268"/>
                  <a:pt x="75813" y="96459"/>
                </a:cubicBezTo>
                <a:cubicBezTo>
                  <a:pt x="103928" y="85218"/>
                  <a:pt x="134204" y="81687"/>
                  <a:pt x="154264" y="85261"/>
                </a:cubicBezTo>
                <a:close/>
              </a:path>
            </a:pathLst>
          </a:custGeom>
          <a:solidFill>
            <a:srgbClr val="00C8FF"/>
          </a:solidFill>
          <a:ln w="2177" cap="flat">
            <a:noFill/>
            <a:prstDash val="solid"/>
            <a:miter/>
          </a:ln>
        </p:spPr>
        <p:txBody>
          <a:bodyPr rtlCol="0" anchor="ctr"/>
          <a:lstStyle/>
          <a:p>
            <a:endParaRPr lang="en-US" sz="1800" noProof="0"/>
          </a:p>
        </p:txBody>
      </p:sp>
      <p:sp>
        <p:nvSpPr>
          <p:cNvPr id="5" name="Text Placeholder 13">
            <a:extLst>
              <a:ext uri="{FF2B5EF4-FFF2-40B4-BE49-F238E27FC236}">
                <a16:creationId xmlns:a16="http://schemas.microsoft.com/office/drawing/2014/main" id="{DA392D29-AA19-53A4-D453-584A5CA07FCF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42970" y="3429614"/>
            <a:ext cx="5085451" cy="730969"/>
          </a:xfrm>
        </p:spPr>
        <p:txBody>
          <a:bodyPr wrap="square" anchor="t" anchorCtr="0">
            <a:spAutoFit/>
          </a:bodyPr>
          <a:lstStyle>
            <a:lvl1pPr marL="0" indent="0">
              <a:spcBef>
                <a:spcPts val="0"/>
              </a:spcBef>
              <a:buNone/>
              <a:defRPr sz="2000">
                <a:solidFill>
                  <a:schemeClr val="tx1"/>
                </a:solidFill>
              </a:defRPr>
            </a:lvl1pPr>
            <a:lvl2pPr marL="180975" indent="-180000">
              <a:buFont typeface="Arial" panose="020B0604020202020204" pitchFamily="34" charset="0"/>
              <a:buChar char="•"/>
              <a:tabLst/>
              <a:defRPr sz="2000">
                <a:solidFill>
                  <a:schemeClr val="tx1"/>
                </a:solidFill>
              </a:defRPr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</a:lstStyle>
          <a:p>
            <a:pPr lvl="0"/>
            <a:r>
              <a:rPr lang="nb" dirty="0"/>
              <a:t>Klikk for å redigere</a:t>
            </a:r>
          </a:p>
          <a:p>
            <a:pPr lvl="1"/>
            <a:r>
              <a:rPr lang="nb" dirty="0"/>
              <a:t>Andre nivå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8671ED0-8FCA-040B-EEE4-9DB92E38C3D3}"/>
              </a:ext>
            </a:extLst>
          </p:cNvPr>
          <p:cNvSpPr>
            <a:spLocks noGrp="1"/>
          </p:cNvSpPr>
          <p:nvPr>
            <p:ph type="dt" sz="half" idx="14"/>
          </p:nvPr>
        </p:nvSpPr>
        <p:spPr>
          <a:xfrm>
            <a:off x="10211050" y="10800000"/>
            <a:ext cx="720475" cy="151200"/>
          </a:xfrm>
        </p:spPr>
        <p:txBody>
          <a:bodyPr/>
          <a:lstStyle/>
          <a:p>
            <a:fld id="{EAA559D7-5EA6-7649-8DFD-45DD6CA9073D}" type="datetime1">
              <a:rPr lang="nb-NO" smtClean="0"/>
              <a:t>18.09.2026</a:t>
            </a:fld>
            <a:endParaRPr lang="en-GB"/>
          </a:p>
        </p:txBody>
      </p:sp>
      <p:sp>
        <p:nvSpPr>
          <p:cNvPr id="10" name="Footer Placeholder 9">
            <a:extLst>
              <a:ext uri="{FF2B5EF4-FFF2-40B4-BE49-F238E27FC236}">
                <a16:creationId xmlns:a16="http://schemas.microsoft.com/office/drawing/2014/main" id="{D106E078-B497-D09B-2FEA-F1A8E99E8F4C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>
          <a:xfrm>
            <a:off x="540000" y="10800000"/>
            <a:ext cx="9671049" cy="151200"/>
          </a:xfrm>
        </p:spPr>
        <p:txBody>
          <a:bodyPr/>
          <a:lstStyle/>
          <a:p>
            <a:endParaRPr lang="en-GB"/>
          </a:p>
        </p:txBody>
      </p:sp>
      <p:sp>
        <p:nvSpPr>
          <p:cNvPr id="11" name="Slide Number Placeholder 10">
            <a:extLst>
              <a:ext uri="{FF2B5EF4-FFF2-40B4-BE49-F238E27FC236}">
                <a16:creationId xmlns:a16="http://schemas.microsoft.com/office/drawing/2014/main" id="{F0BB68E9-62CB-D107-6A22-8E6325E5775C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>
          <a:xfrm>
            <a:off x="10931526" y="10800000"/>
            <a:ext cx="721674" cy="151200"/>
          </a:xfrm>
        </p:spPr>
        <p:txBody>
          <a:bodyPr/>
          <a:lstStyle/>
          <a:p>
            <a:fld id="{608810A5-7811-344D-9AE9-EC83104FB54D}" type="slidenum">
              <a:rPr lang="en-GB" smtClean="0"/>
              <a:t>‹#›</a:t>
            </a:fld>
            <a:endParaRPr lang="en-GB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83FD7727-D349-2463-87DF-1011E94FE8B7}"/>
              </a:ext>
            </a:extLst>
          </p:cNvPr>
          <p:cNvSpPr txBox="1"/>
          <p:nvPr userDrawn="1"/>
        </p:nvSpPr>
        <p:spPr>
          <a:xfrm>
            <a:off x="315644" y="-41795"/>
            <a:ext cx="7290457" cy="3381888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marL="0" marR="0" indent="0" algn="l" defTabSz="9144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nb" sz="22000" b="1" i="1" u="none" strike="noStrike" kern="1200" cap="none" spc="-600" normalizeH="0" baseline="0" noProof="0" dirty="0">
                <a:ln>
                  <a:noFill/>
                </a:ln>
                <a:solidFill>
                  <a:srgbClr val="FFD0AD"/>
                </a:solidFill>
                <a:effectLst/>
                <a:uLnTx/>
                <a:uFillTx/>
                <a:latin typeface="+mj-lt"/>
                <a:ea typeface="+mn-ea"/>
                <a:cs typeface="TelenorEvolutionPPT-Light" panose="020B0604020202020204" charset="0"/>
              </a:rPr>
              <a:t>Takk.</a:t>
            </a:r>
          </a:p>
        </p:txBody>
      </p:sp>
    </p:spTree>
    <p:extLst>
      <p:ext uri="{BB962C8B-B14F-4D97-AF65-F5344CB8AC3E}">
        <p14:creationId xmlns:p14="http://schemas.microsoft.com/office/powerpoint/2010/main" val="3973189886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Huge text.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raphic 8">
            <a:extLst>
              <a:ext uri="{FF2B5EF4-FFF2-40B4-BE49-F238E27FC236}">
                <a16:creationId xmlns:a16="http://schemas.microsoft.com/office/drawing/2014/main" id="{EB1BCEF7-B4AA-9CC9-AA23-F37CC13EB64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ChangeAspect="1"/>
          </p:cNvSpPr>
          <p:nvPr/>
        </p:nvSpPr>
        <p:spPr>
          <a:xfrm>
            <a:off x="10794689" y="5626571"/>
            <a:ext cx="866855" cy="792000"/>
          </a:xfrm>
          <a:custGeom>
            <a:avLst/>
            <a:gdLst>
              <a:gd name="connsiteX0" fmla="*/ 154264 w 305194"/>
              <a:gd name="connsiteY0" fmla="*/ 85261 h 278876"/>
              <a:gd name="connsiteX1" fmla="*/ 160092 w 305194"/>
              <a:gd name="connsiteY1" fmla="*/ 80929 h 278876"/>
              <a:gd name="connsiteX2" fmla="*/ 168583 w 305194"/>
              <a:gd name="connsiteY2" fmla="*/ 53314 h 278876"/>
              <a:gd name="connsiteX3" fmla="*/ 196130 w 305194"/>
              <a:gd name="connsiteY3" fmla="*/ 20263 h 278876"/>
              <a:gd name="connsiteX4" fmla="*/ 238040 w 305194"/>
              <a:gd name="connsiteY4" fmla="*/ 2372 h 278876"/>
              <a:gd name="connsiteX5" fmla="*/ 268599 w 305194"/>
              <a:gd name="connsiteY5" fmla="*/ 358 h 278876"/>
              <a:gd name="connsiteX6" fmla="*/ 302258 w 305194"/>
              <a:gd name="connsiteY6" fmla="*/ 13938 h 278876"/>
              <a:gd name="connsiteX7" fmla="*/ 305183 w 305194"/>
              <a:gd name="connsiteY7" fmla="*/ 21649 h 278876"/>
              <a:gd name="connsiteX8" fmla="*/ 299006 w 305194"/>
              <a:gd name="connsiteY8" fmla="*/ 33648 h 278876"/>
              <a:gd name="connsiteX9" fmla="*/ 270498 w 305194"/>
              <a:gd name="connsiteY9" fmla="*/ 47596 h 278876"/>
              <a:gd name="connsiteX10" fmla="*/ 217391 w 305194"/>
              <a:gd name="connsiteY10" fmla="*/ 61696 h 278876"/>
              <a:gd name="connsiteX11" fmla="*/ 184168 w 305194"/>
              <a:gd name="connsiteY11" fmla="*/ 71161 h 278876"/>
              <a:gd name="connsiteX12" fmla="*/ 175437 w 305194"/>
              <a:gd name="connsiteY12" fmla="*/ 92040 h 278876"/>
              <a:gd name="connsiteX13" fmla="*/ 200430 w 305194"/>
              <a:gd name="connsiteY13" fmla="*/ 108284 h 278876"/>
              <a:gd name="connsiteX14" fmla="*/ 233740 w 305194"/>
              <a:gd name="connsiteY14" fmla="*/ 140773 h 278876"/>
              <a:gd name="connsiteX15" fmla="*/ 272681 w 305194"/>
              <a:gd name="connsiteY15" fmla="*/ 210471 h 278876"/>
              <a:gd name="connsiteX16" fmla="*/ 258668 w 305194"/>
              <a:gd name="connsiteY16" fmla="*/ 276358 h 278876"/>
              <a:gd name="connsiteX17" fmla="*/ 204250 w 305194"/>
              <a:gd name="connsiteY17" fmla="*/ 256865 h 278876"/>
              <a:gd name="connsiteX18" fmla="*/ 169325 w 305194"/>
              <a:gd name="connsiteY18" fmla="*/ 196220 h 278876"/>
              <a:gd name="connsiteX19" fmla="*/ 157494 w 305194"/>
              <a:gd name="connsiteY19" fmla="*/ 120002 h 278876"/>
              <a:gd name="connsiteX20" fmla="*/ 157647 w 305194"/>
              <a:gd name="connsiteY20" fmla="*/ 107310 h 278876"/>
              <a:gd name="connsiteX21" fmla="*/ 131584 w 305194"/>
              <a:gd name="connsiteY21" fmla="*/ 107483 h 278876"/>
              <a:gd name="connsiteX22" fmla="*/ 91442 w 305194"/>
              <a:gd name="connsiteY22" fmla="*/ 146209 h 278876"/>
              <a:gd name="connsiteX23" fmla="*/ 76468 w 305194"/>
              <a:gd name="connsiteY23" fmla="*/ 164663 h 278876"/>
              <a:gd name="connsiteX24" fmla="*/ 53199 w 305194"/>
              <a:gd name="connsiteY24" fmla="*/ 189094 h 278876"/>
              <a:gd name="connsiteX25" fmla="*/ 10918 w 305194"/>
              <a:gd name="connsiteY25" fmla="*/ 191541 h 278876"/>
              <a:gd name="connsiteX26" fmla="*/ 4 w 305194"/>
              <a:gd name="connsiteY26" fmla="*/ 167370 h 278876"/>
              <a:gd name="connsiteX27" fmla="*/ 5025 w 305194"/>
              <a:gd name="connsiteY27" fmla="*/ 148375 h 278876"/>
              <a:gd name="connsiteX28" fmla="*/ 27464 w 305194"/>
              <a:gd name="connsiteY28" fmla="*/ 123814 h 278876"/>
              <a:gd name="connsiteX29" fmla="*/ 75813 w 305194"/>
              <a:gd name="connsiteY29" fmla="*/ 96459 h 278876"/>
              <a:gd name="connsiteX30" fmla="*/ 154264 w 305194"/>
              <a:gd name="connsiteY30" fmla="*/ 85261 h 27887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</a:cxnLst>
            <a:rect l="l" t="t" r="r" b="b"/>
            <a:pathLst>
              <a:path w="305194" h="278876">
                <a:moveTo>
                  <a:pt x="154264" y="85261"/>
                </a:moveTo>
                <a:cubicBezTo>
                  <a:pt x="158629" y="85932"/>
                  <a:pt x="159502" y="85044"/>
                  <a:pt x="160092" y="80929"/>
                </a:cubicBezTo>
                <a:cubicBezTo>
                  <a:pt x="161530" y="71358"/>
                  <a:pt x="164392" y="62052"/>
                  <a:pt x="168583" y="53314"/>
                </a:cubicBezTo>
                <a:cubicBezTo>
                  <a:pt x="174302" y="41662"/>
                  <a:pt x="183361" y="28861"/>
                  <a:pt x="196130" y="20263"/>
                </a:cubicBezTo>
                <a:cubicBezTo>
                  <a:pt x="208994" y="12017"/>
                  <a:pt x="223160" y="5970"/>
                  <a:pt x="238040" y="2372"/>
                </a:cubicBezTo>
                <a:cubicBezTo>
                  <a:pt x="248066" y="182"/>
                  <a:pt x="258369" y="-497"/>
                  <a:pt x="268599" y="358"/>
                </a:cubicBezTo>
                <a:cubicBezTo>
                  <a:pt x="286979" y="2004"/>
                  <a:pt x="297151" y="7202"/>
                  <a:pt x="302258" y="13938"/>
                </a:cubicBezTo>
                <a:cubicBezTo>
                  <a:pt x="303959" y="16177"/>
                  <a:pt x="304974" y="18853"/>
                  <a:pt x="305183" y="21649"/>
                </a:cubicBezTo>
                <a:cubicBezTo>
                  <a:pt x="305336" y="25006"/>
                  <a:pt x="303874" y="29359"/>
                  <a:pt x="299006" y="33648"/>
                </a:cubicBezTo>
                <a:cubicBezTo>
                  <a:pt x="294138" y="37936"/>
                  <a:pt x="284228" y="43026"/>
                  <a:pt x="270498" y="47596"/>
                </a:cubicBezTo>
                <a:cubicBezTo>
                  <a:pt x="256267" y="52296"/>
                  <a:pt x="236796" y="57278"/>
                  <a:pt x="217391" y="61696"/>
                </a:cubicBezTo>
                <a:cubicBezTo>
                  <a:pt x="206142" y="64214"/>
                  <a:pt x="195049" y="67374"/>
                  <a:pt x="184168" y="71161"/>
                </a:cubicBezTo>
                <a:cubicBezTo>
                  <a:pt x="171333" y="75493"/>
                  <a:pt x="167470" y="88163"/>
                  <a:pt x="175437" y="92040"/>
                </a:cubicBezTo>
                <a:cubicBezTo>
                  <a:pt x="184418" y="96399"/>
                  <a:pt x="192814" y="101857"/>
                  <a:pt x="200430" y="108284"/>
                </a:cubicBezTo>
                <a:cubicBezTo>
                  <a:pt x="212658" y="117917"/>
                  <a:pt x="223823" y="128807"/>
                  <a:pt x="233740" y="140773"/>
                </a:cubicBezTo>
                <a:cubicBezTo>
                  <a:pt x="245811" y="155414"/>
                  <a:pt x="265587" y="183354"/>
                  <a:pt x="272681" y="210471"/>
                </a:cubicBezTo>
                <a:cubicBezTo>
                  <a:pt x="280561" y="240252"/>
                  <a:pt x="275650" y="268474"/>
                  <a:pt x="258668" y="276358"/>
                </a:cubicBezTo>
                <a:cubicBezTo>
                  <a:pt x="242013" y="284111"/>
                  <a:pt x="219835" y="272935"/>
                  <a:pt x="204250" y="256865"/>
                </a:cubicBezTo>
                <a:cubicBezTo>
                  <a:pt x="189451" y="241703"/>
                  <a:pt x="179104" y="223748"/>
                  <a:pt x="169325" y="196220"/>
                </a:cubicBezTo>
                <a:cubicBezTo>
                  <a:pt x="160899" y="172395"/>
                  <a:pt x="157494" y="138022"/>
                  <a:pt x="157494" y="120002"/>
                </a:cubicBezTo>
                <a:cubicBezTo>
                  <a:pt x="157494" y="114002"/>
                  <a:pt x="157494" y="112724"/>
                  <a:pt x="157647" y="107310"/>
                </a:cubicBezTo>
                <a:cubicBezTo>
                  <a:pt x="158215" y="102588"/>
                  <a:pt x="145380" y="98646"/>
                  <a:pt x="131584" y="107483"/>
                </a:cubicBezTo>
                <a:cubicBezTo>
                  <a:pt x="115890" y="117511"/>
                  <a:pt x="100523" y="135640"/>
                  <a:pt x="91442" y="146209"/>
                </a:cubicBezTo>
                <a:cubicBezTo>
                  <a:pt x="87491" y="150822"/>
                  <a:pt x="82122" y="157580"/>
                  <a:pt x="76468" y="164663"/>
                </a:cubicBezTo>
                <a:cubicBezTo>
                  <a:pt x="68981" y="173976"/>
                  <a:pt x="60730" y="183679"/>
                  <a:pt x="53199" y="189094"/>
                </a:cubicBezTo>
                <a:cubicBezTo>
                  <a:pt x="41914" y="197086"/>
                  <a:pt x="23731" y="200551"/>
                  <a:pt x="10918" y="191541"/>
                </a:cubicBezTo>
                <a:cubicBezTo>
                  <a:pt x="3824" y="186516"/>
                  <a:pt x="4" y="177030"/>
                  <a:pt x="4" y="167370"/>
                </a:cubicBezTo>
                <a:cubicBezTo>
                  <a:pt x="-96" y="160703"/>
                  <a:pt x="1640" y="154135"/>
                  <a:pt x="5025" y="148375"/>
                </a:cubicBezTo>
                <a:cubicBezTo>
                  <a:pt x="9390" y="140946"/>
                  <a:pt x="16310" y="132954"/>
                  <a:pt x="27464" y="123814"/>
                </a:cubicBezTo>
                <a:cubicBezTo>
                  <a:pt x="42199" y="112477"/>
                  <a:pt x="58477" y="103268"/>
                  <a:pt x="75813" y="96459"/>
                </a:cubicBezTo>
                <a:cubicBezTo>
                  <a:pt x="103928" y="85218"/>
                  <a:pt x="134204" y="81687"/>
                  <a:pt x="154264" y="85261"/>
                </a:cubicBezTo>
                <a:close/>
              </a:path>
            </a:pathLst>
          </a:custGeom>
          <a:solidFill>
            <a:srgbClr val="00C8FF"/>
          </a:solidFill>
          <a:ln w="2177" cap="flat">
            <a:noFill/>
            <a:prstDash val="solid"/>
            <a:miter/>
          </a:ln>
        </p:spPr>
        <p:txBody>
          <a:bodyPr rtlCol="0" anchor="ctr"/>
          <a:lstStyle/>
          <a:p>
            <a:endParaRPr lang="en-US" sz="1800" noProof="0"/>
          </a:p>
        </p:txBody>
      </p:sp>
      <p:sp>
        <p:nvSpPr>
          <p:cNvPr id="5" name="Text Placeholder 13">
            <a:extLst>
              <a:ext uri="{FF2B5EF4-FFF2-40B4-BE49-F238E27FC236}">
                <a16:creationId xmlns:a16="http://schemas.microsoft.com/office/drawing/2014/main" id="{DA392D29-AA19-53A4-D453-584A5CA07FCF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42970" y="3429614"/>
            <a:ext cx="5085451" cy="730969"/>
          </a:xfrm>
        </p:spPr>
        <p:txBody>
          <a:bodyPr wrap="square" anchor="t" anchorCtr="0">
            <a:spAutoFit/>
          </a:bodyPr>
          <a:lstStyle>
            <a:lvl1pPr marL="0" indent="0">
              <a:spcBef>
                <a:spcPts val="0"/>
              </a:spcBef>
              <a:buNone/>
              <a:defRPr sz="2000">
                <a:solidFill>
                  <a:schemeClr val="tx1"/>
                </a:solidFill>
              </a:defRPr>
            </a:lvl1pPr>
            <a:lvl2pPr marL="180975" indent="-180000">
              <a:buFont typeface="Arial" panose="020B0604020202020204" pitchFamily="34" charset="0"/>
              <a:buChar char="•"/>
              <a:tabLst/>
              <a:defRPr sz="2000">
                <a:solidFill>
                  <a:schemeClr val="tx1"/>
                </a:solidFill>
              </a:defRPr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</a:lstStyle>
          <a:p>
            <a:pPr lvl="0"/>
            <a:r>
              <a:rPr lang="nb" dirty="0"/>
              <a:t>Klikk for å redigere</a:t>
            </a:r>
          </a:p>
          <a:p>
            <a:pPr lvl="1"/>
            <a:r>
              <a:rPr lang="nb" dirty="0"/>
              <a:t>Andre nivå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8671ED0-8FCA-040B-EEE4-9DB92E38C3D3}"/>
              </a:ext>
            </a:extLst>
          </p:cNvPr>
          <p:cNvSpPr>
            <a:spLocks noGrp="1"/>
          </p:cNvSpPr>
          <p:nvPr>
            <p:ph type="dt" sz="half" idx="14"/>
          </p:nvPr>
        </p:nvSpPr>
        <p:spPr>
          <a:xfrm>
            <a:off x="10211050" y="10800000"/>
            <a:ext cx="720475" cy="151200"/>
          </a:xfrm>
        </p:spPr>
        <p:txBody>
          <a:bodyPr/>
          <a:lstStyle/>
          <a:p>
            <a:fld id="{7621B13F-E3A6-644F-8740-2496410369E6}" type="datetime1">
              <a:rPr lang="nb-NO" smtClean="0"/>
              <a:t>18.09.2026</a:t>
            </a:fld>
            <a:endParaRPr lang="en-GB"/>
          </a:p>
        </p:txBody>
      </p:sp>
      <p:sp>
        <p:nvSpPr>
          <p:cNvPr id="10" name="Footer Placeholder 9">
            <a:extLst>
              <a:ext uri="{FF2B5EF4-FFF2-40B4-BE49-F238E27FC236}">
                <a16:creationId xmlns:a16="http://schemas.microsoft.com/office/drawing/2014/main" id="{D106E078-B497-D09B-2FEA-F1A8E99E8F4C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>
          <a:xfrm>
            <a:off x="540000" y="10800000"/>
            <a:ext cx="9671049" cy="151200"/>
          </a:xfrm>
        </p:spPr>
        <p:txBody>
          <a:bodyPr/>
          <a:lstStyle/>
          <a:p>
            <a:endParaRPr lang="en-GB"/>
          </a:p>
        </p:txBody>
      </p:sp>
      <p:sp>
        <p:nvSpPr>
          <p:cNvPr id="11" name="Slide Number Placeholder 10">
            <a:extLst>
              <a:ext uri="{FF2B5EF4-FFF2-40B4-BE49-F238E27FC236}">
                <a16:creationId xmlns:a16="http://schemas.microsoft.com/office/drawing/2014/main" id="{F0BB68E9-62CB-D107-6A22-8E6325E5775C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>
          <a:xfrm>
            <a:off x="10931526" y="10800000"/>
            <a:ext cx="721674" cy="151200"/>
          </a:xfrm>
        </p:spPr>
        <p:txBody>
          <a:bodyPr/>
          <a:lstStyle/>
          <a:p>
            <a:fld id="{608810A5-7811-344D-9AE9-EC83104FB54D}" type="slidenum">
              <a:rPr lang="en-GB" smtClean="0"/>
              <a:t>‹#›</a:t>
            </a:fld>
            <a:endParaRPr lang="en-GB"/>
          </a:p>
        </p:txBody>
      </p:sp>
      <p:sp>
        <p:nvSpPr>
          <p:cNvPr id="2" name="Text Placeholder 2">
            <a:extLst>
              <a:ext uri="{FF2B5EF4-FFF2-40B4-BE49-F238E27FC236}">
                <a16:creationId xmlns:a16="http://schemas.microsoft.com/office/drawing/2014/main" id="{62998EC9-4000-1DFF-DDF9-60C3EAAED588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314512" y="14815"/>
            <a:ext cx="11465935" cy="3392946"/>
          </a:xfrm>
        </p:spPr>
        <p:txBody>
          <a:bodyPr anchor="ctr" anchorCtr="0"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21700" b="1" i="1" spc="-500" baseline="0">
                <a:solidFill>
                  <a:schemeClr val="accent3"/>
                </a:solidFill>
                <a:latin typeface="+mj-lt"/>
              </a:defRPr>
            </a:lvl1pPr>
          </a:lstStyle>
          <a:p>
            <a:pPr lvl="0"/>
            <a:r>
              <a:rPr lang="nb"/>
              <a:t>Tekst.</a:t>
            </a:r>
            <a:endParaRPr lang="nb-NO"/>
          </a:p>
        </p:txBody>
      </p:sp>
      <p:grpSp>
        <p:nvGrpSpPr>
          <p:cNvPr id="3" name="Group 9">
            <a:extLst>
              <a:ext uri="{FF2B5EF4-FFF2-40B4-BE49-F238E27FC236}">
                <a16:creationId xmlns:a16="http://schemas.microsoft.com/office/drawing/2014/main" id="{E177C96C-CD10-90E5-8D7E-481E97A5E33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12373674" y="1"/>
            <a:ext cx="2627986" cy="6858000"/>
            <a:chOff x="12373674" y="1"/>
            <a:chExt cx="2627986" cy="6858000"/>
          </a:xfrm>
        </p:grpSpPr>
        <p:sp>
          <p:nvSpPr>
            <p:cNvPr id="7" name="Avrundet rektangel 4">
              <a:extLst>
                <a:ext uri="{FF2B5EF4-FFF2-40B4-BE49-F238E27FC236}">
                  <a16:creationId xmlns:a16="http://schemas.microsoft.com/office/drawing/2014/main" id="{3A066574-39BF-6AD1-67AA-BD43F5470D4E}"/>
                </a:ext>
              </a:extLst>
            </p:cNvPr>
            <p:cNvSpPr/>
            <p:nvPr/>
          </p:nvSpPr>
          <p:spPr>
            <a:xfrm>
              <a:off x="12373674" y="1"/>
              <a:ext cx="2627986" cy="6858000"/>
            </a:xfrm>
            <a:prstGeom prst="roundRect">
              <a:avLst>
                <a:gd name="adj" fmla="val 5452"/>
              </a:avLst>
            </a:prstGeom>
            <a:solidFill>
              <a:srgbClr val="FFFFFF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36000" tIns="36000" rIns="36000" bIns="36000" rtlCol="0" anchor="ctr"/>
            <a:lstStyle/>
            <a:p>
              <a:pPr algn="ctr">
                <a:lnSpc>
                  <a:spcPct val="90000"/>
                </a:lnSpc>
                <a:spcAft>
                  <a:spcPts val="1000"/>
                </a:spcAft>
              </a:pPr>
              <a:endParaRPr lang="en-GB" sz="100"/>
            </a:p>
          </p:txBody>
        </p:sp>
        <p:sp>
          <p:nvSpPr>
            <p:cNvPr id="8" name="TekstSylinder 48">
              <a:extLst>
                <a:ext uri="{FF2B5EF4-FFF2-40B4-BE49-F238E27FC236}">
                  <a16:creationId xmlns:a16="http://schemas.microsoft.com/office/drawing/2014/main" id="{C27BCCF6-473F-8395-894E-FDCDCCA6D196}"/>
                </a:ext>
              </a:extLst>
            </p:cNvPr>
            <p:cNvSpPr txBox="1"/>
            <p:nvPr/>
          </p:nvSpPr>
          <p:spPr>
            <a:xfrm>
              <a:off x="12627097" y="244919"/>
              <a:ext cx="2140807" cy="778675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algn="l">
                <a:spcAft>
                  <a:spcPts val="600"/>
                </a:spcAft>
              </a:pPr>
              <a:r>
                <a:rPr lang="nb" sz="1100" b="0" i="0" dirty="0">
                  <a:solidFill>
                    <a:srgbClr val="070451"/>
                  </a:solidFill>
                  <a:latin typeface="+mj-lt"/>
                  <a:cs typeface="TelenorEvolutionPPT-Light" panose="020B0604020202020204" charset="0"/>
                </a:rPr>
                <a:t>Fargepalett</a:t>
              </a:r>
            </a:p>
            <a:p>
              <a:pPr marL="0" marR="0" lvl="0" indent="0" algn="l" defTabSz="914400" rtl="0" eaLnBrk="1" fontAlgn="auto" latinLnBrk="0" hangingPunct="1">
                <a:lnSpc>
                  <a:spcPct val="11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nb" sz="800" b="0" i="0" u="none" strike="noStrike" kern="1200" cap="none" spc="0" normalizeH="0" baseline="0" noProof="1">
                  <a:ln>
                    <a:noFill/>
                  </a:ln>
                  <a:solidFill>
                    <a:srgbClr val="070451"/>
                  </a:solidFill>
                  <a:effectLst/>
                  <a:uLnTx/>
                  <a:uFillTx/>
                  <a:latin typeface="+mn-lt"/>
                  <a:ea typeface="+mn-ea"/>
                  <a:cs typeface="TelenorEvolutionPPT-Light" panose="020B0604020202020204" charset="0"/>
                </a:rPr>
                <a:t>Bare et utvalg av Telenor-fargene er tilgjengelige i denne malen, hvis du trenger flere støttefarger, kan du se dem fra dette panelet.</a:t>
              </a:r>
            </a:p>
          </p:txBody>
        </p:sp>
        <p:sp>
          <p:nvSpPr>
            <p:cNvPr id="9" name="Ellipse 29">
              <a:extLst>
                <a:ext uri="{FF2B5EF4-FFF2-40B4-BE49-F238E27FC236}">
                  <a16:creationId xmlns:a16="http://schemas.microsoft.com/office/drawing/2014/main" id="{6F593B8D-8495-EE2C-7F1C-99E0EFB5A701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12627097" y="1901793"/>
              <a:ext cx="360000" cy="360000"/>
            </a:xfrm>
            <a:prstGeom prst="ellipse">
              <a:avLst/>
            </a:prstGeom>
            <a:solidFill>
              <a:srgbClr val="070452"/>
            </a:solidFill>
            <a:ln w="12700">
              <a:solidFill>
                <a:srgbClr val="FFFFFF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36000" tIns="36000" rIns="36000" bIns="36000" rtlCol="0" anchor="ctr"/>
            <a:lstStyle/>
            <a:p>
              <a:pPr algn="ctr">
                <a:lnSpc>
                  <a:spcPct val="90000"/>
                </a:lnSpc>
                <a:spcAft>
                  <a:spcPts val="1000"/>
                </a:spcAft>
              </a:pPr>
              <a:endParaRPr lang="en-GB"/>
            </a:p>
          </p:txBody>
        </p:sp>
        <p:sp>
          <p:nvSpPr>
            <p:cNvPr id="12" name="Ellipse 30">
              <a:extLst>
                <a:ext uri="{FF2B5EF4-FFF2-40B4-BE49-F238E27FC236}">
                  <a16:creationId xmlns:a16="http://schemas.microsoft.com/office/drawing/2014/main" id="{5F66878E-8E6A-75B4-1601-E9E695CA37F0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13516703" y="1901793"/>
              <a:ext cx="360000" cy="360000"/>
            </a:xfrm>
            <a:prstGeom prst="ellipse">
              <a:avLst/>
            </a:prstGeom>
            <a:solidFill>
              <a:srgbClr val="1C16C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36000" tIns="36000" rIns="36000" bIns="36000" rtlCol="0" anchor="ctr"/>
            <a:lstStyle/>
            <a:p>
              <a:pPr algn="ctr">
                <a:lnSpc>
                  <a:spcPct val="90000"/>
                </a:lnSpc>
                <a:spcAft>
                  <a:spcPts val="1000"/>
                </a:spcAft>
              </a:pPr>
              <a:endParaRPr lang="en-GB"/>
            </a:p>
          </p:txBody>
        </p:sp>
        <p:sp>
          <p:nvSpPr>
            <p:cNvPr id="13" name="Ellipse 31">
              <a:extLst>
                <a:ext uri="{FF2B5EF4-FFF2-40B4-BE49-F238E27FC236}">
                  <a16:creationId xmlns:a16="http://schemas.microsoft.com/office/drawing/2014/main" id="{5D16137F-EB09-AD29-26A8-B10E1AF9D258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13071900" y="1901793"/>
              <a:ext cx="360000" cy="360000"/>
            </a:xfrm>
            <a:prstGeom prst="ellipse">
              <a:avLst/>
            </a:prstGeom>
            <a:solidFill>
              <a:srgbClr val="00C8FF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36000" tIns="36000" rIns="36000" bIns="36000" rtlCol="0" anchor="ctr"/>
            <a:lstStyle/>
            <a:p>
              <a:pPr algn="ctr">
                <a:lnSpc>
                  <a:spcPct val="90000"/>
                </a:lnSpc>
                <a:spcAft>
                  <a:spcPts val="1000"/>
                </a:spcAft>
              </a:pPr>
              <a:endParaRPr lang="en-GB"/>
            </a:p>
          </p:txBody>
        </p:sp>
        <p:sp>
          <p:nvSpPr>
            <p:cNvPr id="14" name="Ellipse 33">
              <a:extLst>
                <a:ext uri="{FF2B5EF4-FFF2-40B4-BE49-F238E27FC236}">
                  <a16:creationId xmlns:a16="http://schemas.microsoft.com/office/drawing/2014/main" id="{1D6B8FE8-07F7-F95B-3815-6E09FE6C3AD7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13961506" y="1901793"/>
              <a:ext cx="360000" cy="360000"/>
            </a:xfrm>
            <a:prstGeom prst="ellipse">
              <a:avLst/>
            </a:prstGeom>
            <a:solidFill>
              <a:srgbClr val="ADFFFF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36000" tIns="36000" rIns="36000" bIns="36000" rtlCol="0" anchor="ctr"/>
            <a:lstStyle/>
            <a:p>
              <a:pPr algn="ctr">
                <a:lnSpc>
                  <a:spcPct val="90000"/>
                </a:lnSpc>
                <a:spcAft>
                  <a:spcPts val="1000"/>
                </a:spcAft>
              </a:pPr>
              <a:endParaRPr lang="en-GB"/>
            </a:p>
          </p:txBody>
        </p:sp>
        <p:sp>
          <p:nvSpPr>
            <p:cNvPr id="15" name="Ellipse 34">
              <a:extLst>
                <a:ext uri="{FF2B5EF4-FFF2-40B4-BE49-F238E27FC236}">
                  <a16:creationId xmlns:a16="http://schemas.microsoft.com/office/drawing/2014/main" id="{03944979-3C83-A816-0090-A3F31EA4468E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14406309" y="1901793"/>
              <a:ext cx="360000" cy="360000"/>
            </a:xfrm>
            <a:prstGeom prst="ellipse">
              <a:avLst/>
            </a:prstGeom>
            <a:solidFill>
              <a:srgbClr val="EBFFFF"/>
            </a:solidFill>
            <a:ln w="12700">
              <a:solidFill>
                <a:srgbClr val="00C8FF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36000" tIns="36000" rIns="36000" bIns="36000" rtlCol="0" anchor="ctr"/>
            <a:lstStyle/>
            <a:p>
              <a:pPr algn="ctr">
                <a:lnSpc>
                  <a:spcPct val="90000"/>
                </a:lnSpc>
                <a:spcAft>
                  <a:spcPts val="1000"/>
                </a:spcAft>
              </a:pPr>
              <a:endParaRPr lang="en-GB"/>
            </a:p>
          </p:txBody>
        </p:sp>
        <p:sp>
          <p:nvSpPr>
            <p:cNvPr id="16" name="TekstSylinder 50">
              <a:extLst>
                <a:ext uri="{FF2B5EF4-FFF2-40B4-BE49-F238E27FC236}">
                  <a16:creationId xmlns:a16="http://schemas.microsoft.com/office/drawing/2014/main" id="{AEDA0EB0-5939-7F60-FE10-1E704EE4CC93}"/>
                </a:ext>
              </a:extLst>
            </p:cNvPr>
            <p:cNvSpPr txBox="1"/>
            <p:nvPr/>
          </p:nvSpPr>
          <p:spPr>
            <a:xfrm>
              <a:off x="12627096" y="1237835"/>
              <a:ext cx="2222001" cy="572840"/>
            </a:xfrm>
            <a:prstGeom prst="rect">
              <a:avLst/>
            </a:prstGeom>
            <a:noFill/>
          </p:spPr>
          <p:txBody>
            <a:bodyPr wrap="square" lIns="0" tIns="72000" rIns="0" bIns="0" rtlCol="0">
              <a:spAutoFit/>
            </a:bodyPr>
            <a:lstStyle>
              <a:defPPr>
                <a:defRPr lang="en-NO"/>
              </a:defPPr>
              <a:lvl1pPr>
                <a:spcAft>
                  <a:spcPts val="600"/>
                </a:spcAft>
                <a:defRPr b="0" i="0">
                  <a:cs typeface="Arial" panose="020B0604020202020204" pitchFamily="34" charset="0"/>
                </a:defRPr>
              </a:lvl1pPr>
            </a:lstStyle>
            <a:p>
              <a:pPr lvl="0"/>
              <a:r>
                <a:rPr lang="nb" sz="1050" b="0" i="0" dirty="0">
                  <a:solidFill>
                    <a:srgbClr val="070451"/>
                  </a:solidFill>
                  <a:latin typeface="+mj-lt"/>
                  <a:cs typeface="TelenorEvolutionPPT-Light" panose="020B0604020202020204" charset="0"/>
                </a:rPr>
                <a:t>Kjernefarger</a:t>
              </a:r>
            </a:p>
            <a:p>
              <a:pPr lvl="0">
                <a:lnSpc>
                  <a:spcPct val="110000"/>
                </a:lnSpc>
              </a:pPr>
              <a:r>
                <a:rPr lang="nb" sz="800" b="0" i="0" noProof="1">
                  <a:solidFill>
                    <a:srgbClr val="070451"/>
                  </a:solidFill>
                  <a:cs typeface="TelenorEvolutionPPT-Light" panose="020B0604020202020204" charset="0"/>
                </a:rPr>
                <a:t>Våre blå farger er en nøkkelingrediens for å etablere merkevaregjenkjenning.</a:t>
              </a:r>
            </a:p>
          </p:txBody>
        </p:sp>
        <p:cxnSp>
          <p:nvCxnSpPr>
            <p:cNvPr id="17" name="Rett linje 53">
              <a:extLst>
                <a:ext uri="{FF2B5EF4-FFF2-40B4-BE49-F238E27FC236}">
                  <a16:creationId xmlns:a16="http://schemas.microsoft.com/office/drawing/2014/main" id="{55375B1C-7ADB-C9AD-610D-D5A26D8F0EC4}"/>
                </a:ext>
              </a:extLst>
            </p:cNvPr>
            <p:cNvCxnSpPr>
              <a:cxnSpLocks/>
            </p:cNvCxnSpPr>
            <p:nvPr/>
          </p:nvCxnSpPr>
          <p:spPr>
            <a:xfrm>
              <a:off x="12627096" y="4105379"/>
              <a:ext cx="2160000" cy="0"/>
            </a:xfrm>
            <a:prstGeom prst="line">
              <a:avLst/>
            </a:prstGeom>
            <a:ln w="6350"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Rett linje 53">
              <a:extLst>
                <a:ext uri="{FF2B5EF4-FFF2-40B4-BE49-F238E27FC236}">
                  <a16:creationId xmlns:a16="http://schemas.microsoft.com/office/drawing/2014/main" id="{33E48FD0-9A45-A4B4-33D6-72CB77C9E184}"/>
                </a:ext>
              </a:extLst>
            </p:cNvPr>
            <p:cNvCxnSpPr>
              <a:cxnSpLocks/>
            </p:cNvCxnSpPr>
            <p:nvPr/>
          </p:nvCxnSpPr>
          <p:spPr>
            <a:xfrm>
              <a:off x="12627096" y="1237835"/>
              <a:ext cx="2160000" cy="0"/>
            </a:xfrm>
            <a:prstGeom prst="line">
              <a:avLst/>
            </a:prstGeom>
            <a:ln w="6350"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19" name="Group 75">
              <a:extLst>
                <a:ext uri="{FF2B5EF4-FFF2-40B4-BE49-F238E27FC236}">
                  <a16:creationId xmlns:a16="http://schemas.microsoft.com/office/drawing/2014/main" id="{C70BCBD9-2113-AAA8-FE26-EBBDC360213E}"/>
                </a:ext>
              </a:extLst>
            </p:cNvPr>
            <p:cNvGrpSpPr/>
            <p:nvPr/>
          </p:nvGrpSpPr>
          <p:grpSpPr>
            <a:xfrm>
              <a:off x="12627096" y="2374072"/>
              <a:ext cx="2160000" cy="234286"/>
              <a:chOff x="12944663" y="3703978"/>
              <a:chExt cx="2160000" cy="234286"/>
            </a:xfrm>
          </p:grpSpPr>
          <p:cxnSp>
            <p:nvCxnSpPr>
              <p:cNvPr id="36" name="Rett linje 54">
                <a:extLst>
                  <a:ext uri="{FF2B5EF4-FFF2-40B4-BE49-F238E27FC236}">
                    <a16:creationId xmlns:a16="http://schemas.microsoft.com/office/drawing/2014/main" id="{BAE0610D-0840-A7E6-ADFE-A40D3DDC6D82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12944663" y="3703978"/>
                <a:ext cx="2160000" cy="0"/>
              </a:xfrm>
              <a:prstGeom prst="line">
                <a:avLst/>
              </a:prstGeom>
              <a:ln w="6350">
                <a:tailEnd type="non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37" name="TekstSylinder 61">
                <a:extLst>
                  <a:ext uri="{FF2B5EF4-FFF2-40B4-BE49-F238E27FC236}">
                    <a16:creationId xmlns:a16="http://schemas.microsoft.com/office/drawing/2014/main" id="{4784EEC4-66C8-F9A1-5FA5-782C20B2E6FD}"/>
                  </a:ext>
                </a:extLst>
              </p:cNvPr>
              <p:cNvSpPr txBox="1"/>
              <p:nvPr/>
            </p:nvSpPr>
            <p:spPr>
              <a:xfrm>
                <a:off x="12944663" y="3703978"/>
                <a:ext cx="2159999" cy="234286"/>
              </a:xfrm>
              <a:prstGeom prst="rect">
                <a:avLst/>
              </a:prstGeom>
              <a:noFill/>
            </p:spPr>
            <p:txBody>
              <a:bodyPr wrap="square" lIns="0" tIns="72000" rIns="0" bIns="0" rtlCol="0">
                <a:spAutoFit/>
              </a:bodyPr>
              <a:lstStyle/>
              <a:p>
                <a:pPr marL="0" algn="l" defTabSz="914400" rtl="0" eaLnBrk="1" latinLnBrk="0" hangingPunct="1">
                  <a:spcAft>
                    <a:spcPts val="600"/>
                  </a:spcAft>
                </a:pPr>
                <a:r>
                  <a:rPr lang="nb" sz="1050" b="0" i="0" kern="1200" dirty="0">
                    <a:solidFill>
                      <a:srgbClr val="070451"/>
                    </a:solidFill>
                    <a:latin typeface="+mj-lt"/>
                    <a:ea typeface="+mn-ea"/>
                    <a:cs typeface="TelenorEvolutionPPT-Light" panose="020B0604020202020204" charset="0"/>
                  </a:rPr>
                  <a:t>Støttende farger</a:t>
                </a:r>
              </a:p>
            </p:txBody>
          </p:sp>
        </p:grpSp>
        <p:grpSp>
          <p:nvGrpSpPr>
            <p:cNvPr id="20" name="Group 8">
              <a:extLst>
                <a:ext uri="{FF2B5EF4-FFF2-40B4-BE49-F238E27FC236}">
                  <a16:creationId xmlns:a16="http://schemas.microsoft.com/office/drawing/2014/main" id="{4ED02AC7-42EF-175F-1BB0-B548A33B1764}"/>
                </a:ext>
              </a:extLst>
            </p:cNvPr>
            <p:cNvGrpSpPr/>
            <p:nvPr userDrawn="1"/>
          </p:nvGrpSpPr>
          <p:grpSpPr>
            <a:xfrm>
              <a:off x="12627096" y="3399204"/>
              <a:ext cx="2139213" cy="568472"/>
              <a:chOff x="12627096" y="3601112"/>
              <a:chExt cx="2139213" cy="568472"/>
            </a:xfrm>
          </p:grpSpPr>
          <p:grpSp>
            <p:nvGrpSpPr>
              <p:cNvPr id="29" name="Group 14">
                <a:extLst>
                  <a:ext uri="{FF2B5EF4-FFF2-40B4-BE49-F238E27FC236}">
                    <a16:creationId xmlns:a16="http://schemas.microsoft.com/office/drawing/2014/main" id="{8C61E1D3-9DA9-A5BE-55BF-AB1C9B3E12EE}"/>
                  </a:ext>
                </a:extLst>
              </p:cNvPr>
              <p:cNvGrpSpPr/>
              <p:nvPr/>
            </p:nvGrpSpPr>
            <p:grpSpPr>
              <a:xfrm>
                <a:off x="12627097" y="3809584"/>
                <a:ext cx="2139212" cy="360000"/>
                <a:chOff x="12627097" y="3996340"/>
                <a:chExt cx="2139212" cy="360000"/>
              </a:xfrm>
            </p:grpSpPr>
            <p:sp>
              <p:nvSpPr>
                <p:cNvPr id="31" name="Ellipse 74">
                  <a:extLst>
                    <a:ext uri="{FF2B5EF4-FFF2-40B4-BE49-F238E27FC236}">
                      <a16:creationId xmlns:a16="http://schemas.microsoft.com/office/drawing/2014/main" id="{2248B696-CDFF-D7C6-AC24-CC0B9B3A8185}"/>
                    </a:ext>
                  </a:extLst>
                </p:cNvPr>
                <p:cNvSpPr>
                  <a:spLocks noChangeAspect="1"/>
                </p:cNvSpPr>
                <p:nvPr/>
              </p:nvSpPr>
              <p:spPr>
                <a:xfrm>
                  <a:off x="12627097" y="3996340"/>
                  <a:ext cx="360000" cy="360000"/>
                </a:xfrm>
                <a:prstGeom prst="ellipse">
                  <a:avLst/>
                </a:prstGeom>
                <a:solidFill>
                  <a:srgbClr val="FFF5F9"/>
                </a:solidFill>
                <a:ln w="12700">
                  <a:solidFill>
                    <a:srgbClr val="FFB8D7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lIns="36000" tIns="36000" rIns="36000" bIns="36000" rtlCol="0" anchor="ctr"/>
                <a:lstStyle/>
                <a:p>
                  <a:pPr algn="ctr">
                    <a:lnSpc>
                      <a:spcPct val="90000"/>
                    </a:lnSpc>
                    <a:spcAft>
                      <a:spcPts val="1000"/>
                    </a:spcAft>
                  </a:pPr>
                  <a:endParaRPr lang="en-GB"/>
                </a:p>
              </p:txBody>
            </p:sp>
            <p:sp>
              <p:nvSpPr>
                <p:cNvPr id="32" name="Ellipse 75">
                  <a:extLst>
                    <a:ext uri="{FF2B5EF4-FFF2-40B4-BE49-F238E27FC236}">
                      <a16:creationId xmlns:a16="http://schemas.microsoft.com/office/drawing/2014/main" id="{19689632-940A-1FE0-0489-B113EBBF6E09}"/>
                    </a:ext>
                  </a:extLst>
                </p:cNvPr>
                <p:cNvSpPr>
                  <a:spLocks noChangeAspect="1"/>
                </p:cNvSpPr>
                <p:nvPr/>
              </p:nvSpPr>
              <p:spPr>
                <a:xfrm>
                  <a:off x="14406309" y="3996340"/>
                  <a:ext cx="360000" cy="360000"/>
                </a:xfrm>
                <a:prstGeom prst="ellipse">
                  <a:avLst/>
                </a:prstGeom>
                <a:solidFill>
                  <a:srgbClr val="F5FEF6"/>
                </a:solidFill>
                <a:ln w="12700">
                  <a:solidFill>
                    <a:srgbClr val="B1FBB9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lIns="36000" tIns="36000" rIns="36000" bIns="36000" rtlCol="0" anchor="ctr"/>
                <a:lstStyle/>
                <a:p>
                  <a:pPr algn="ctr">
                    <a:lnSpc>
                      <a:spcPct val="90000"/>
                    </a:lnSpc>
                    <a:spcAft>
                      <a:spcPts val="1000"/>
                    </a:spcAft>
                  </a:pPr>
                  <a:endParaRPr lang="en-GB"/>
                </a:p>
              </p:txBody>
            </p:sp>
            <p:sp>
              <p:nvSpPr>
                <p:cNvPr id="33" name="Ellipse 76">
                  <a:extLst>
                    <a:ext uri="{FF2B5EF4-FFF2-40B4-BE49-F238E27FC236}">
                      <a16:creationId xmlns:a16="http://schemas.microsoft.com/office/drawing/2014/main" id="{603FD40E-D8FE-46AA-4A8D-BF5116103C3A}"/>
                    </a:ext>
                  </a:extLst>
                </p:cNvPr>
                <p:cNvSpPr>
                  <a:spLocks noChangeAspect="1"/>
                </p:cNvSpPr>
                <p:nvPr/>
              </p:nvSpPr>
              <p:spPr>
                <a:xfrm>
                  <a:off x="13516703" y="3996340"/>
                  <a:ext cx="360000" cy="360000"/>
                </a:xfrm>
                <a:prstGeom prst="ellipse">
                  <a:avLst/>
                </a:prstGeom>
                <a:solidFill>
                  <a:srgbClr val="FFF9F5"/>
                </a:solidFill>
                <a:ln w="12700">
                  <a:solidFill>
                    <a:srgbClr val="FFCFAD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lIns="36000" tIns="36000" rIns="36000" bIns="36000" rtlCol="0" anchor="ctr"/>
                <a:lstStyle/>
                <a:p>
                  <a:pPr algn="ctr">
                    <a:lnSpc>
                      <a:spcPct val="90000"/>
                    </a:lnSpc>
                    <a:spcAft>
                      <a:spcPts val="1000"/>
                    </a:spcAft>
                  </a:pPr>
                  <a:endParaRPr lang="en-GB"/>
                </a:p>
              </p:txBody>
            </p:sp>
            <p:sp>
              <p:nvSpPr>
                <p:cNvPr id="34" name="Ellipse 77">
                  <a:extLst>
                    <a:ext uri="{FF2B5EF4-FFF2-40B4-BE49-F238E27FC236}">
                      <a16:creationId xmlns:a16="http://schemas.microsoft.com/office/drawing/2014/main" id="{E59041D8-73F0-51F4-5FD7-B65E27E635BD}"/>
                    </a:ext>
                  </a:extLst>
                </p:cNvPr>
                <p:cNvSpPr>
                  <a:spLocks noChangeAspect="1"/>
                </p:cNvSpPr>
                <p:nvPr/>
              </p:nvSpPr>
              <p:spPr>
                <a:xfrm>
                  <a:off x="13961506" y="3996340"/>
                  <a:ext cx="360000" cy="360000"/>
                </a:xfrm>
                <a:prstGeom prst="ellipse">
                  <a:avLst/>
                </a:prstGeom>
                <a:solidFill>
                  <a:srgbClr val="FFFDEB"/>
                </a:solidFill>
                <a:ln w="12700">
                  <a:solidFill>
                    <a:srgbClr val="FEF7B9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lIns="36000" tIns="36000" rIns="36000" bIns="36000" rtlCol="0" anchor="ctr"/>
                <a:lstStyle/>
                <a:p>
                  <a:pPr algn="ctr">
                    <a:lnSpc>
                      <a:spcPct val="90000"/>
                    </a:lnSpc>
                    <a:spcAft>
                      <a:spcPts val="1000"/>
                    </a:spcAft>
                  </a:pPr>
                  <a:endParaRPr lang="en-GB"/>
                </a:p>
              </p:txBody>
            </p:sp>
            <p:sp>
              <p:nvSpPr>
                <p:cNvPr id="35" name="Ellipse 78">
                  <a:extLst>
                    <a:ext uri="{FF2B5EF4-FFF2-40B4-BE49-F238E27FC236}">
                      <a16:creationId xmlns:a16="http://schemas.microsoft.com/office/drawing/2014/main" id="{16798283-4666-6C92-5F88-CDBBB58D30C6}"/>
                    </a:ext>
                  </a:extLst>
                </p:cNvPr>
                <p:cNvSpPr>
                  <a:spLocks noChangeAspect="1"/>
                </p:cNvSpPr>
                <p:nvPr/>
              </p:nvSpPr>
              <p:spPr>
                <a:xfrm>
                  <a:off x="13071900" y="3996340"/>
                  <a:ext cx="360000" cy="360000"/>
                </a:xfrm>
                <a:prstGeom prst="ellipse">
                  <a:avLst/>
                </a:prstGeom>
                <a:solidFill>
                  <a:srgbClr val="FFF5F5"/>
                </a:solidFill>
                <a:ln w="12700">
                  <a:solidFill>
                    <a:srgbClr val="FFADAD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lIns="36000" tIns="36000" rIns="36000" bIns="36000" rtlCol="0" anchor="ctr"/>
                <a:lstStyle/>
                <a:p>
                  <a:pPr algn="ctr">
                    <a:lnSpc>
                      <a:spcPct val="90000"/>
                    </a:lnSpc>
                    <a:spcAft>
                      <a:spcPts val="1000"/>
                    </a:spcAft>
                  </a:pPr>
                  <a:endParaRPr lang="en-GB"/>
                </a:p>
              </p:txBody>
            </p:sp>
          </p:grpSp>
          <p:sp>
            <p:nvSpPr>
              <p:cNvPr id="30" name="TextBox 13">
                <a:extLst>
                  <a:ext uri="{FF2B5EF4-FFF2-40B4-BE49-F238E27FC236}">
                    <a16:creationId xmlns:a16="http://schemas.microsoft.com/office/drawing/2014/main" id="{7E761EED-D13B-925B-CE65-AF443CC52C6E}"/>
                  </a:ext>
                </a:extLst>
              </p:cNvPr>
              <p:cNvSpPr txBox="1"/>
              <p:nvPr/>
            </p:nvSpPr>
            <p:spPr>
              <a:xfrm>
                <a:off x="12627096" y="3601112"/>
                <a:ext cx="788677" cy="123111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 marL="0" marR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</a:pPr>
                <a:r>
                  <a:rPr kumimoji="0" lang="nb" sz="800" b="0" i="0" u="none" strike="noStrike" kern="1200" cap="none" spc="0" normalizeH="0" baseline="0" dirty="0">
                    <a:ln>
                      <a:noFill/>
                    </a:ln>
                    <a:solidFill>
                      <a:srgbClr val="070451"/>
                    </a:solidFill>
                    <a:effectLst/>
                    <a:uLnTx/>
                    <a:uFillTx/>
                    <a:latin typeface="+mn-lt"/>
                    <a:ea typeface="+mn-ea"/>
                    <a:cs typeface="TelenorEvolutionPPT-Light" panose="020B0604020202020204" charset="0"/>
                  </a:rPr>
                  <a:t>Bakgrunnsfarger</a:t>
                </a:r>
                <a:endParaRPr kumimoji="0" lang="nb-NO" sz="800" b="0" i="0" u="none" strike="noStrike" kern="1200" cap="none" spc="0" normalizeH="0" baseline="0" noProof="0" dirty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TelenorEvolutionPPT-Light" panose="020B0604020202020204" charset="0"/>
                  <a:ea typeface="+mn-ea"/>
                  <a:cs typeface="TelenorEvolutionPPT-Light" panose="020B0604020202020204" charset="0"/>
                </a:endParaRPr>
              </a:p>
            </p:txBody>
          </p:sp>
        </p:grpSp>
        <p:grpSp>
          <p:nvGrpSpPr>
            <p:cNvPr id="21" name="Group 7">
              <a:extLst>
                <a:ext uri="{FF2B5EF4-FFF2-40B4-BE49-F238E27FC236}">
                  <a16:creationId xmlns:a16="http://schemas.microsoft.com/office/drawing/2014/main" id="{A5AC3876-640C-7C2A-7754-DE08E6C719B4}"/>
                </a:ext>
              </a:extLst>
            </p:cNvPr>
            <p:cNvGrpSpPr/>
            <p:nvPr userDrawn="1"/>
          </p:nvGrpSpPr>
          <p:grpSpPr>
            <a:xfrm>
              <a:off x="12627096" y="2687503"/>
              <a:ext cx="2139213" cy="568472"/>
              <a:chOff x="12627096" y="2816351"/>
              <a:chExt cx="2139213" cy="568472"/>
            </a:xfrm>
          </p:grpSpPr>
          <p:grpSp>
            <p:nvGrpSpPr>
              <p:cNvPr id="22" name="Group 19">
                <a:extLst>
                  <a:ext uri="{FF2B5EF4-FFF2-40B4-BE49-F238E27FC236}">
                    <a16:creationId xmlns:a16="http://schemas.microsoft.com/office/drawing/2014/main" id="{93574B12-CF31-E790-3BAD-E44F553E74FC}"/>
                  </a:ext>
                </a:extLst>
              </p:cNvPr>
              <p:cNvGrpSpPr/>
              <p:nvPr/>
            </p:nvGrpSpPr>
            <p:grpSpPr>
              <a:xfrm>
                <a:off x="12627097" y="3024823"/>
                <a:ext cx="2139212" cy="360000"/>
                <a:chOff x="12627097" y="3302521"/>
                <a:chExt cx="2139212" cy="360000"/>
              </a:xfrm>
            </p:grpSpPr>
            <p:sp>
              <p:nvSpPr>
                <p:cNvPr id="24" name="Ellipse 56">
                  <a:extLst>
                    <a:ext uri="{FF2B5EF4-FFF2-40B4-BE49-F238E27FC236}">
                      <a16:creationId xmlns:a16="http://schemas.microsoft.com/office/drawing/2014/main" id="{0A74A497-B514-2740-B3CB-18363A644F8E}"/>
                    </a:ext>
                  </a:extLst>
                </p:cNvPr>
                <p:cNvSpPr>
                  <a:spLocks noChangeAspect="1"/>
                </p:cNvSpPr>
                <p:nvPr/>
              </p:nvSpPr>
              <p:spPr>
                <a:xfrm>
                  <a:off x="12627097" y="3302521"/>
                  <a:ext cx="360000" cy="360000"/>
                </a:xfrm>
                <a:prstGeom prst="ellipse">
                  <a:avLst/>
                </a:prstGeom>
                <a:solidFill>
                  <a:srgbClr val="FFB8D7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lIns="36000" tIns="36000" rIns="36000" bIns="36000" rtlCol="0" anchor="ctr"/>
                <a:lstStyle/>
                <a:p>
                  <a:pPr algn="ctr">
                    <a:lnSpc>
                      <a:spcPct val="90000"/>
                    </a:lnSpc>
                    <a:spcAft>
                      <a:spcPts val="1000"/>
                    </a:spcAft>
                  </a:pPr>
                  <a:endParaRPr lang="en-GB"/>
                </a:p>
              </p:txBody>
            </p:sp>
            <p:sp>
              <p:nvSpPr>
                <p:cNvPr id="25" name="Ellipse 57">
                  <a:extLst>
                    <a:ext uri="{FF2B5EF4-FFF2-40B4-BE49-F238E27FC236}">
                      <a16:creationId xmlns:a16="http://schemas.microsoft.com/office/drawing/2014/main" id="{C18EF6C0-FBF7-AB85-8743-FAA7683A69B9}"/>
                    </a:ext>
                  </a:extLst>
                </p:cNvPr>
                <p:cNvSpPr>
                  <a:spLocks noChangeAspect="1"/>
                </p:cNvSpPr>
                <p:nvPr/>
              </p:nvSpPr>
              <p:spPr>
                <a:xfrm>
                  <a:off x="14406309" y="3302521"/>
                  <a:ext cx="360000" cy="360000"/>
                </a:xfrm>
                <a:prstGeom prst="ellipse">
                  <a:avLst/>
                </a:prstGeom>
                <a:solidFill>
                  <a:srgbClr val="B1FBB9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lIns="36000" tIns="36000" rIns="36000" bIns="36000" rtlCol="0" anchor="ctr"/>
                <a:lstStyle/>
                <a:p>
                  <a:pPr algn="ctr">
                    <a:lnSpc>
                      <a:spcPct val="90000"/>
                    </a:lnSpc>
                    <a:spcAft>
                      <a:spcPts val="1000"/>
                    </a:spcAft>
                  </a:pPr>
                  <a:endParaRPr lang="en-GB"/>
                </a:p>
              </p:txBody>
            </p:sp>
            <p:sp>
              <p:nvSpPr>
                <p:cNvPr id="26" name="Ellipse 58">
                  <a:extLst>
                    <a:ext uri="{FF2B5EF4-FFF2-40B4-BE49-F238E27FC236}">
                      <a16:creationId xmlns:a16="http://schemas.microsoft.com/office/drawing/2014/main" id="{07711566-18A3-75C3-B81E-28EC7C0A31A0}"/>
                    </a:ext>
                  </a:extLst>
                </p:cNvPr>
                <p:cNvSpPr>
                  <a:spLocks noChangeAspect="1"/>
                </p:cNvSpPr>
                <p:nvPr/>
              </p:nvSpPr>
              <p:spPr>
                <a:xfrm>
                  <a:off x="13516703" y="3302521"/>
                  <a:ext cx="360000" cy="360000"/>
                </a:xfrm>
                <a:prstGeom prst="ellipse">
                  <a:avLst/>
                </a:prstGeom>
                <a:solidFill>
                  <a:srgbClr val="FFCFAD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lIns="36000" tIns="36000" rIns="36000" bIns="36000" rtlCol="0" anchor="ctr"/>
                <a:lstStyle/>
                <a:p>
                  <a:pPr algn="ctr">
                    <a:lnSpc>
                      <a:spcPct val="90000"/>
                    </a:lnSpc>
                    <a:spcAft>
                      <a:spcPts val="1000"/>
                    </a:spcAft>
                  </a:pPr>
                  <a:endParaRPr lang="en-GB"/>
                </a:p>
              </p:txBody>
            </p:sp>
            <p:sp>
              <p:nvSpPr>
                <p:cNvPr id="27" name="Ellipse 59">
                  <a:extLst>
                    <a:ext uri="{FF2B5EF4-FFF2-40B4-BE49-F238E27FC236}">
                      <a16:creationId xmlns:a16="http://schemas.microsoft.com/office/drawing/2014/main" id="{CDCB6CAA-B918-46D6-9D2B-890F64709A00}"/>
                    </a:ext>
                  </a:extLst>
                </p:cNvPr>
                <p:cNvSpPr>
                  <a:spLocks noChangeAspect="1"/>
                </p:cNvSpPr>
                <p:nvPr/>
              </p:nvSpPr>
              <p:spPr>
                <a:xfrm>
                  <a:off x="13961506" y="3302521"/>
                  <a:ext cx="360000" cy="360000"/>
                </a:xfrm>
                <a:prstGeom prst="ellipse">
                  <a:avLst/>
                </a:prstGeom>
                <a:solidFill>
                  <a:srgbClr val="FEF7B9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lIns="36000" tIns="36000" rIns="36000" bIns="36000" rtlCol="0" anchor="ctr"/>
                <a:lstStyle/>
                <a:p>
                  <a:pPr algn="ctr">
                    <a:lnSpc>
                      <a:spcPct val="90000"/>
                    </a:lnSpc>
                    <a:spcAft>
                      <a:spcPts val="1000"/>
                    </a:spcAft>
                  </a:pPr>
                  <a:endParaRPr lang="en-GB"/>
                </a:p>
              </p:txBody>
            </p:sp>
            <p:sp>
              <p:nvSpPr>
                <p:cNvPr id="28" name="Ellipse 60">
                  <a:extLst>
                    <a:ext uri="{FF2B5EF4-FFF2-40B4-BE49-F238E27FC236}">
                      <a16:creationId xmlns:a16="http://schemas.microsoft.com/office/drawing/2014/main" id="{388B21CA-FB39-78AD-6D8E-3520AD485CEF}"/>
                    </a:ext>
                  </a:extLst>
                </p:cNvPr>
                <p:cNvSpPr>
                  <a:spLocks noChangeAspect="1"/>
                </p:cNvSpPr>
                <p:nvPr/>
              </p:nvSpPr>
              <p:spPr>
                <a:xfrm>
                  <a:off x="13071900" y="3302521"/>
                  <a:ext cx="360000" cy="360000"/>
                </a:xfrm>
                <a:prstGeom prst="ellipse">
                  <a:avLst/>
                </a:prstGeom>
                <a:solidFill>
                  <a:srgbClr val="FFADAD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lIns="36000" tIns="36000" rIns="36000" bIns="36000" rtlCol="0" anchor="ctr"/>
                <a:lstStyle/>
                <a:p>
                  <a:pPr algn="ctr">
                    <a:lnSpc>
                      <a:spcPct val="90000"/>
                    </a:lnSpc>
                    <a:spcAft>
                      <a:spcPts val="1000"/>
                    </a:spcAft>
                  </a:pPr>
                  <a:endParaRPr lang="en-GB"/>
                </a:p>
              </p:txBody>
            </p:sp>
          </p:grpSp>
          <p:sp>
            <p:nvSpPr>
              <p:cNvPr id="23" name="TextBox 15">
                <a:extLst>
                  <a:ext uri="{FF2B5EF4-FFF2-40B4-BE49-F238E27FC236}">
                    <a16:creationId xmlns:a16="http://schemas.microsoft.com/office/drawing/2014/main" id="{47E0C22B-0A3B-73DA-6AC8-FD86368B5440}"/>
                  </a:ext>
                </a:extLst>
              </p:cNvPr>
              <p:cNvSpPr txBox="1"/>
              <p:nvPr/>
            </p:nvSpPr>
            <p:spPr>
              <a:xfrm>
                <a:off x="12627096" y="2816351"/>
                <a:ext cx="549831" cy="123111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 marL="0" marR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</a:pPr>
                <a:r>
                  <a:rPr kumimoji="0" lang="nb" sz="800" b="0" i="0" u="none" strike="noStrike" kern="1200" cap="none" spc="0" normalizeH="0" baseline="0" dirty="0">
                    <a:ln>
                      <a:noFill/>
                    </a:ln>
                    <a:solidFill>
                      <a:srgbClr val="070451"/>
                    </a:solidFill>
                    <a:effectLst/>
                    <a:uLnTx/>
                    <a:uFillTx/>
                    <a:latin typeface="+mn-lt"/>
                    <a:ea typeface="+mn-ea"/>
                    <a:cs typeface="TelenorEvolutionPPT-Light" panose="020B0604020202020204" charset="0"/>
                  </a:rPr>
                  <a:t>Tekstfarger</a:t>
                </a:r>
                <a:endParaRPr kumimoji="0" lang="nb-NO" sz="800" b="0" i="0" u="none" strike="noStrike" kern="1200" cap="none" spc="0" normalizeH="0" baseline="0" noProof="0" dirty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TelenorEvolutionPPT-Light" panose="020B0604020202020204" charset="0"/>
                  <a:ea typeface="+mn-ea"/>
                  <a:cs typeface="TelenorEvolutionPPT-Light" panose="020B0604020202020204" charset="0"/>
                </a:endParaRPr>
              </a:p>
            </p:txBody>
          </p:sp>
        </p:grpSp>
      </p:grpSp>
      <p:sp>
        <p:nvSpPr>
          <p:cNvPr id="38" name="TekstSylinder 50">
            <a:extLst>
              <a:ext uri="{FF2B5EF4-FFF2-40B4-BE49-F238E27FC236}">
                <a16:creationId xmlns:a16="http://schemas.microsoft.com/office/drawing/2014/main" id="{062F6A8E-A2BA-E00B-EE6B-C897DA3B672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/>
          <p:nvPr userDrawn="1"/>
        </p:nvSpPr>
        <p:spPr>
          <a:xfrm>
            <a:off x="12627096" y="4105715"/>
            <a:ext cx="2178795" cy="2032530"/>
          </a:xfrm>
          <a:prstGeom prst="rect">
            <a:avLst/>
          </a:prstGeom>
          <a:noFill/>
        </p:spPr>
        <p:txBody>
          <a:bodyPr wrap="square" lIns="0" tIns="108000" rIns="0" bIns="0" rtlCol="0">
            <a:spAutoFit/>
          </a:bodyPr>
          <a:lstStyle>
            <a:defPPr>
              <a:defRPr lang="en-NO"/>
            </a:defPPr>
            <a:lvl1pPr>
              <a:spcAft>
                <a:spcPts val="600"/>
              </a:spcAft>
              <a:defRPr b="0" i="0">
                <a:cs typeface="Arial" panose="020B0604020202020204" pitchFamily="34" charset="0"/>
              </a:defRPr>
            </a:lvl1pPr>
          </a:lstStyle>
          <a:p>
            <a:pPr lvl="0"/>
            <a:r>
              <a:rPr lang="nb" sz="1200" b="0" i="0" noProof="1">
                <a:solidFill>
                  <a:srgbClr val="070451"/>
                </a:solidFill>
                <a:latin typeface="+mj-lt"/>
                <a:cs typeface="TelenorEvolutionPPT-Light" panose="020B0604020202020204" charset="0"/>
              </a:rPr>
              <a:t>Endre farger</a:t>
            </a:r>
          </a:p>
          <a:p>
            <a:pPr lvl="0">
              <a:lnSpc>
                <a:spcPct val="120000"/>
              </a:lnSpc>
            </a:pPr>
            <a:r>
              <a:rPr lang="nb" sz="800" b="0" i="0" noProof="1">
                <a:solidFill>
                  <a:srgbClr val="070451"/>
                </a:solidFill>
                <a:latin typeface="+mj-lt"/>
                <a:cs typeface="TelenorEvolutionPPT-Light" panose="020B0604020202020204" charset="0"/>
              </a:rPr>
              <a:t>Gjør følgende for å endre bakgrunnsfarge:</a:t>
            </a:r>
          </a:p>
          <a:p>
            <a:pPr lvl="0">
              <a:lnSpc>
                <a:spcPct val="110000"/>
              </a:lnSpc>
            </a:pPr>
            <a:r>
              <a:rPr lang="nb" sz="800" b="0" i="0" noProof="1">
                <a:solidFill>
                  <a:srgbClr val="070451"/>
                </a:solidFill>
                <a:cs typeface="TelenorEvolutionPPT-Light" panose="020B0604020202020204" charset="0"/>
              </a:rPr>
              <a:t>Høyreklikk på lysbildet ditt, velg "formater bakgrunn" for å åpne "formatruten".</a:t>
            </a:r>
          </a:p>
          <a:p>
            <a:pPr lvl="0">
              <a:lnSpc>
                <a:spcPct val="110000"/>
              </a:lnSpc>
            </a:pPr>
            <a:r>
              <a:rPr lang="nb" sz="800" b="0" i="0" noProof="1">
                <a:solidFill>
                  <a:srgbClr val="070451"/>
                </a:solidFill>
                <a:cs typeface="TelenorEvolutionPPT-Light" panose="020B0604020202020204" charset="0"/>
              </a:rPr>
              <a:t>I formatruten velger du «Heldekkende fyll» og endrer «fyllfarge». </a:t>
            </a:r>
          </a:p>
          <a:p>
            <a:pPr lvl="0">
              <a:lnSpc>
                <a:spcPct val="110000"/>
              </a:lnSpc>
            </a:pPr>
            <a:r>
              <a:rPr lang="nb" sz="800" b="0" i="0" noProof="1">
                <a:solidFill>
                  <a:srgbClr val="070451"/>
                </a:solidFill>
                <a:cs typeface="TelenorEvolutionPPT-Light" panose="020B0604020202020204" charset="0"/>
              </a:rPr>
              <a:t>Bruk en av temafargene </a:t>
            </a:r>
            <a:r>
              <a:rPr lang="nb" sz="800" b="0" i="0" noProof="1">
                <a:solidFill>
                  <a:srgbClr val="070451"/>
                </a:solidFill>
                <a:latin typeface="+mj-lt"/>
                <a:cs typeface="TelenorEvolutionPPT-Light" panose="020B0604020202020204" charset="0"/>
              </a:rPr>
              <a:t>eller</a:t>
            </a:r>
            <a:r>
              <a:rPr lang="nb" sz="800" b="0" i="0" noProof="1">
                <a:solidFill>
                  <a:srgbClr val="070451"/>
                </a:solidFill>
                <a:cs typeface="TelenorEvolutionPPT-Light" panose="020B0604020202020204" charset="0"/>
              </a:rPr>
              <a:t> velg "flere farger" og bruk pipetten til å øyedroppe en av </a:t>
            </a:r>
            <a:r>
              <a:rPr lang="nb" sz="800" b="0" i="0" noProof="1">
                <a:solidFill>
                  <a:srgbClr val="070451"/>
                </a:solidFill>
                <a:latin typeface="+mj-lt"/>
                <a:cs typeface="TelenorEvolutionPPT-Light" panose="020B0604020202020204" charset="0"/>
              </a:rPr>
              <a:t>bakgrunnsfargene</a:t>
            </a:r>
            <a:r>
              <a:rPr lang="nb" sz="800" b="0" i="0" noProof="1">
                <a:solidFill>
                  <a:srgbClr val="070451"/>
                </a:solidFill>
                <a:cs typeface="TelenorEvolutionPPT-Light" panose="020B0604020202020204" charset="0"/>
              </a:rPr>
              <a:t>  fra dette panelet.</a:t>
            </a:r>
          </a:p>
          <a:p>
            <a:pPr lvl="0">
              <a:lnSpc>
                <a:spcPct val="110000"/>
              </a:lnSpc>
            </a:pPr>
            <a:r>
              <a:rPr lang="nb" sz="800" b="0" i="0" noProof="1">
                <a:solidFill>
                  <a:srgbClr val="070451"/>
                </a:solidFill>
                <a:cs typeface="TelenorEvolutionPPT-Light" panose="020B0604020202020204" charset="0"/>
              </a:rPr>
              <a:t>Sørg alltid for tilstrekkelig kontrast mellom bakgrunn, tekst og logo.</a:t>
            </a:r>
            <a:endParaRPr lang="en-GB" sz="1100" b="0" i="0" noProof="1">
              <a:solidFill>
                <a:srgbClr val="070451"/>
              </a:solidFill>
              <a:cs typeface="TelenorEvolutionPPT-Light" panose="020B060402020202020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533286753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:adec="http://schemas.microsoft.com/office/drawing/2017/decorative" xmlns:a16="http://schemas.microsoft.com/office/drawing/2014/main" xmlns="">
      <p:transition spd="med">
        <p:fade/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43CD5C1-50FD-5C84-4C13-D3C6827A3928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540070" y="540001"/>
            <a:ext cx="11111046" cy="2900361"/>
          </a:xfrm>
        </p:spPr>
        <p:txBody>
          <a:bodyPr anchor="t" anchorCtr="0"/>
          <a:lstStyle>
            <a:lvl1pPr algn="l">
              <a:lnSpc>
                <a:spcPct val="80000"/>
              </a:lnSpc>
              <a:defRPr sz="8000" b="1" i="1">
                <a:solidFill>
                  <a:schemeClr val="accent3"/>
                </a:solidFill>
                <a:latin typeface="+mj-lt"/>
              </a:defRPr>
            </a:lvl1pPr>
          </a:lstStyle>
          <a:p>
            <a:r>
              <a:rPr lang="nb" dirty="0"/>
              <a:t>Klikk for å redigere</a:t>
            </a:r>
            <a:endParaRPr lang="nb-NO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33FB782-23B5-EA5B-5A17-97533B40A82E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540071" y="3430800"/>
            <a:ext cx="9453205" cy="1828800"/>
          </a:xfrm>
        </p:spPr>
        <p:txBody>
          <a:bodyPr/>
          <a:lstStyle>
            <a:lvl1pPr marL="0" indent="0" algn="l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tx1"/>
                </a:solidFill>
              </a:defRPr>
            </a:lvl1pPr>
            <a:lvl2pPr marL="457154" indent="0" algn="ctr">
              <a:buNone/>
              <a:defRPr sz="2000"/>
            </a:lvl2pPr>
            <a:lvl3pPr marL="914309" indent="0" algn="ctr">
              <a:buNone/>
              <a:defRPr sz="1800"/>
            </a:lvl3pPr>
            <a:lvl4pPr marL="1371463" indent="0" algn="ctr">
              <a:buNone/>
              <a:defRPr sz="1600"/>
            </a:lvl4pPr>
            <a:lvl5pPr marL="1828617" indent="0" algn="ctr">
              <a:buNone/>
              <a:defRPr sz="1600"/>
            </a:lvl5pPr>
            <a:lvl6pPr marL="2285771" indent="0" algn="ctr">
              <a:buNone/>
              <a:defRPr sz="1600"/>
            </a:lvl6pPr>
            <a:lvl7pPr marL="2742926" indent="0" algn="ctr">
              <a:buNone/>
              <a:defRPr sz="1600"/>
            </a:lvl7pPr>
            <a:lvl8pPr marL="3200080" indent="0" algn="ctr">
              <a:buNone/>
              <a:defRPr sz="1600"/>
            </a:lvl8pPr>
            <a:lvl9pPr marL="3657234" indent="0" algn="ctr">
              <a:buNone/>
              <a:defRPr sz="1600"/>
            </a:lvl9pPr>
          </a:lstStyle>
          <a:p>
            <a:r>
              <a:rPr lang="nb"/>
              <a:t>Undertittel, navn, dato</a:t>
            </a:r>
            <a:endParaRPr lang="nb-NO"/>
          </a:p>
        </p:txBody>
      </p:sp>
      <p:sp>
        <p:nvSpPr>
          <p:cNvPr id="10" name="Graphic 8">
            <a:extLst>
              <a:ext uri="{FF2B5EF4-FFF2-40B4-BE49-F238E27FC236}">
                <a16:creationId xmlns:a16="http://schemas.microsoft.com/office/drawing/2014/main" id="{E14C306B-B2D9-0FE6-7C7C-4362733BE422}"/>
              </a:ext>
            </a:extLst>
          </p:cNvPr>
          <p:cNvSpPr>
            <a:spLocks noChangeAspect="1"/>
          </p:cNvSpPr>
          <p:nvPr/>
        </p:nvSpPr>
        <p:spPr>
          <a:xfrm>
            <a:off x="10794689" y="5626571"/>
            <a:ext cx="866855" cy="792000"/>
          </a:xfrm>
          <a:custGeom>
            <a:avLst/>
            <a:gdLst>
              <a:gd name="connsiteX0" fmla="*/ 154264 w 305194"/>
              <a:gd name="connsiteY0" fmla="*/ 85261 h 278876"/>
              <a:gd name="connsiteX1" fmla="*/ 160092 w 305194"/>
              <a:gd name="connsiteY1" fmla="*/ 80929 h 278876"/>
              <a:gd name="connsiteX2" fmla="*/ 168583 w 305194"/>
              <a:gd name="connsiteY2" fmla="*/ 53314 h 278876"/>
              <a:gd name="connsiteX3" fmla="*/ 196130 w 305194"/>
              <a:gd name="connsiteY3" fmla="*/ 20263 h 278876"/>
              <a:gd name="connsiteX4" fmla="*/ 238040 w 305194"/>
              <a:gd name="connsiteY4" fmla="*/ 2372 h 278876"/>
              <a:gd name="connsiteX5" fmla="*/ 268599 w 305194"/>
              <a:gd name="connsiteY5" fmla="*/ 358 h 278876"/>
              <a:gd name="connsiteX6" fmla="*/ 302258 w 305194"/>
              <a:gd name="connsiteY6" fmla="*/ 13938 h 278876"/>
              <a:gd name="connsiteX7" fmla="*/ 305183 w 305194"/>
              <a:gd name="connsiteY7" fmla="*/ 21649 h 278876"/>
              <a:gd name="connsiteX8" fmla="*/ 299006 w 305194"/>
              <a:gd name="connsiteY8" fmla="*/ 33648 h 278876"/>
              <a:gd name="connsiteX9" fmla="*/ 270498 w 305194"/>
              <a:gd name="connsiteY9" fmla="*/ 47596 h 278876"/>
              <a:gd name="connsiteX10" fmla="*/ 217391 w 305194"/>
              <a:gd name="connsiteY10" fmla="*/ 61696 h 278876"/>
              <a:gd name="connsiteX11" fmla="*/ 184168 w 305194"/>
              <a:gd name="connsiteY11" fmla="*/ 71161 h 278876"/>
              <a:gd name="connsiteX12" fmla="*/ 175437 w 305194"/>
              <a:gd name="connsiteY12" fmla="*/ 92040 h 278876"/>
              <a:gd name="connsiteX13" fmla="*/ 200430 w 305194"/>
              <a:gd name="connsiteY13" fmla="*/ 108284 h 278876"/>
              <a:gd name="connsiteX14" fmla="*/ 233740 w 305194"/>
              <a:gd name="connsiteY14" fmla="*/ 140773 h 278876"/>
              <a:gd name="connsiteX15" fmla="*/ 272681 w 305194"/>
              <a:gd name="connsiteY15" fmla="*/ 210471 h 278876"/>
              <a:gd name="connsiteX16" fmla="*/ 258668 w 305194"/>
              <a:gd name="connsiteY16" fmla="*/ 276358 h 278876"/>
              <a:gd name="connsiteX17" fmla="*/ 204250 w 305194"/>
              <a:gd name="connsiteY17" fmla="*/ 256865 h 278876"/>
              <a:gd name="connsiteX18" fmla="*/ 169325 w 305194"/>
              <a:gd name="connsiteY18" fmla="*/ 196220 h 278876"/>
              <a:gd name="connsiteX19" fmla="*/ 157494 w 305194"/>
              <a:gd name="connsiteY19" fmla="*/ 120002 h 278876"/>
              <a:gd name="connsiteX20" fmla="*/ 157647 w 305194"/>
              <a:gd name="connsiteY20" fmla="*/ 107310 h 278876"/>
              <a:gd name="connsiteX21" fmla="*/ 131584 w 305194"/>
              <a:gd name="connsiteY21" fmla="*/ 107483 h 278876"/>
              <a:gd name="connsiteX22" fmla="*/ 91442 w 305194"/>
              <a:gd name="connsiteY22" fmla="*/ 146209 h 278876"/>
              <a:gd name="connsiteX23" fmla="*/ 76468 w 305194"/>
              <a:gd name="connsiteY23" fmla="*/ 164663 h 278876"/>
              <a:gd name="connsiteX24" fmla="*/ 53199 w 305194"/>
              <a:gd name="connsiteY24" fmla="*/ 189094 h 278876"/>
              <a:gd name="connsiteX25" fmla="*/ 10918 w 305194"/>
              <a:gd name="connsiteY25" fmla="*/ 191541 h 278876"/>
              <a:gd name="connsiteX26" fmla="*/ 4 w 305194"/>
              <a:gd name="connsiteY26" fmla="*/ 167370 h 278876"/>
              <a:gd name="connsiteX27" fmla="*/ 5025 w 305194"/>
              <a:gd name="connsiteY27" fmla="*/ 148375 h 278876"/>
              <a:gd name="connsiteX28" fmla="*/ 27464 w 305194"/>
              <a:gd name="connsiteY28" fmla="*/ 123814 h 278876"/>
              <a:gd name="connsiteX29" fmla="*/ 75813 w 305194"/>
              <a:gd name="connsiteY29" fmla="*/ 96459 h 278876"/>
              <a:gd name="connsiteX30" fmla="*/ 154264 w 305194"/>
              <a:gd name="connsiteY30" fmla="*/ 85261 h 27887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</a:cxnLst>
            <a:rect l="l" t="t" r="r" b="b"/>
            <a:pathLst>
              <a:path w="305194" h="278876">
                <a:moveTo>
                  <a:pt x="154264" y="85261"/>
                </a:moveTo>
                <a:cubicBezTo>
                  <a:pt x="158629" y="85932"/>
                  <a:pt x="159502" y="85044"/>
                  <a:pt x="160092" y="80929"/>
                </a:cubicBezTo>
                <a:cubicBezTo>
                  <a:pt x="161530" y="71358"/>
                  <a:pt x="164392" y="62052"/>
                  <a:pt x="168583" y="53314"/>
                </a:cubicBezTo>
                <a:cubicBezTo>
                  <a:pt x="174302" y="41662"/>
                  <a:pt x="183361" y="28861"/>
                  <a:pt x="196130" y="20263"/>
                </a:cubicBezTo>
                <a:cubicBezTo>
                  <a:pt x="208994" y="12017"/>
                  <a:pt x="223160" y="5970"/>
                  <a:pt x="238040" y="2372"/>
                </a:cubicBezTo>
                <a:cubicBezTo>
                  <a:pt x="248066" y="182"/>
                  <a:pt x="258369" y="-497"/>
                  <a:pt x="268599" y="358"/>
                </a:cubicBezTo>
                <a:cubicBezTo>
                  <a:pt x="286979" y="2004"/>
                  <a:pt x="297151" y="7202"/>
                  <a:pt x="302258" y="13938"/>
                </a:cubicBezTo>
                <a:cubicBezTo>
                  <a:pt x="303959" y="16177"/>
                  <a:pt x="304974" y="18853"/>
                  <a:pt x="305183" y="21649"/>
                </a:cubicBezTo>
                <a:cubicBezTo>
                  <a:pt x="305336" y="25006"/>
                  <a:pt x="303874" y="29359"/>
                  <a:pt x="299006" y="33648"/>
                </a:cubicBezTo>
                <a:cubicBezTo>
                  <a:pt x="294138" y="37936"/>
                  <a:pt x="284228" y="43026"/>
                  <a:pt x="270498" y="47596"/>
                </a:cubicBezTo>
                <a:cubicBezTo>
                  <a:pt x="256267" y="52296"/>
                  <a:pt x="236796" y="57278"/>
                  <a:pt x="217391" y="61696"/>
                </a:cubicBezTo>
                <a:cubicBezTo>
                  <a:pt x="206142" y="64214"/>
                  <a:pt x="195049" y="67374"/>
                  <a:pt x="184168" y="71161"/>
                </a:cubicBezTo>
                <a:cubicBezTo>
                  <a:pt x="171333" y="75493"/>
                  <a:pt x="167470" y="88163"/>
                  <a:pt x="175437" y="92040"/>
                </a:cubicBezTo>
                <a:cubicBezTo>
                  <a:pt x="184418" y="96399"/>
                  <a:pt x="192814" y="101857"/>
                  <a:pt x="200430" y="108284"/>
                </a:cubicBezTo>
                <a:cubicBezTo>
                  <a:pt x="212658" y="117917"/>
                  <a:pt x="223823" y="128807"/>
                  <a:pt x="233740" y="140773"/>
                </a:cubicBezTo>
                <a:cubicBezTo>
                  <a:pt x="245811" y="155414"/>
                  <a:pt x="265587" y="183354"/>
                  <a:pt x="272681" y="210471"/>
                </a:cubicBezTo>
                <a:cubicBezTo>
                  <a:pt x="280561" y="240252"/>
                  <a:pt x="275650" y="268474"/>
                  <a:pt x="258668" y="276358"/>
                </a:cubicBezTo>
                <a:cubicBezTo>
                  <a:pt x="242013" y="284111"/>
                  <a:pt x="219835" y="272935"/>
                  <a:pt x="204250" y="256865"/>
                </a:cubicBezTo>
                <a:cubicBezTo>
                  <a:pt x="189451" y="241703"/>
                  <a:pt x="179104" y="223748"/>
                  <a:pt x="169325" y="196220"/>
                </a:cubicBezTo>
                <a:cubicBezTo>
                  <a:pt x="160899" y="172395"/>
                  <a:pt x="157494" y="138022"/>
                  <a:pt x="157494" y="120002"/>
                </a:cubicBezTo>
                <a:cubicBezTo>
                  <a:pt x="157494" y="114002"/>
                  <a:pt x="157494" y="112724"/>
                  <a:pt x="157647" y="107310"/>
                </a:cubicBezTo>
                <a:cubicBezTo>
                  <a:pt x="158215" y="102588"/>
                  <a:pt x="145380" y="98646"/>
                  <a:pt x="131584" y="107483"/>
                </a:cubicBezTo>
                <a:cubicBezTo>
                  <a:pt x="115890" y="117511"/>
                  <a:pt x="100523" y="135640"/>
                  <a:pt x="91442" y="146209"/>
                </a:cubicBezTo>
                <a:cubicBezTo>
                  <a:pt x="87491" y="150822"/>
                  <a:pt x="82122" y="157580"/>
                  <a:pt x="76468" y="164663"/>
                </a:cubicBezTo>
                <a:cubicBezTo>
                  <a:pt x="68981" y="173976"/>
                  <a:pt x="60730" y="183679"/>
                  <a:pt x="53199" y="189094"/>
                </a:cubicBezTo>
                <a:cubicBezTo>
                  <a:pt x="41914" y="197086"/>
                  <a:pt x="23731" y="200551"/>
                  <a:pt x="10918" y="191541"/>
                </a:cubicBezTo>
                <a:cubicBezTo>
                  <a:pt x="3824" y="186516"/>
                  <a:pt x="4" y="177030"/>
                  <a:pt x="4" y="167370"/>
                </a:cubicBezTo>
                <a:cubicBezTo>
                  <a:pt x="-96" y="160703"/>
                  <a:pt x="1640" y="154135"/>
                  <a:pt x="5025" y="148375"/>
                </a:cubicBezTo>
                <a:cubicBezTo>
                  <a:pt x="9390" y="140946"/>
                  <a:pt x="16310" y="132954"/>
                  <a:pt x="27464" y="123814"/>
                </a:cubicBezTo>
                <a:cubicBezTo>
                  <a:pt x="42199" y="112477"/>
                  <a:pt x="58477" y="103268"/>
                  <a:pt x="75813" y="96459"/>
                </a:cubicBezTo>
                <a:cubicBezTo>
                  <a:pt x="103928" y="85218"/>
                  <a:pt x="134204" y="81687"/>
                  <a:pt x="154264" y="85261"/>
                </a:cubicBezTo>
                <a:close/>
              </a:path>
            </a:pathLst>
          </a:custGeom>
          <a:solidFill>
            <a:srgbClr val="00C8FF"/>
          </a:solidFill>
          <a:ln w="2177" cap="flat">
            <a:noFill/>
            <a:prstDash val="solid"/>
            <a:miter/>
          </a:ln>
        </p:spPr>
        <p:txBody>
          <a:bodyPr rtlCol="0" anchor="ctr"/>
          <a:lstStyle/>
          <a:p>
            <a:endParaRPr lang="en-US" sz="1800" noProof="0"/>
          </a:p>
        </p:txBody>
      </p:sp>
      <p:sp>
        <p:nvSpPr>
          <p:cNvPr id="11" name="Freeform 10">
            <a:extLst>
              <a:ext uri="{FF2B5EF4-FFF2-40B4-BE49-F238E27FC236}">
                <a16:creationId xmlns:a16="http://schemas.microsoft.com/office/drawing/2014/main" id="{89D37133-9D8E-FF17-61DF-17D3228F51EC}"/>
              </a:ext>
            </a:extLst>
          </p:cNvPr>
          <p:cNvSpPr/>
          <p:nvPr/>
        </p:nvSpPr>
        <p:spPr>
          <a:xfrm>
            <a:off x="540071" y="6070713"/>
            <a:ext cx="976942" cy="258650"/>
          </a:xfrm>
          <a:custGeom>
            <a:avLst/>
            <a:gdLst>
              <a:gd name="connsiteX0" fmla="*/ 785859 w 976815"/>
              <a:gd name="connsiteY0" fmla="*/ 83254 h 258650"/>
              <a:gd name="connsiteX1" fmla="*/ 733522 w 976815"/>
              <a:gd name="connsiteY1" fmla="*/ 135944 h 258650"/>
              <a:gd name="connsiteX2" fmla="*/ 733522 w 976815"/>
              <a:gd name="connsiteY2" fmla="*/ 189256 h 258650"/>
              <a:gd name="connsiteX3" fmla="*/ 785859 w 976815"/>
              <a:gd name="connsiteY3" fmla="*/ 242212 h 258650"/>
              <a:gd name="connsiteX4" fmla="*/ 838818 w 976815"/>
              <a:gd name="connsiteY4" fmla="*/ 189256 h 258650"/>
              <a:gd name="connsiteX5" fmla="*/ 838818 w 976815"/>
              <a:gd name="connsiteY5" fmla="*/ 135944 h 258650"/>
              <a:gd name="connsiteX6" fmla="*/ 785859 w 976815"/>
              <a:gd name="connsiteY6" fmla="*/ 83254 h 258650"/>
              <a:gd name="connsiteX7" fmla="*/ 434248 w 976815"/>
              <a:gd name="connsiteY7" fmla="*/ 82632 h 258650"/>
              <a:gd name="connsiteX8" fmla="*/ 385021 w 976815"/>
              <a:gd name="connsiteY8" fmla="*/ 135589 h 258650"/>
              <a:gd name="connsiteX9" fmla="*/ 385021 w 976815"/>
              <a:gd name="connsiteY9" fmla="*/ 156647 h 258650"/>
              <a:gd name="connsiteX10" fmla="*/ 485608 w 976815"/>
              <a:gd name="connsiteY10" fmla="*/ 156647 h 258650"/>
              <a:gd name="connsiteX11" fmla="*/ 485608 w 976815"/>
              <a:gd name="connsiteY11" fmla="*/ 136655 h 258650"/>
              <a:gd name="connsiteX12" fmla="*/ 485519 w 976815"/>
              <a:gd name="connsiteY12" fmla="*/ 136655 h 258650"/>
              <a:gd name="connsiteX13" fmla="*/ 434248 w 976815"/>
              <a:gd name="connsiteY13" fmla="*/ 82632 h 258650"/>
              <a:gd name="connsiteX14" fmla="*/ 182158 w 976815"/>
              <a:gd name="connsiteY14" fmla="*/ 82632 h 258650"/>
              <a:gd name="connsiteX15" fmla="*/ 132931 w 976815"/>
              <a:gd name="connsiteY15" fmla="*/ 135589 h 258650"/>
              <a:gd name="connsiteX16" fmla="*/ 132931 w 976815"/>
              <a:gd name="connsiteY16" fmla="*/ 156647 h 258650"/>
              <a:gd name="connsiteX17" fmla="*/ 233518 w 976815"/>
              <a:gd name="connsiteY17" fmla="*/ 156647 h 258650"/>
              <a:gd name="connsiteX18" fmla="*/ 233518 w 976815"/>
              <a:gd name="connsiteY18" fmla="*/ 136655 h 258650"/>
              <a:gd name="connsiteX19" fmla="*/ 233429 w 976815"/>
              <a:gd name="connsiteY19" fmla="*/ 136655 h 258650"/>
              <a:gd name="connsiteX20" fmla="*/ 182158 w 976815"/>
              <a:gd name="connsiteY20" fmla="*/ 82632 h 258650"/>
              <a:gd name="connsiteX21" fmla="*/ 907861 w 976815"/>
              <a:gd name="connsiteY21" fmla="*/ 69038 h 258650"/>
              <a:gd name="connsiteX22" fmla="*/ 916391 w 976815"/>
              <a:gd name="connsiteY22" fmla="*/ 71082 h 258650"/>
              <a:gd name="connsiteX23" fmla="*/ 916391 w 976815"/>
              <a:gd name="connsiteY23" fmla="*/ 112220 h 258650"/>
              <a:gd name="connsiteX24" fmla="*/ 968018 w 976815"/>
              <a:gd name="connsiteY24" fmla="*/ 69749 h 258650"/>
              <a:gd name="connsiteX25" fmla="*/ 974771 w 976815"/>
              <a:gd name="connsiteY25" fmla="*/ 69749 h 258650"/>
              <a:gd name="connsiteX26" fmla="*/ 976815 w 976815"/>
              <a:gd name="connsiteY26" fmla="*/ 79611 h 258650"/>
              <a:gd name="connsiteX27" fmla="*/ 974060 w 976815"/>
              <a:gd name="connsiteY27" fmla="*/ 88763 h 258650"/>
              <a:gd name="connsiteX28" fmla="*/ 963219 w 976815"/>
              <a:gd name="connsiteY28" fmla="*/ 88763 h 258650"/>
              <a:gd name="connsiteX29" fmla="*/ 963219 w 976815"/>
              <a:gd name="connsiteY29" fmla="*/ 88674 h 258650"/>
              <a:gd name="connsiteX30" fmla="*/ 917013 w 976815"/>
              <a:gd name="connsiteY30" fmla="*/ 130791 h 258650"/>
              <a:gd name="connsiteX31" fmla="*/ 917013 w 976815"/>
              <a:gd name="connsiteY31" fmla="*/ 253852 h 258650"/>
              <a:gd name="connsiteX32" fmla="*/ 907861 w 976815"/>
              <a:gd name="connsiteY32" fmla="*/ 255896 h 258650"/>
              <a:gd name="connsiteX33" fmla="*/ 899064 w 976815"/>
              <a:gd name="connsiteY33" fmla="*/ 253852 h 258650"/>
              <a:gd name="connsiteX34" fmla="*/ 899064 w 976815"/>
              <a:gd name="connsiteY34" fmla="*/ 71082 h 258650"/>
              <a:gd name="connsiteX35" fmla="*/ 907861 w 976815"/>
              <a:gd name="connsiteY35" fmla="*/ 69038 h 258650"/>
              <a:gd name="connsiteX36" fmla="*/ 785859 w 976815"/>
              <a:gd name="connsiteY36" fmla="*/ 66639 h 258650"/>
              <a:gd name="connsiteX37" fmla="*/ 857212 w 976815"/>
              <a:gd name="connsiteY37" fmla="*/ 132923 h 258650"/>
              <a:gd name="connsiteX38" fmla="*/ 857212 w 976815"/>
              <a:gd name="connsiteY38" fmla="*/ 192366 h 258650"/>
              <a:gd name="connsiteX39" fmla="*/ 785859 w 976815"/>
              <a:gd name="connsiteY39" fmla="*/ 258650 h 258650"/>
              <a:gd name="connsiteX40" fmla="*/ 715217 w 976815"/>
              <a:gd name="connsiteY40" fmla="*/ 192366 h 258650"/>
              <a:gd name="connsiteX41" fmla="*/ 715217 w 976815"/>
              <a:gd name="connsiteY41" fmla="*/ 132923 h 258650"/>
              <a:gd name="connsiteX42" fmla="*/ 785859 w 976815"/>
              <a:gd name="connsiteY42" fmla="*/ 66639 h 258650"/>
              <a:gd name="connsiteX43" fmla="*/ 627870 w 976815"/>
              <a:gd name="connsiteY43" fmla="*/ 66639 h 258650"/>
              <a:gd name="connsiteX44" fmla="*/ 676120 w 976815"/>
              <a:gd name="connsiteY44" fmla="*/ 121017 h 258650"/>
              <a:gd name="connsiteX45" fmla="*/ 676120 w 976815"/>
              <a:gd name="connsiteY45" fmla="*/ 253852 h 258650"/>
              <a:gd name="connsiteX46" fmla="*/ 666967 w 976815"/>
              <a:gd name="connsiteY46" fmla="*/ 255896 h 258650"/>
              <a:gd name="connsiteX47" fmla="*/ 657815 w 976815"/>
              <a:gd name="connsiteY47" fmla="*/ 253852 h 258650"/>
              <a:gd name="connsiteX48" fmla="*/ 657815 w 976815"/>
              <a:gd name="connsiteY48" fmla="*/ 129103 h 258650"/>
              <a:gd name="connsiteX49" fmla="*/ 622449 w 976815"/>
              <a:gd name="connsiteY49" fmla="*/ 84943 h 258650"/>
              <a:gd name="connsiteX50" fmla="*/ 563981 w 976815"/>
              <a:gd name="connsiteY50" fmla="*/ 124393 h 258650"/>
              <a:gd name="connsiteX51" fmla="*/ 563981 w 976815"/>
              <a:gd name="connsiteY51" fmla="*/ 253852 h 258650"/>
              <a:gd name="connsiteX52" fmla="*/ 554828 w 976815"/>
              <a:gd name="connsiteY52" fmla="*/ 255896 h 258650"/>
              <a:gd name="connsiteX53" fmla="*/ 545676 w 976815"/>
              <a:gd name="connsiteY53" fmla="*/ 253852 h 258650"/>
              <a:gd name="connsiteX54" fmla="*/ 545676 w 976815"/>
              <a:gd name="connsiteY54" fmla="*/ 71082 h 258650"/>
              <a:gd name="connsiteX55" fmla="*/ 554828 w 976815"/>
              <a:gd name="connsiteY55" fmla="*/ 69038 h 258650"/>
              <a:gd name="connsiteX56" fmla="*/ 563625 w 976815"/>
              <a:gd name="connsiteY56" fmla="*/ 71082 h 258650"/>
              <a:gd name="connsiteX57" fmla="*/ 563625 w 976815"/>
              <a:gd name="connsiteY57" fmla="*/ 104046 h 258650"/>
              <a:gd name="connsiteX58" fmla="*/ 627870 w 976815"/>
              <a:gd name="connsiteY58" fmla="*/ 66639 h 258650"/>
              <a:gd name="connsiteX59" fmla="*/ 434337 w 976815"/>
              <a:gd name="connsiteY59" fmla="*/ 66550 h 258650"/>
              <a:gd name="connsiteX60" fmla="*/ 504002 w 976815"/>
              <a:gd name="connsiteY60" fmla="*/ 138254 h 258650"/>
              <a:gd name="connsiteX61" fmla="*/ 504002 w 976815"/>
              <a:gd name="connsiteY61" fmla="*/ 171574 h 258650"/>
              <a:gd name="connsiteX62" fmla="*/ 385021 w 976815"/>
              <a:gd name="connsiteY62" fmla="*/ 171574 h 258650"/>
              <a:gd name="connsiteX63" fmla="*/ 385021 w 976815"/>
              <a:gd name="connsiteY63" fmla="*/ 189256 h 258650"/>
              <a:gd name="connsiteX64" fmla="*/ 437358 w 976815"/>
              <a:gd name="connsiteY64" fmla="*/ 241946 h 258650"/>
              <a:gd name="connsiteX65" fmla="*/ 493072 w 976815"/>
              <a:gd name="connsiteY65" fmla="*/ 227640 h 258650"/>
              <a:gd name="connsiteX66" fmla="*/ 500892 w 976815"/>
              <a:gd name="connsiteY66" fmla="*/ 242923 h 258650"/>
              <a:gd name="connsiteX67" fmla="*/ 438069 w 976815"/>
              <a:gd name="connsiteY67" fmla="*/ 258561 h 258650"/>
              <a:gd name="connsiteX68" fmla="*/ 366716 w 976815"/>
              <a:gd name="connsiteY68" fmla="*/ 190589 h 258650"/>
              <a:gd name="connsiteX69" fmla="*/ 366716 w 976815"/>
              <a:gd name="connsiteY69" fmla="*/ 134522 h 258650"/>
              <a:gd name="connsiteX70" fmla="*/ 434337 w 976815"/>
              <a:gd name="connsiteY70" fmla="*/ 66550 h 258650"/>
              <a:gd name="connsiteX71" fmla="*/ 182247 w 976815"/>
              <a:gd name="connsiteY71" fmla="*/ 66550 h 258650"/>
              <a:gd name="connsiteX72" fmla="*/ 251912 w 976815"/>
              <a:gd name="connsiteY72" fmla="*/ 138254 h 258650"/>
              <a:gd name="connsiteX73" fmla="*/ 251912 w 976815"/>
              <a:gd name="connsiteY73" fmla="*/ 171574 h 258650"/>
              <a:gd name="connsiteX74" fmla="*/ 132931 w 976815"/>
              <a:gd name="connsiteY74" fmla="*/ 171574 h 258650"/>
              <a:gd name="connsiteX75" fmla="*/ 132931 w 976815"/>
              <a:gd name="connsiteY75" fmla="*/ 189256 h 258650"/>
              <a:gd name="connsiteX76" fmla="*/ 185268 w 976815"/>
              <a:gd name="connsiteY76" fmla="*/ 241946 h 258650"/>
              <a:gd name="connsiteX77" fmla="*/ 240982 w 976815"/>
              <a:gd name="connsiteY77" fmla="*/ 227640 h 258650"/>
              <a:gd name="connsiteX78" fmla="*/ 248802 w 976815"/>
              <a:gd name="connsiteY78" fmla="*/ 242923 h 258650"/>
              <a:gd name="connsiteX79" fmla="*/ 185979 w 976815"/>
              <a:gd name="connsiteY79" fmla="*/ 258561 h 258650"/>
              <a:gd name="connsiteX80" fmla="*/ 114626 w 976815"/>
              <a:gd name="connsiteY80" fmla="*/ 190589 h 258650"/>
              <a:gd name="connsiteX81" fmla="*/ 114626 w 976815"/>
              <a:gd name="connsiteY81" fmla="*/ 134522 h 258650"/>
              <a:gd name="connsiteX82" fmla="*/ 182247 w 976815"/>
              <a:gd name="connsiteY82" fmla="*/ 66550 h 258650"/>
              <a:gd name="connsiteX83" fmla="*/ 37409 w 976815"/>
              <a:gd name="connsiteY83" fmla="*/ 28877 h 258650"/>
              <a:gd name="connsiteX84" fmla="*/ 46562 w 976815"/>
              <a:gd name="connsiteY84" fmla="*/ 30921 h 258650"/>
              <a:gd name="connsiteX85" fmla="*/ 46562 w 976815"/>
              <a:gd name="connsiteY85" fmla="*/ 75436 h 258650"/>
              <a:gd name="connsiteX86" fmla="*/ 86637 w 976815"/>
              <a:gd name="connsiteY86" fmla="*/ 75436 h 258650"/>
              <a:gd name="connsiteX87" fmla="*/ 88680 w 976815"/>
              <a:gd name="connsiteY87" fmla="*/ 83255 h 258650"/>
              <a:gd name="connsiteX88" fmla="*/ 86637 w 976815"/>
              <a:gd name="connsiteY88" fmla="*/ 90719 h 258650"/>
              <a:gd name="connsiteX89" fmla="*/ 46562 w 976815"/>
              <a:gd name="connsiteY89" fmla="*/ 90719 h 258650"/>
              <a:gd name="connsiteX90" fmla="*/ 46562 w 976815"/>
              <a:gd name="connsiteY90" fmla="*/ 218756 h 258650"/>
              <a:gd name="connsiteX91" fmla="*/ 67621 w 976815"/>
              <a:gd name="connsiteY91" fmla="*/ 238481 h 258650"/>
              <a:gd name="connsiteX92" fmla="*/ 86281 w 976815"/>
              <a:gd name="connsiteY92" fmla="*/ 238481 h 258650"/>
              <a:gd name="connsiteX93" fmla="*/ 89302 w 976815"/>
              <a:gd name="connsiteY93" fmla="*/ 245945 h 258650"/>
              <a:gd name="connsiteX94" fmla="*/ 86281 w 976815"/>
              <a:gd name="connsiteY94" fmla="*/ 254474 h 258650"/>
              <a:gd name="connsiteX95" fmla="*/ 63267 w 976815"/>
              <a:gd name="connsiteY95" fmla="*/ 254474 h 258650"/>
              <a:gd name="connsiteX96" fmla="*/ 28257 w 976815"/>
              <a:gd name="connsiteY96" fmla="*/ 219466 h 258650"/>
              <a:gd name="connsiteX97" fmla="*/ 28257 w 976815"/>
              <a:gd name="connsiteY97" fmla="*/ 90719 h 258650"/>
              <a:gd name="connsiteX98" fmla="*/ 2399 w 976815"/>
              <a:gd name="connsiteY98" fmla="*/ 90719 h 258650"/>
              <a:gd name="connsiteX99" fmla="*/ 0 w 976815"/>
              <a:gd name="connsiteY99" fmla="*/ 83255 h 258650"/>
              <a:gd name="connsiteX100" fmla="*/ 2399 w 976815"/>
              <a:gd name="connsiteY100" fmla="*/ 75436 h 258650"/>
              <a:gd name="connsiteX101" fmla="*/ 28257 w 976815"/>
              <a:gd name="connsiteY101" fmla="*/ 75436 h 258650"/>
              <a:gd name="connsiteX102" fmla="*/ 28257 w 976815"/>
              <a:gd name="connsiteY102" fmla="*/ 30921 h 258650"/>
              <a:gd name="connsiteX103" fmla="*/ 37409 w 976815"/>
              <a:gd name="connsiteY103" fmla="*/ 28877 h 258650"/>
              <a:gd name="connsiteX104" fmla="*/ 302027 w 976815"/>
              <a:gd name="connsiteY104" fmla="*/ 0 h 258650"/>
              <a:gd name="connsiteX105" fmla="*/ 311180 w 976815"/>
              <a:gd name="connsiteY105" fmla="*/ 2044 h 258650"/>
              <a:gd name="connsiteX106" fmla="*/ 311180 w 976815"/>
              <a:gd name="connsiteY106" fmla="*/ 218756 h 258650"/>
              <a:gd name="connsiteX107" fmla="*/ 332595 w 976815"/>
              <a:gd name="connsiteY107" fmla="*/ 238836 h 258650"/>
              <a:gd name="connsiteX108" fmla="*/ 341747 w 976815"/>
              <a:gd name="connsiteY108" fmla="*/ 238836 h 258650"/>
              <a:gd name="connsiteX109" fmla="*/ 344768 w 976815"/>
              <a:gd name="connsiteY109" fmla="*/ 246300 h 258650"/>
              <a:gd name="connsiteX110" fmla="*/ 341747 w 976815"/>
              <a:gd name="connsiteY110" fmla="*/ 254475 h 258650"/>
              <a:gd name="connsiteX111" fmla="*/ 327885 w 976815"/>
              <a:gd name="connsiteY111" fmla="*/ 254475 h 258650"/>
              <a:gd name="connsiteX112" fmla="*/ 292875 w 976815"/>
              <a:gd name="connsiteY112" fmla="*/ 219467 h 258650"/>
              <a:gd name="connsiteX113" fmla="*/ 292875 w 976815"/>
              <a:gd name="connsiteY113" fmla="*/ 2044 h 258650"/>
              <a:gd name="connsiteX114" fmla="*/ 302027 w 976815"/>
              <a:gd name="connsiteY114" fmla="*/ 0 h 2586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</a:cxnLst>
            <a:rect l="l" t="t" r="r" b="b"/>
            <a:pathLst>
              <a:path w="976815" h="258650">
                <a:moveTo>
                  <a:pt x="785859" y="83254"/>
                </a:moveTo>
                <a:cubicBezTo>
                  <a:pt x="753248" y="83254"/>
                  <a:pt x="733522" y="97204"/>
                  <a:pt x="733522" y="135944"/>
                </a:cubicBezTo>
                <a:lnTo>
                  <a:pt x="733522" y="189256"/>
                </a:lnTo>
                <a:cubicBezTo>
                  <a:pt x="733522" y="227640"/>
                  <a:pt x="753248" y="242212"/>
                  <a:pt x="785859" y="242212"/>
                </a:cubicBezTo>
                <a:cubicBezTo>
                  <a:pt x="818825" y="242212"/>
                  <a:pt x="838818" y="228262"/>
                  <a:pt x="838818" y="189256"/>
                </a:cubicBezTo>
                <a:lnTo>
                  <a:pt x="838818" y="135944"/>
                </a:lnTo>
                <a:cubicBezTo>
                  <a:pt x="838907" y="97560"/>
                  <a:pt x="818825" y="83254"/>
                  <a:pt x="785859" y="83254"/>
                </a:cubicBezTo>
                <a:close/>
                <a:moveTo>
                  <a:pt x="434248" y="82632"/>
                </a:moveTo>
                <a:cubicBezTo>
                  <a:pt x="407413" y="82632"/>
                  <a:pt x="385021" y="100314"/>
                  <a:pt x="385021" y="135589"/>
                </a:cubicBezTo>
                <a:lnTo>
                  <a:pt x="385021" y="156647"/>
                </a:lnTo>
                <a:lnTo>
                  <a:pt x="485608" y="156647"/>
                </a:lnTo>
                <a:lnTo>
                  <a:pt x="485608" y="136655"/>
                </a:lnTo>
                <a:lnTo>
                  <a:pt x="485519" y="136655"/>
                </a:lnTo>
                <a:cubicBezTo>
                  <a:pt x="485519" y="100314"/>
                  <a:pt x="462061" y="82632"/>
                  <a:pt x="434248" y="82632"/>
                </a:cubicBezTo>
                <a:close/>
                <a:moveTo>
                  <a:pt x="182158" y="82632"/>
                </a:moveTo>
                <a:cubicBezTo>
                  <a:pt x="155323" y="82632"/>
                  <a:pt x="132931" y="100314"/>
                  <a:pt x="132931" y="135589"/>
                </a:cubicBezTo>
                <a:lnTo>
                  <a:pt x="132931" y="156647"/>
                </a:lnTo>
                <a:lnTo>
                  <a:pt x="233518" y="156647"/>
                </a:lnTo>
                <a:lnTo>
                  <a:pt x="233518" y="136655"/>
                </a:lnTo>
                <a:lnTo>
                  <a:pt x="233429" y="136655"/>
                </a:lnTo>
                <a:cubicBezTo>
                  <a:pt x="233429" y="100314"/>
                  <a:pt x="209971" y="82632"/>
                  <a:pt x="182158" y="82632"/>
                </a:cubicBezTo>
                <a:close/>
                <a:moveTo>
                  <a:pt x="907861" y="69038"/>
                </a:moveTo>
                <a:cubicBezTo>
                  <a:pt x="911237" y="69038"/>
                  <a:pt x="916391" y="69038"/>
                  <a:pt x="916391" y="71082"/>
                </a:cubicBezTo>
                <a:lnTo>
                  <a:pt x="916391" y="112220"/>
                </a:lnTo>
                <a:cubicBezTo>
                  <a:pt x="936740" y="81300"/>
                  <a:pt x="947669" y="69749"/>
                  <a:pt x="968018" y="69749"/>
                </a:cubicBezTo>
                <a:lnTo>
                  <a:pt x="974771" y="69749"/>
                </a:lnTo>
                <a:cubicBezTo>
                  <a:pt x="976815" y="69749"/>
                  <a:pt x="976815" y="76235"/>
                  <a:pt x="976815" y="79611"/>
                </a:cubicBezTo>
                <a:cubicBezTo>
                  <a:pt x="976815" y="82988"/>
                  <a:pt x="976104" y="88763"/>
                  <a:pt x="974060" y="88763"/>
                </a:cubicBezTo>
                <a:lnTo>
                  <a:pt x="963219" y="88763"/>
                </a:lnTo>
                <a:lnTo>
                  <a:pt x="963219" y="88674"/>
                </a:lnTo>
                <a:cubicBezTo>
                  <a:pt x="948291" y="88674"/>
                  <a:pt x="935673" y="102269"/>
                  <a:pt x="917013" y="130791"/>
                </a:cubicBezTo>
                <a:lnTo>
                  <a:pt x="917013" y="253852"/>
                </a:lnTo>
                <a:cubicBezTo>
                  <a:pt x="917013" y="255896"/>
                  <a:pt x="911237" y="255896"/>
                  <a:pt x="907861" y="255896"/>
                </a:cubicBezTo>
                <a:cubicBezTo>
                  <a:pt x="904484" y="255896"/>
                  <a:pt x="899064" y="255896"/>
                  <a:pt x="899064" y="253852"/>
                </a:cubicBezTo>
                <a:lnTo>
                  <a:pt x="899064" y="71082"/>
                </a:lnTo>
                <a:cubicBezTo>
                  <a:pt x="899064" y="69038"/>
                  <a:pt x="904484" y="69038"/>
                  <a:pt x="907861" y="69038"/>
                </a:cubicBezTo>
                <a:close/>
                <a:moveTo>
                  <a:pt x="785859" y="66639"/>
                </a:moveTo>
                <a:cubicBezTo>
                  <a:pt x="831088" y="66639"/>
                  <a:pt x="857212" y="90096"/>
                  <a:pt x="857212" y="132923"/>
                </a:cubicBezTo>
                <a:lnTo>
                  <a:pt x="857212" y="192366"/>
                </a:lnTo>
                <a:cubicBezTo>
                  <a:pt x="857212" y="234837"/>
                  <a:pt x="831088" y="258650"/>
                  <a:pt x="785859" y="258650"/>
                </a:cubicBezTo>
                <a:cubicBezTo>
                  <a:pt x="741075" y="258561"/>
                  <a:pt x="715217" y="234837"/>
                  <a:pt x="715217" y="192366"/>
                </a:cubicBezTo>
                <a:lnTo>
                  <a:pt x="715217" y="132923"/>
                </a:lnTo>
                <a:cubicBezTo>
                  <a:pt x="715217" y="90096"/>
                  <a:pt x="741075" y="66639"/>
                  <a:pt x="785859" y="66639"/>
                </a:cubicBezTo>
                <a:close/>
                <a:moveTo>
                  <a:pt x="627870" y="66639"/>
                </a:moveTo>
                <a:cubicBezTo>
                  <a:pt x="657459" y="66639"/>
                  <a:pt x="676120" y="88763"/>
                  <a:pt x="676120" y="121017"/>
                </a:cubicBezTo>
                <a:lnTo>
                  <a:pt x="676120" y="253852"/>
                </a:lnTo>
                <a:cubicBezTo>
                  <a:pt x="676120" y="255896"/>
                  <a:pt x="670344" y="255896"/>
                  <a:pt x="666967" y="255896"/>
                </a:cubicBezTo>
                <a:cubicBezTo>
                  <a:pt x="663591" y="255896"/>
                  <a:pt x="657815" y="255896"/>
                  <a:pt x="657815" y="253852"/>
                </a:cubicBezTo>
                <a:lnTo>
                  <a:pt x="657815" y="129103"/>
                </a:lnTo>
                <a:cubicBezTo>
                  <a:pt x="657815" y="98893"/>
                  <a:pt x="644575" y="84943"/>
                  <a:pt x="622449" y="84943"/>
                </a:cubicBezTo>
                <a:cubicBezTo>
                  <a:pt x="598991" y="84943"/>
                  <a:pt x="577221" y="105023"/>
                  <a:pt x="563981" y="124393"/>
                </a:cubicBezTo>
                <a:lnTo>
                  <a:pt x="563981" y="253852"/>
                </a:lnTo>
                <a:cubicBezTo>
                  <a:pt x="563981" y="255896"/>
                  <a:pt x="558205" y="255896"/>
                  <a:pt x="554828" y="255896"/>
                </a:cubicBezTo>
                <a:cubicBezTo>
                  <a:pt x="551452" y="255896"/>
                  <a:pt x="545676" y="255896"/>
                  <a:pt x="545676" y="253852"/>
                </a:cubicBezTo>
                <a:lnTo>
                  <a:pt x="545676" y="71082"/>
                </a:lnTo>
                <a:cubicBezTo>
                  <a:pt x="545676" y="69038"/>
                  <a:pt x="551452" y="69038"/>
                  <a:pt x="554828" y="69038"/>
                </a:cubicBezTo>
                <a:cubicBezTo>
                  <a:pt x="558205" y="69038"/>
                  <a:pt x="563625" y="69038"/>
                  <a:pt x="563625" y="71082"/>
                </a:cubicBezTo>
                <a:lnTo>
                  <a:pt x="563625" y="104046"/>
                </a:lnTo>
                <a:cubicBezTo>
                  <a:pt x="578198" y="83343"/>
                  <a:pt x="600679" y="66639"/>
                  <a:pt x="627870" y="66639"/>
                </a:cubicBezTo>
                <a:close/>
                <a:moveTo>
                  <a:pt x="434337" y="66550"/>
                </a:moveTo>
                <a:cubicBezTo>
                  <a:pt x="475745" y="66550"/>
                  <a:pt x="504002" y="93028"/>
                  <a:pt x="504002" y="138254"/>
                </a:cubicBezTo>
                <a:lnTo>
                  <a:pt x="504002" y="171574"/>
                </a:lnTo>
                <a:lnTo>
                  <a:pt x="385021" y="171574"/>
                </a:lnTo>
                <a:lnTo>
                  <a:pt x="385021" y="189256"/>
                </a:lnTo>
                <a:cubicBezTo>
                  <a:pt x="385021" y="221865"/>
                  <a:pt x="402348" y="241946"/>
                  <a:pt x="437358" y="241946"/>
                </a:cubicBezTo>
                <a:cubicBezTo>
                  <a:pt x="463838" y="241946"/>
                  <a:pt x="479832" y="234837"/>
                  <a:pt x="493072" y="227640"/>
                </a:cubicBezTo>
                <a:cubicBezTo>
                  <a:pt x="495827" y="226307"/>
                  <a:pt x="504268" y="240879"/>
                  <a:pt x="500892" y="242923"/>
                </a:cubicBezTo>
                <a:cubicBezTo>
                  <a:pt x="483564" y="252786"/>
                  <a:pt x="462149" y="258561"/>
                  <a:pt x="438069" y="258561"/>
                </a:cubicBezTo>
                <a:cubicBezTo>
                  <a:pt x="393196" y="258561"/>
                  <a:pt x="366716" y="233416"/>
                  <a:pt x="366716" y="190589"/>
                </a:cubicBezTo>
                <a:lnTo>
                  <a:pt x="366716" y="134522"/>
                </a:lnTo>
                <a:cubicBezTo>
                  <a:pt x="366716" y="93117"/>
                  <a:pt x="395950" y="66550"/>
                  <a:pt x="434337" y="66550"/>
                </a:cubicBezTo>
                <a:close/>
                <a:moveTo>
                  <a:pt x="182247" y="66550"/>
                </a:moveTo>
                <a:cubicBezTo>
                  <a:pt x="223655" y="66550"/>
                  <a:pt x="251912" y="93028"/>
                  <a:pt x="251912" y="138254"/>
                </a:cubicBezTo>
                <a:lnTo>
                  <a:pt x="251912" y="171574"/>
                </a:lnTo>
                <a:lnTo>
                  <a:pt x="132931" y="171574"/>
                </a:lnTo>
                <a:lnTo>
                  <a:pt x="132931" y="189256"/>
                </a:lnTo>
                <a:cubicBezTo>
                  <a:pt x="132931" y="221865"/>
                  <a:pt x="150258" y="241946"/>
                  <a:pt x="185268" y="241946"/>
                </a:cubicBezTo>
                <a:cubicBezTo>
                  <a:pt x="211748" y="241946"/>
                  <a:pt x="227742" y="234837"/>
                  <a:pt x="240982" y="227640"/>
                </a:cubicBezTo>
                <a:cubicBezTo>
                  <a:pt x="243737" y="226307"/>
                  <a:pt x="252178" y="240879"/>
                  <a:pt x="248802" y="242923"/>
                </a:cubicBezTo>
                <a:cubicBezTo>
                  <a:pt x="231474" y="252786"/>
                  <a:pt x="210059" y="258561"/>
                  <a:pt x="185979" y="258561"/>
                </a:cubicBezTo>
                <a:cubicBezTo>
                  <a:pt x="141106" y="258561"/>
                  <a:pt x="114626" y="233416"/>
                  <a:pt x="114626" y="190589"/>
                </a:cubicBezTo>
                <a:lnTo>
                  <a:pt x="114626" y="134522"/>
                </a:lnTo>
                <a:cubicBezTo>
                  <a:pt x="114626" y="93117"/>
                  <a:pt x="143860" y="66550"/>
                  <a:pt x="182247" y="66550"/>
                </a:cubicBezTo>
                <a:close/>
                <a:moveTo>
                  <a:pt x="37409" y="28877"/>
                </a:moveTo>
                <a:cubicBezTo>
                  <a:pt x="40786" y="28877"/>
                  <a:pt x="46562" y="28877"/>
                  <a:pt x="46562" y="30921"/>
                </a:cubicBezTo>
                <a:lnTo>
                  <a:pt x="46562" y="75436"/>
                </a:lnTo>
                <a:lnTo>
                  <a:pt x="86637" y="75436"/>
                </a:lnTo>
                <a:cubicBezTo>
                  <a:pt x="88680" y="75436"/>
                  <a:pt x="88680" y="79168"/>
                  <a:pt x="88680" y="83255"/>
                </a:cubicBezTo>
                <a:cubicBezTo>
                  <a:pt x="88680" y="87342"/>
                  <a:pt x="88680" y="90719"/>
                  <a:pt x="86637" y="90719"/>
                </a:cubicBezTo>
                <a:lnTo>
                  <a:pt x="46562" y="90719"/>
                </a:lnTo>
                <a:lnTo>
                  <a:pt x="46562" y="218756"/>
                </a:lnTo>
                <a:cubicBezTo>
                  <a:pt x="46562" y="233061"/>
                  <a:pt x="52693" y="238481"/>
                  <a:pt x="67621" y="238481"/>
                </a:cubicBezTo>
                <a:lnTo>
                  <a:pt x="86281" y="238481"/>
                </a:lnTo>
                <a:cubicBezTo>
                  <a:pt x="88680" y="238481"/>
                  <a:pt x="89302" y="239192"/>
                  <a:pt x="89302" y="245945"/>
                </a:cubicBezTo>
                <a:cubicBezTo>
                  <a:pt x="89302" y="253408"/>
                  <a:pt x="88591" y="254474"/>
                  <a:pt x="86281" y="254474"/>
                </a:cubicBezTo>
                <a:lnTo>
                  <a:pt x="63267" y="254474"/>
                </a:lnTo>
                <a:cubicBezTo>
                  <a:pt x="37765" y="254474"/>
                  <a:pt x="28257" y="239547"/>
                  <a:pt x="28257" y="219466"/>
                </a:cubicBezTo>
                <a:lnTo>
                  <a:pt x="28257" y="90719"/>
                </a:lnTo>
                <a:lnTo>
                  <a:pt x="2399" y="90719"/>
                </a:lnTo>
                <a:cubicBezTo>
                  <a:pt x="0" y="90719"/>
                  <a:pt x="0" y="86631"/>
                  <a:pt x="0" y="83255"/>
                </a:cubicBezTo>
                <a:cubicBezTo>
                  <a:pt x="0" y="79879"/>
                  <a:pt x="0" y="75436"/>
                  <a:pt x="2399" y="75436"/>
                </a:cubicBezTo>
                <a:lnTo>
                  <a:pt x="28257" y="75436"/>
                </a:lnTo>
                <a:lnTo>
                  <a:pt x="28257" y="30921"/>
                </a:lnTo>
                <a:cubicBezTo>
                  <a:pt x="28257" y="28877"/>
                  <a:pt x="34033" y="28877"/>
                  <a:pt x="37409" y="28877"/>
                </a:cubicBezTo>
                <a:close/>
                <a:moveTo>
                  <a:pt x="302027" y="0"/>
                </a:moveTo>
                <a:cubicBezTo>
                  <a:pt x="305404" y="0"/>
                  <a:pt x="311180" y="0"/>
                  <a:pt x="311180" y="2044"/>
                </a:cubicBezTo>
                <a:lnTo>
                  <a:pt x="311180" y="218756"/>
                </a:lnTo>
                <a:cubicBezTo>
                  <a:pt x="311180" y="233061"/>
                  <a:pt x="317666" y="238836"/>
                  <a:pt x="332595" y="238836"/>
                </a:cubicBezTo>
                <a:lnTo>
                  <a:pt x="341747" y="238836"/>
                </a:lnTo>
                <a:cubicBezTo>
                  <a:pt x="344146" y="238836"/>
                  <a:pt x="344768" y="239547"/>
                  <a:pt x="344768" y="246300"/>
                </a:cubicBezTo>
                <a:cubicBezTo>
                  <a:pt x="344768" y="253764"/>
                  <a:pt x="344057" y="254475"/>
                  <a:pt x="341747" y="254475"/>
                </a:cubicBezTo>
                <a:lnTo>
                  <a:pt x="327885" y="254475"/>
                </a:lnTo>
                <a:cubicBezTo>
                  <a:pt x="302738" y="254475"/>
                  <a:pt x="292875" y="239547"/>
                  <a:pt x="292875" y="219467"/>
                </a:cubicBezTo>
                <a:lnTo>
                  <a:pt x="292875" y="2044"/>
                </a:lnTo>
                <a:cubicBezTo>
                  <a:pt x="292875" y="0"/>
                  <a:pt x="298651" y="0"/>
                  <a:pt x="302027" y="0"/>
                </a:cubicBezTo>
                <a:close/>
              </a:path>
            </a:pathLst>
          </a:custGeom>
          <a:solidFill>
            <a:schemeClr val="tx1"/>
          </a:solidFill>
          <a:ln w="889" cap="flat">
            <a:noFill/>
            <a:prstDash val="solid"/>
            <a:miter/>
          </a:ln>
        </p:spPr>
        <p:txBody>
          <a:bodyPr rtlCol="0" anchor="ctr"/>
          <a:lstStyle/>
          <a:p>
            <a:endParaRPr lang="en-US" sz="1800" noProof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C48B5E5-14C5-3F2F-7B10-77DFE72FFDD5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540000" y="10800000"/>
            <a:ext cx="720475" cy="151200"/>
          </a:xfrm>
        </p:spPr>
        <p:txBody>
          <a:bodyPr/>
          <a:lstStyle/>
          <a:p>
            <a:fld id="{64C1DA1E-86FF-E14D-8189-C2E8151B1F46}" type="datetime1">
              <a:rPr lang="nb-NO" smtClean="0"/>
              <a:t>18.09.2026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DBA77D2-5589-83C4-2C58-5C51BD9B46B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260475" y="10800000"/>
            <a:ext cx="9671049" cy="151200"/>
          </a:xfrm>
        </p:spPr>
        <p:txBody>
          <a:bodyPr/>
          <a:lstStyle/>
          <a:p>
            <a:endParaRPr lang="en-GB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6E398EE1-E559-ADB5-5FA2-D812B0894B0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931526" y="10800000"/>
            <a:ext cx="721674" cy="151200"/>
          </a:xfrm>
        </p:spPr>
        <p:txBody>
          <a:bodyPr/>
          <a:lstStyle/>
          <a:p>
            <a:fld id="{608810A5-7811-344D-9AE9-EC83104FB54D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061006715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:p15="http://schemas.microsoft.com/office/powerpoint/2012/main" xmlns:a16="http://schemas.microsoft.com/office/drawing/2014/main"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/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 Texture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FB8D10D3-00D9-AD32-6852-D7B7B28C905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alphaModFix amt="9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 flipH="1">
            <a:off x="795" y="446"/>
            <a:ext cx="12191207" cy="6857554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343CD5C1-50FD-5C84-4C13-D3C6827A3928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540070" y="540001"/>
            <a:ext cx="11111046" cy="2900361"/>
          </a:xfrm>
        </p:spPr>
        <p:txBody>
          <a:bodyPr anchor="t" anchorCtr="0"/>
          <a:lstStyle>
            <a:lvl1pPr algn="l">
              <a:lnSpc>
                <a:spcPct val="80000"/>
              </a:lnSpc>
              <a:defRPr sz="8000" b="1" i="1">
                <a:solidFill>
                  <a:schemeClr val="tx2"/>
                </a:solidFill>
                <a:latin typeface="+mj-lt"/>
              </a:defRPr>
            </a:lvl1pPr>
          </a:lstStyle>
          <a:p>
            <a:r>
              <a:rPr lang="nb" dirty="0"/>
              <a:t>Klikk for å redigere</a:t>
            </a:r>
            <a:endParaRPr lang="nb-NO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33FB782-23B5-EA5B-5A17-97533B40A82E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540071" y="3429000"/>
            <a:ext cx="9453205" cy="1828800"/>
          </a:xfrm>
        </p:spPr>
        <p:txBody>
          <a:bodyPr/>
          <a:lstStyle>
            <a:lvl1pPr marL="0" indent="0" algn="l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tx2"/>
                </a:solidFill>
              </a:defRPr>
            </a:lvl1pPr>
            <a:lvl2pPr marL="457154" indent="0" algn="ctr">
              <a:buNone/>
              <a:defRPr sz="2000"/>
            </a:lvl2pPr>
            <a:lvl3pPr marL="914309" indent="0" algn="ctr">
              <a:buNone/>
              <a:defRPr sz="1800"/>
            </a:lvl3pPr>
            <a:lvl4pPr marL="1371463" indent="0" algn="ctr">
              <a:buNone/>
              <a:defRPr sz="1600"/>
            </a:lvl4pPr>
            <a:lvl5pPr marL="1828617" indent="0" algn="ctr">
              <a:buNone/>
              <a:defRPr sz="1600"/>
            </a:lvl5pPr>
            <a:lvl6pPr marL="2285771" indent="0" algn="ctr">
              <a:buNone/>
              <a:defRPr sz="1600"/>
            </a:lvl6pPr>
            <a:lvl7pPr marL="2742926" indent="0" algn="ctr">
              <a:buNone/>
              <a:defRPr sz="1600"/>
            </a:lvl7pPr>
            <a:lvl8pPr marL="3200080" indent="0" algn="ctr">
              <a:buNone/>
              <a:defRPr sz="1600"/>
            </a:lvl8pPr>
            <a:lvl9pPr marL="3657234" indent="0" algn="ctr">
              <a:buNone/>
              <a:defRPr sz="1600"/>
            </a:lvl9pPr>
          </a:lstStyle>
          <a:p>
            <a:r>
              <a:rPr lang="nb"/>
              <a:t>Undertittel, navn, dato</a:t>
            </a:r>
            <a:endParaRPr lang="nb-NO"/>
          </a:p>
        </p:txBody>
      </p:sp>
      <p:sp>
        <p:nvSpPr>
          <p:cNvPr id="6" name="Graphic 8">
            <a:extLst>
              <a:ext uri="{FF2B5EF4-FFF2-40B4-BE49-F238E27FC236}">
                <a16:creationId xmlns:a16="http://schemas.microsoft.com/office/drawing/2014/main" id="{D6F46375-4BAC-E436-943C-7CBECACF13B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ChangeAspect="1"/>
          </p:cNvSpPr>
          <p:nvPr/>
        </p:nvSpPr>
        <p:spPr>
          <a:xfrm>
            <a:off x="10794689" y="5626571"/>
            <a:ext cx="866855" cy="792000"/>
          </a:xfrm>
          <a:custGeom>
            <a:avLst/>
            <a:gdLst>
              <a:gd name="connsiteX0" fmla="*/ 154264 w 305194"/>
              <a:gd name="connsiteY0" fmla="*/ 85261 h 278876"/>
              <a:gd name="connsiteX1" fmla="*/ 160092 w 305194"/>
              <a:gd name="connsiteY1" fmla="*/ 80929 h 278876"/>
              <a:gd name="connsiteX2" fmla="*/ 168583 w 305194"/>
              <a:gd name="connsiteY2" fmla="*/ 53314 h 278876"/>
              <a:gd name="connsiteX3" fmla="*/ 196130 w 305194"/>
              <a:gd name="connsiteY3" fmla="*/ 20263 h 278876"/>
              <a:gd name="connsiteX4" fmla="*/ 238040 w 305194"/>
              <a:gd name="connsiteY4" fmla="*/ 2372 h 278876"/>
              <a:gd name="connsiteX5" fmla="*/ 268599 w 305194"/>
              <a:gd name="connsiteY5" fmla="*/ 358 h 278876"/>
              <a:gd name="connsiteX6" fmla="*/ 302258 w 305194"/>
              <a:gd name="connsiteY6" fmla="*/ 13938 h 278876"/>
              <a:gd name="connsiteX7" fmla="*/ 305183 w 305194"/>
              <a:gd name="connsiteY7" fmla="*/ 21649 h 278876"/>
              <a:gd name="connsiteX8" fmla="*/ 299006 w 305194"/>
              <a:gd name="connsiteY8" fmla="*/ 33648 h 278876"/>
              <a:gd name="connsiteX9" fmla="*/ 270498 w 305194"/>
              <a:gd name="connsiteY9" fmla="*/ 47596 h 278876"/>
              <a:gd name="connsiteX10" fmla="*/ 217391 w 305194"/>
              <a:gd name="connsiteY10" fmla="*/ 61696 h 278876"/>
              <a:gd name="connsiteX11" fmla="*/ 184168 w 305194"/>
              <a:gd name="connsiteY11" fmla="*/ 71161 h 278876"/>
              <a:gd name="connsiteX12" fmla="*/ 175437 w 305194"/>
              <a:gd name="connsiteY12" fmla="*/ 92040 h 278876"/>
              <a:gd name="connsiteX13" fmla="*/ 200430 w 305194"/>
              <a:gd name="connsiteY13" fmla="*/ 108284 h 278876"/>
              <a:gd name="connsiteX14" fmla="*/ 233740 w 305194"/>
              <a:gd name="connsiteY14" fmla="*/ 140773 h 278876"/>
              <a:gd name="connsiteX15" fmla="*/ 272681 w 305194"/>
              <a:gd name="connsiteY15" fmla="*/ 210471 h 278876"/>
              <a:gd name="connsiteX16" fmla="*/ 258668 w 305194"/>
              <a:gd name="connsiteY16" fmla="*/ 276358 h 278876"/>
              <a:gd name="connsiteX17" fmla="*/ 204250 w 305194"/>
              <a:gd name="connsiteY17" fmla="*/ 256865 h 278876"/>
              <a:gd name="connsiteX18" fmla="*/ 169325 w 305194"/>
              <a:gd name="connsiteY18" fmla="*/ 196220 h 278876"/>
              <a:gd name="connsiteX19" fmla="*/ 157494 w 305194"/>
              <a:gd name="connsiteY19" fmla="*/ 120002 h 278876"/>
              <a:gd name="connsiteX20" fmla="*/ 157647 w 305194"/>
              <a:gd name="connsiteY20" fmla="*/ 107310 h 278876"/>
              <a:gd name="connsiteX21" fmla="*/ 131584 w 305194"/>
              <a:gd name="connsiteY21" fmla="*/ 107483 h 278876"/>
              <a:gd name="connsiteX22" fmla="*/ 91442 w 305194"/>
              <a:gd name="connsiteY22" fmla="*/ 146209 h 278876"/>
              <a:gd name="connsiteX23" fmla="*/ 76468 w 305194"/>
              <a:gd name="connsiteY23" fmla="*/ 164663 h 278876"/>
              <a:gd name="connsiteX24" fmla="*/ 53199 w 305194"/>
              <a:gd name="connsiteY24" fmla="*/ 189094 h 278876"/>
              <a:gd name="connsiteX25" fmla="*/ 10918 w 305194"/>
              <a:gd name="connsiteY25" fmla="*/ 191541 h 278876"/>
              <a:gd name="connsiteX26" fmla="*/ 4 w 305194"/>
              <a:gd name="connsiteY26" fmla="*/ 167370 h 278876"/>
              <a:gd name="connsiteX27" fmla="*/ 5025 w 305194"/>
              <a:gd name="connsiteY27" fmla="*/ 148375 h 278876"/>
              <a:gd name="connsiteX28" fmla="*/ 27464 w 305194"/>
              <a:gd name="connsiteY28" fmla="*/ 123814 h 278876"/>
              <a:gd name="connsiteX29" fmla="*/ 75813 w 305194"/>
              <a:gd name="connsiteY29" fmla="*/ 96459 h 278876"/>
              <a:gd name="connsiteX30" fmla="*/ 154264 w 305194"/>
              <a:gd name="connsiteY30" fmla="*/ 85261 h 27887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</a:cxnLst>
            <a:rect l="l" t="t" r="r" b="b"/>
            <a:pathLst>
              <a:path w="305194" h="278876">
                <a:moveTo>
                  <a:pt x="154264" y="85261"/>
                </a:moveTo>
                <a:cubicBezTo>
                  <a:pt x="158629" y="85932"/>
                  <a:pt x="159502" y="85044"/>
                  <a:pt x="160092" y="80929"/>
                </a:cubicBezTo>
                <a:cubicBezTo>
                  <a:pt x="161530" y="71358"/>
                  <a:pt x="164392" y="62052"/>
                  <a:pt x="168583" y="53314"/>
                </a:cubicBezTo>
                <a:cubicBezTo>
                  <a:pt x="174302" y="41662"/>
                  <a:pt x="183361" y="28861"/>
                  <a:pt x="196130" y="20263"/>
                </a:cubicBezTo>
                <a:cubicBezTo>
                  <a:pt x="208994" y="12017"/>
                  <a:pt x="223160" y="5970"/>
                  <a:pt x="238040" y="2372"/>
                </a:cubicBezTo>
                <a:cubicBezTo>
                  <a:pt x="248066" y="182"/>
                  <a:pt x="258369" y="-497"/>
                  <a:pt x="268599" y="358"/>
                </a:cubicBezTo>
                <a:cubicBezTo>
                  <a:pt x="286979" y="2004"/>
                  <a:pt x="297151" y="7202"/>
                  <a:pt x="302258" y="13938"/>
                </a:cubicBezTo>
                <a:cubicBezTo>
                  <a:pt x="303959" y="16177"/>
                  <a:pt x="304974" y="18853"/>
                  <a:pt x="305183" y="21649"/>
                </a:cubicBezTo>
                <a:cubicBezTo>
                  <a:pt x="305336" y="25006"/>
                  <a:pt x="303874" y="29359"/>
                  <a:pt x="299006" y="33648"/>
                </a:cubicBezTo>
                <a:cubicBezTo>
                  <a:pt x="294138" y="37936"/>
                  <a:pt x="284228" y="43026"/>
                  <a:pt x="270498" y="47596"/>
                </a:cubicBezTo>
                <a:cubicBezTo>
                  <a:pt x="256267" y="52296"/>
                  <a:pt x="236796" y="57278"/>
                  <a:pt x="217391" y="61696"/>
                </a:cubicBezTo>
                <a:cubicBezTo>
                  <a:pt x="206142" y="64214"/>
                  <a:pt x="195049" y="67374"/>
                  <a:pt x="184168" y="71161"/>
                </a:cubicBezTo>
                <a:cubicBezTo>
                  <a:pt x="171333" y="75493"/>
                  <a:pt x="167470" y="88163"/>
                  <a:pt x="175437" y="92040"/>
                </a:cubicBezTo>
                <a:cubicBezTo>
                  <a:pt x="184418" y="96399"/>
                  <a:pt x="192814" y="101857"/>
                  <a:pt x="200430" y="108284"/>
                </a:cubicBezTo>
                <a:cubicBezTo>
                  <a:pt x="212658" y="117917"/>
                  <a:pt x="223823" y="128807"/>
                  <a:pt x="233740" y="140773"/>
                </a:cubicBezTo>
                <a:cubicBezTo>
                  <a:pt x="245811" y="155414"/>
                  <a:pt x="265587" y="183354"/>
                  <a:pt x="272681" y="210471"/>
                </a:cubicBezTo>
                <a:cubicBezTo>
                  <a:pt x="280561" y="240252"/>
                  <a:pt x="275650" y="268474"/>
                  <a:pt x="258668" y="276358"/>
                </a:cubicBezTo>
                <a:cubicBezTo>
                  <a:pt x="242013" y="284111"/>
                  <a:pt x="219835" y="272935"/>
                  <a:pt x="204250" y="256865"/>
                </a:cubicBezTo>
                <a:cubicBezTo>
                  <a:pt x="189451" y="241703"/>
                  <a:pt x="179104" y="223748"/>
                  <a:pt x="169325" y="196220"/>
                </a:cubicBezTo>
                <a:cubicBezTo>
                  <a:pt x="160899" y="172395"/>
                  <a:pt x="157494" y="138022"/>
                  <a:pt x="157494" y="120002"/>
                </a:cubicBezTo>
                <a:cubicBezTo>
                  <a:pt x="157494" y="114002"/>
                  <a:pt x="157494" y="112724"/>
                  <a:pt x="157647" y="107310"/>
                </a:cubicBezTo>
                <a:cubicBezTo>
                  <a:pt x="158215" y="102588"/>
                  <a:pt x="145380" y="98646"/>
                  <a:pt x="131584" y="107483"/>
                </a:cubicBezTo>
                <a:cubicBezTo>
                  <a:pt x="115890" y="117511"/>
                  <a:pt x="100523" y="135640"/>
                  <a:pt x="91442" y="146209"/>
                </a:cubicBezTo>
                <a:cubicBezTo>
                  <a:pt x="87491" y="150822"/>
                  <a:pt x="82122" y="157580"/>
                  <a:pt x="76468" y="164663"/>
                </a:cubicBezTo>
                <a:cubicBezTo>
                  <a:pt x="68981" y="173976"/>
                  <a:pt x="60730" y="183679"/>
                  <a:pt x="53199" y="189094"/>
                </a:cubicBezTo>
                <a:cubicBezTo>
                  <a:pt x="41914" y="197086"/>
                  <a:pt x="23731" y="200551"/>
                  <a:pt x="10918" y="191541"/>
                </a:cubicBezTo>
                <a:cubicBezTo>
                  <a:pt x="3824" y="186516"/>
                  <a:pt x="4" y="177030"/>
                  <a:pt x="4" y="167370"/>
                </a:cubicBezTo>
                <a:cubicBezTo>
                  <a:pt x="-96" y="160703"/>
                  <a:pt x="1640" y="154135"/>
                  <a:pt x="5025" y="148375"/>
                </a:cubicBezTo>
                <a:cubicBezTo>
                  <a:pt x="9390" y="140946"/>
                  <a:pt x="16310" y="132954"/>
                  <a:pt x="27464" y="123814"/>
                </a:cubicBezTo>
                <a:cubicBezTo>
                  <a:pt x="42199" y="112477"/>
                  <a:pt x="58477" y="103268"/>
                  <a:pt x="75813" y="96459"/>
                </a:cubicBezTo>
                <a:cubicBezTo>
                  <a:pt x="103928" y="85218"/>
                  <a:pt x="134204" y="81687"/>
                  <a:pt x="154264" y="85261"/>
                </a:cubicBezTo>
                <a:close/>
              </a:path>
            </a:pathLst>
          </a:custGeom>
          <a:solidFill>
            <a:srgbClr val="00C8FF"/>
          </a:solidFill>
          <a:ln w="2177" cap="flat">
            <a:noFill/>
            <a:prstDash val="solid"/>
            <a:miter/>
          </a:ln>
        </p:spPr>
        <p:txBody>
          <a:bodyPr rtlCol="0" anchor="ctr"/>
          <a:lstStyle/>
          <a:p>
            <a:endParaRPr lang="en-US" sz="1800" noProof="0"/>
          </a:p>
        </p:txBody>
      </p:sp>
      <p:sp>
        <p:nvSpPr>
          <p:cNvPr id="9" name="Freeform 8">
            <a:extLst>
              <a:ext uri="{FF2B5EF4-FFF2-40B4-BE49-F238E27FC236}">
                <a16:creationId xmlns:a16="http://schemas.microsoft.com/office/drawing/2014/main" id="{0EA2525B-1F90-06DF-E4CD-55E0E335D25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40071" y="6070713"/>
            <a:ext cx="976942" cy="258650"/>
          </a:xfrm>
          <a:custGeom>
            <a:avLst/>
            <a:gdLst>
              <a:gd name="connsiteX0" fmla="*/ 785859 w 976815"/>
              <a:gd name="connsiteY0" fmla="*/ 83254 h 258650"/>
              <a:gd name="connsiteX1" fmla="*/ 733522 w 976815"/>
              <a:gd name="connsiteY1" fmla="*/ 135944 h 258650"/>
              <a:gd name="connsiteX2" fmla="*/ 733522 w 976815"/>
              <a:gd name="connsiteY2" fmla="*/ 189256 h 258650"/>
              <a:gd name="connsiteX3" fmla="*/ 785859 w 976815"/>
              <a:gd name="connsiteY3" fmla="*/ 242212 h 258650"/>
              <a:gd name="connsiteX4" fmla="*/ 838818 w 976815"/>
              <a:gd name="connsiteY4" fmla="*/ 189256 h 258650"/>
              <a:gd name="connsiteX5" fmla="*/ 838818 w 976815"/>
              <a:gd name="connsiteY5" fmla="*/ 135944 h 258650"/>
              <a:gd name="connsiteX6" fmla="*/ 785859 w 976815"/>
              <a:gd name="connsiteY6" fmla="*/ 83254 h 258650"/>
              <a:gd name="connsiteX7" fmla="*/ 434248 w 976815"/>
              <a:gd name="connsiteY7" fmla="*/ 82632 h 258650"/>
              <a:gd name="connsiteX8" fmla="*/ 385021 w 976815"/>
              <a:gd name="connsiteY8" fmla="*/ 135589 h 258650"/>
              <a:gd name="connsiteX9" fmla="*/ 385021 w 976815"/>
              <a:gd name="connsiteY9" fmla="*/ 156647 h 258650"/>
              <a:gd name="connsiteX10" fmla="*/ 485608 w 976815"/>
              <a:gd name="connsiteY10" fmla="*/ 156647 h 258650"/>
              <a:gd name="connsiteX11" fmla="*/ 485608 w 976815"/>
              <a:gd name="connsiteY11" fmla="*/ 136655 h 258650"/>
              <a:gd name="connsiteX12" fmla="*/ 485519 w 976815"/>
              <a:gd name="connsiteY12" fmla="*/ 136655 h 258650"/>
              <a:gd name="connsiteX13" fmla="*/ 434248 w 976815"/>
              <a:gd name="connsiteY13" fmla="*/ 82632 h 258650"/>
              <a:gd name="connsiteX14" fmla="*/ 182158 w 976815"/>
              <a:gd name="connsiteY14" fmla="*/ 82632 h 258650"/>
              <a:gd name="connsiteX15" fmla="*/ 132931 w 976815"/>
              <a:gd name="connsiteY15" fmla="*/ 135589 h 258650"/>
              <a:gd name="connsiteX16" fmla="*/ 132931 w 976815"/>
              <a:gd name="connsiteY16" fmla="*/ 156647 h 258650"/>
              <a:gd name="connsiteX17" fmla="*/ 233518 w 976815"/>
              <a:gd name="connsiteY17" fmla="*/ 156647 h 258650"/>
              <a:gd name="connsiteX18" fmla="*/ 233518 w 976815"/>
              <a:gd name="connsiteY18" fmla="*/ 136655 h 258650"/>
              <a:gd name="connsiteX19" fmla="*/ 233429 w 976815"/>
              <a:gd name="connsiteY19" fmla="*/ 136655 h 258650"/>
              <a:gd name="connsiteX20" fmla="*/ 182158 w 976815"/>
              <a:gd name="connsiteY20" fmla="*/ 82632 h 258650"/>
              <a:gd name="connsiteX21" fmla="*/ 907861 w 976815"/>
              <a:gd name="connsiteY21" fmla="*/ 69038 h 258650"/>
              <a:gd name="connsiteX22" fmla="*/ 916391 w 976815"/>
              <a:gd name="connsiteY22" fmla="*/ 71082 h 258650"/>
              <a:gd name="connsiteX23" fmla="*/ 916391 w 976815"/>
              <a:gd name="connsiteY23" fmla="*/ 112220 h 258650"/>
              <a:gd name="connsiteX24" fmla="*/ 968018 w 976815"/>
              <a:gd name="connsiteY24" fmla="*/ 69749 h 258650"/>
              <a:gd name="connsiteX25" fmla="*/ 974771 w 976815"/>
              <a:gd name="connsiteY25" fmla="*/ 69749 h 258650"/>
              <a:gd name="connsiteX26" fmla="*/ 976815 w 976815"/>
              <a:gd name="connsiteY26" fmla="*/ 79611 h 258650"/>
              <a:gd name="connsiteX27" fmla="*/ 974060 w 976815"/>
              <a:gd name="connsiteY27" fmla="*/ 88763 h 258650"/>
              <a:gd name="connsiteX28" fmla="*/ 963219 w 976815"/>
              <a:gd name="connsiteY28" fmla="*/ 88763 h 258650"/>
              <a:gd name="connsiteX29" fmla="*/ 963219 w 976815"/>
              <a:gd name="connsiteY29" fmla="*/ 88674 h 258650"/>
              <a:gd name="connsiteX30" fmla="*/ 917013 w 976815"/>
              <a:gd name="connsiteY30" fmla="*/ 130791 h 258650"/>
              <a:gd name="connsiteX31" fmla="*/ 917013 w 976815"/>
              <a:gd name="connsiteY31" fmla="*/ 253852 h 258650"/>
              <a:gd name="connsiteX32" fmla="*/ 907861 w 976815"/>
              <a:gd name="connsiteY32" fmla="*/ 255896 h 258650"/>
              <a:gd name="connsiteX33" fmla="*/ 899064 w 976815"/>
              <a:gd name="connsiteY33" fmla="*/ 253852 h 258650"/>
              <a:gd name="connsiteX34" fmla="*/ 899064 w 976815"/>
              <a:gd name="connsiteY34" fmla="*/ 71082 h 258650"/>
              <a:gd name="connsiteX35" fmla="*/ 907861 w 976815"/>
              <a:gd name="connsiteY35" fmla="*/ 69038 h 258650"/>
              <a:gd name="connsiteX36" fmla="*/ 785859 w 976815"/>
              <a:gd name="connsiteY36" fmla="*/ 66639 h 258650"/>
              <a:gd name="connsiteX37" fmla="*/ 857212 w 976815"/>
              <a:gd name="connsiteY37" fmla="*/ 132923 h 258650"/>
              <a:gd name="connsiteX38" fmla="*/ 857212 w 976815"/>
              <a:gd name="connsiteY38" fmla="*/ 192366 h 258650"/>
              <a:gd name="connsiteX39" fmla="*/ 785859 w 976815"/>
              <a:gd name="connsiteY39" fmla="*/ 258650 h 258650"/>
              <a:gd name="connsiteX40" fmla="*/ 715217 w 976815"/>
              <a:gd name="connsiteY40" fmla="*/ 192366 h 258650"/>
              <a:gd name="connsiteX41" fmla="*/ 715217 w 976815"/>
              <a:gd name="connsiteY41" fmla="*/ 132923 h 258650"/>
              <a:gd name="connsiteX42" fmla="*/ 785859 w 976815"/>
              <a:gd name="connsiteY42" fmla="*/ 66639 h 258650"/>
              <a:gd name="connsiteX43" fmla="*/ 627870 w 976815"/>
              <a:gd name="connsiteY43" fmla="*/ 66639 h 258650"/>
              <a:gd name="connsiteX44" fmla="*/ 676120 w 976815"/>
              <a:gd name="connsiteY44" fmla="*/ 121017 h 258650"/>
              <a:gd name="connsiteX45" fmla="*/ 676120 w 976815"/>
              <a:gd name="connsiteY45" fmla="*/ 253852 h 258650"/>
              <a:gd name="connsiteX46" fmla="*/ 666967 w 976815"/>
              <a:gd name="connsiteY46" fmla="*/ 255896 h 258650"/>
              <a:gd name="connsiteX47" fmla="*/ 657815 w 976815"/>
              <a:gd name="connsiteY47" fmla="*/ 253852 h 258650"/>
              <a:gd name="connsiteX48" fmla="*/ 657815 w 976815"/>
              <a:gd name="connsiteY48" fmla="*/ 129103 h 258650"/>
              <a:gd name="connsiteX49" fmla="*/ 622449 w 976815"/>
              <a:gd name="connsiteY49" fmla="*/ 84943 h 258650"/>
              <a:gd name="connsiteX50" fmla="*/ 563981 w 976815"/>
              <a:gd name="connsiteY50" fmla="*/ 124393 h 258650"/>
              <a:gd name="connsiteX51" fmla="*/ 563981 w 976815"/>
              <a:gd name="connsiteY51" fmla="*/ 253852 h 258650"/>
              <a:gd name="connsiteX52" fmla="*/ 554828 w 976815"/>
              <a:gd name="connsiteY52" fmla="*/ 255896 h 258650"/>
              <a:gd name="connsiteX53" fmla="*/ 545676 w 976815"/>
              <a:gd name="connsiteY53" fmla="*/ 253852 h 258650"/>
              <a:gd name="connsiteX54" fmla="*/ 545676 w 976815"/>
              <a:gd name="connsiteY54" fmla="*/ 71082 h 258650"/>
              <a:gd name="connsiteX55" fmla="*/ 554828 w 976815"/>
              <a:gd name="connsiteY55" fmla="*/ 69038 h 258650"/>
              <a:gd name="connsiteX56" fmla="*/ 563625 w 976815"/>
              <a:gd name="connsiteY56" fmla="*/ 71082 h 258650"/>
              <a:gd name="connsiteX57" fmla="*/ 563625 w 976815"/>
              <a:gd name="connsiteY57" fmla="*/ 104046 h 258650"/>
              <a:gd name="connsiteX58" fmla="*/ 627870 w 976815"/>
              <a:gd name="connsiteY58" fmla="*/ 66639 h 258650"/>
              <a:gd name="connsiteX59" fmla="*/ 434337 w 976815"/>
              <a:gd name="connsiteY59" fmla="*/ 66550 h 258650"/>
              <a:gd name="connsiteX60" fmla="*/ 504002 w 976815"/>
              <a:gd name="connsiteY60" fmla="*/ 138254 h 258650"/>
              <a:gd name="connsiteX61" fmla="*/ 504002 w 976815"/>
              <a:gd name="connsiteY61" fmla="*/ 171574 h 258650"/>
              <a:gd name="connsiteX62" fmla="*/ 385021 w 976815"/>
              <a:gd name="connsiteY62" fmla="*/ 171574 h 258650"/>
              <a:gd name="connsiteX63" fmla="*/ 385021 w 976815"/>
              <a:gd name="connsiteY63" fmla="*/ 189256 h 258650"/>
              <a:gd name="connsiteX64" fmla="*/ 437358 w 976815"/>
              <a:gd name="connsiteY64" fmla="*/ 241946 h 258650"/>
              <a:gd name="connsiteX65" fmla="*/ 493072 w 976815"/>
              <a:gd name="connsiteY65" fmla="*/ 227640 h 258650"/>
              <a:gd name="connsiteX66" fmla="*/ 500892 w 976815"/>
              <a:gd name="connsiteY66" fmla="*/ 242923 h 258650"/>
              <a:gd name="connsiteX67" fmla="*/ 438069 w 976815"/>
              <a:gd name="connsiteY67" fmla="*/ 258561 h 258650"/>
              <a:gd name="connsiteX68" fmla="*/ 366716 w 976815"/>
              <a:gd name="connsiteY68" fmla="*/ 190589 h 258650"/>
              <a:gd name="connsiteX69" fmla="*/ 366716 w 976815"/>
              <a:gd name="connsiteY69" fmla="*/ 134522 h 258650"/>
              <a:gd name="connsiteX70" fmla="*/ 434337 w 976815"/>
              <a:gd name="connsiteY70" fmla="*/ 66550 h 258650"/>
              <a:gd name="connsiteX71" fmla="*/ 182247 w 976815"/>
              <a:gd name="connsiteY71" fmla="*/ 66550 h 258650"/>
              <a:gd name="connsiteX72" fmla="*/ 251912 w 976815"/>
              <a:gd name="connsiteY72" fmla="*/ 138254 h 258650"/>
              <a:gd name="connsiteX73" fmla="*/ 251912 w 976815"/>
              <a:gd name="connsiteY73" fmla="*/ 171574 h 258650"/>
              <a:gd name="connsiteX74" fmla="*/ 132931 w 976815"/>
              <a:gd name="connsiteY74" fmla="*/ 171574 h 258650"/>
              <a:gd name="connsiteX75" fmla="*/ 132931 w 976815"/>
              <a:gd name="connsiteY75" fmla="*/ 189256 h 258650"/>
              <a:gd name="connsiteX76" fmla="*/ 185268 w 976815"/>
              <a:gd name="connsiteY76" fmla="*/ 241946 h 258650"/>
              <a:gd name="connsiteX77" fmla="*/ 240982 w 976815"/>
              <a:gd name="connsiteY77" fmla="*/ 227640 h 258650"/>
              <a:gd name="connsiteX78" fmla="*/ 248802 w 976815"/>
              <a:gd name="connsiteY78" fmla="*/ 242923 h 258650"/>
              <a:gd name="connsiteX79" fmla="*/ 185979 w 976815"/>
              <a:gd name="connsiteY79" fmla="*/ 258561 h 258650"/>
              <a:gd name="connsiteX80" fmla="*/ 114626 w 976815"/>
              <a:gd name="connsiteY80" fmla="*/ 190589 h 258650"/>
              <a:gd name="connsiteX81" fmla="*/ 114626 w 976815"/>
              <a:gd name="connsiteY81" fmla="*/ 134522 h 258650"/>
              <a:gd name="connsiteX82" fmla="*/ 182247 w 976815"/>
              <a:gd name="connsiteY82" fmla="*/ 66550 h 258650"/>
              <a:gd name="connsiteX83" fmla="*/ 37409 w 976815"/>
              <a:gd name="connsiteY83" fmla="*/ 28877 h 258650"/>
              <a:gd name="connsiteX84" fmla="*/ 46562 w 976815"/>
              <a:gd name="connsiteY84" fmla="*/ 30921 h 258650"/>
              <a:gd name="connsiteX85" fmla="*/ 46562 w 976815"/>
              <a:gd name="connsiteY85" fmla="*/ 75436 h 258650"/>
              <a:gd name="connsiteX86" fmla="*/ 86637 w 976815"/>
              <a:gd name="connsiteY86" fmla="*/ 75436 h 258650"/>
              <a:gd name="connsiteX87" fmla="*/ 88680 w 976815"/>
              <a:gd name="connsiteY87" fmla="*/ 83255 h 258650"/>
              <a:gd name="connsiteX88" fmla="*/ 86637 w 976815"/>
              <a:gd name="connsiteY88" fmla="*/ 90719 h 258650"/>
              <a:gd name="connsiteX89" fmla="*/ 46562 w 976815"/>
              <a:gd name="connsiteY89" fmla="*/ 90719 h 258650"/>
              <a:gd name="connsiteX90" fmla="*/ 46562 w 976815"/>
              <a:gd name="connsiteY90" fmla="*/ 218756 h 258650"/>
              <a:gd name="connsiteX91" fmla="*/ 67621 w 976815"/>
              <a:gd name="connsiteY91" fmla="*/ 238481 h 258650"/>
              <a:gd name="connsiteX92" fmla="*/ 86281 w 976815"/>
              <a:gd name="connsiteY92" fmla="*/ 238481 h 258650"/>
              <a:gd name="connsiteX93" fmla="*/ 89302 w 976815"/>
              <a:gd name="connsiteY93" fmla="*/ 245945 h 258650"/>
              <a:gd name="connsiteX94" fmla="*/ 86281 w 976815"/>
              <a:gd name="connsiteY94" fmla="*/ 254474 h 258650"/>
              <a:gd name="connsiteX95" fmla="*/ 63267 w 976815"/>
              <a:gd name="connsiteY95" fmla="*/ 254474 h 258650"/>
              <a:gd name="connsiteX96" fmla="*/ 28257 w 976815"/>
              <a:gd name="connsiteY96" fmla="*/ 219466 h 258650"/>
              <a:gd name="connsiteX97" fmla="*/ 28257 w 976815"/>
              <a:gd name="connsiteY97" fmla="*/ 90719 h 258650"/>
              <a:gd name="connsiteX98" fmla="*/ 2399 w 976815"/>
              <a:gd name="connsiteY98" fmla="*/ 90719 h 258650"/>
              <a:gd name="connsiteX99" fmla="*/ 0 w 976815"/>
              <a:gd name="connsiteY99" fmla="*/ 83255 h 258650"/>
              <a:gd name="connsiteX100" fmla="*/ 2399 w 976815"/>
              <a:gd name="connsiteY100" fmla="*/ 75436 h 258650"/>
              <a:gd name="connsiteX101" fmla="*/ 28257 w 976815"/>
              <a:gd name="connsiteY101" fmla="*/ 75436 h 258650"/>
              <a:gd name="connsiteX102" fmla="*/ 28257 w 976815"/>
              <a:gd name="connsiteY102" fmla="*/ 30921 h 258650"/>
              <a:gd name="connsiteX103" fmla="*/ 37409 w 976815"/>
              <a:gd name="connsiteY103" fmla="*/ 28877 h 258650"/>
              <a:gd name="connsiteX104" fmla="*/ 302027 w 976815"/>
              <a:gd name="connsiteY104" fmla="*/ 0 h 258650"/>
              <a:gd name="connsiteX105" fmla="*/ 311180 w 976815"/>
              <a:gd name="connsiteY105" fmla="*/ 2044 h 258650"/>
              <a:gd name="connsiteX106" fmla="*/ 311180 w 976815"/>
              <a:gd name="connsiteY106" fmla="*/ 218756 h 258650"/>
              <a:gd name="connsiteX107" fmla="*/ 332595 w 976815"/>
              <a:gd name="connsiteY107" fmla="*/ 238836 h 258650"/>
              <a:gd name="connsiteX108" fmla="*/ 341747 w 976815"/>
              <a:gd name="connsiteY108" fmla="*/ 238836 h 258650"/>
              <a:gd name="connsiteX109" fmla="*/ 344768 w 976815"/>
              <a:gd name="connsiteY109" fmla="*/ 246300 h 258650"/>
              <a:gd name="connsiteX110" fmla="*/ 341747 w 976815"/>
              <a:gd name="connsiteY110" fmla="*/ 254475 h 258650"/>
              <a:gd name="connsiteX111" fmla="*/ 327885 w 976815"/>
              <a:gd name="connsiteY111" fmla="*/ 254475 h 258650"/>
              <a:gd name="connsiteX112" fmla="*/ 292875 w 976815"/>
              <a:gd name="connsiteY112" fmla="*/ 219467 h 258650"/>
              <a:gd name="connsiteX113" fmla="*/ 292875 w 976815"/>
              <a:gd name="connsiteY113" fmla="*/ 2044 h 258650"/>
              <a:gd name="connsiteX114" fmla="*/ 302027 w 976815"/>
              <a:gd name="connsiteY114" fmla="*/ 0 h 2586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</a:cxnLst>
            <a:rect l="l" t="t" r="r" b="b"/>
            <a:pathLst>
              <a:path w="976815" h="258650">
                <a:moveTo>
                  <a:pt x="785859" y="83254"/>
                </a:moveTo>
                <a:cubicBezTo>
                  <a:pt x="753248" y="83254"/>
                  <a:pt x="733522" y="97204"/>
                  <a:pt x="733522" y="135944"/>
                </a:cubicBezTo>
                <a:lnTo>
                  <a:pt x="733522" y="189256"/>
                </a:lnTo>
                <a:cubicBezTo>
                  <a:pt x="733522" y="227640"/>
                  <a:pt x="753248" y="242212"/>
                  <a:pt x="785859" y="242212"/>
                </a:cubicBezTo>
                <a:cubicBezTo>
                  <a:pt x="818825" y="242212"/>
                  <a:pt x="838818" y="228262"/>
                  <a:pt x="838818" y="189256"/>
                </a:cubicBezTo>
                <a:lnTo>
                  <a:pt x="838818" y="135944"/>
                </a:lnTo>
                <a:cubicBezTo>
                  <a:pt x="838907" y="97560"/>
                  <a:pt x="818825" y="83254"/>
                  <a:pt x="785859" y="83254"/>
                </a:cubicBezTo>
                <a:close/>
                <a:moveTo>
                  <a:pt x="434248" y="82632"/>
                </a:moveTo>
                <a:cubicBezTo>
                  <a:pt x="407413" y="82632"/>
                  <a:pt x="385021" y="100314"/>
                  <a:pt x="385021" y="135589"/>
                </a:cubicBezTo>
                <a:lnTo>
                  <a:pt x="385021" y="156647"/>
                </a:lnTo>
                <a:lnTo>
                  <a:pt x="485608" y="156647"/>
                </a:lnTo>
                <a:lnTo>
                  <a:pt x="485608" y="136655"/>
                </a:lnTo>
                <a:lnTo>
                  <a:pt x="485519" y="136655"/>
                </a:lnTo>
                <a:cubicBezTo>
                  <a:pt x="485519" y="100314"/>
                  <a:pt x="462061" y="82632"/>
                  <a:pt x="434248" y="82632"/>
                </a:cubicBezTo>
                <a:close/>
                <a:moveTo>
                  <a:pt x="182158" y="82632"/>
                </a:moveTo>
                <a:cubicBezTo>
                  <a:pt x="155323" y="82632"/>
                  <a:pt x="132931" y="100314"/>
                  <a:pt x="132931" y="135589"/>
                </a:cubicBezTo>
                <a:lnTo>
                  <a:pt x="132931" y="156647"/>
                </a:lnTo>
                <a:lnTo>
                  <a:pt x="233518" y="156647"/>
                </a:lnTo>
                <a:lnTo>
                  <a:pt x="233518" y="136655"/>
                </a:lnTo>
                <a:lnTo>
                  <a:pt x="233429" y="136655"/>
                </a:lnTo>
                <a:cubicBezTo>
                  <a:pt x="233429" y="100314"/>
                  <a:pt x="209971" y="82632"/>
                  <a:pt x="182158" y="82632"/>
                </a:cubicBezTo>
                <a:close/>
                <a:moveTo>
                  <a:pt x="907861" y="69038"/>
                </a:moveTo>
                <a:cubicBezTo>
                  <a:pt x="911237" y="69038"/>
                  <a:pt x="916391" y="69038"/>
                  <a:pt x="916391" y="71082"/>
                </a:cubicBezTo>
                <a:lnTo>
                  <a:pt x="916391" y="112220"/>
                </a:lnTo>
                <a:cubicBezTo>
                  <a:pt x="936740" y="81300"/>
                  <a:pt x="947669" y="69749"/>
                  <a:pt x="968018" y="69749"/>
                </a:cubicBezTo>
                <a:lnTo>
                  <a:pt x="974771" y="69749"/>
                </a:lnTo>
                <a:cubicBezTo>
                  <a:pt x="976815" y="69749"/>
                  <a:pt x="976815" y="76235"/>
                  <a:pt x="976815" y="79611"/>
                </a:cubicBezTo>
                <a:cubicBezTo>
                  <a:pt x="976815" y="82988"/>
                  <a:pt x="976104" y="88763"/>
                  <a:pt x="974060" y="88763"/>
                </a:cubicBezTo>
                <a:lnTo>
                  <a:pt x="963219" y="88763"/>
                </a:lnTo>
                <a:lnTo>
                  <a:pt x="963219" y="88674"/>
                </a:lnTo>
                <a:cubicBezTo>
                  <a:pt x="948291" y="88674"/>
                  <a:pt x="935673" y="102269"/>
                  <a:pt x="917013" y="130791"/>
                </a:cubicBezTo>
                <a:lnTo>
                  <a:pt x="917013" y="253852"/>
                </a:lnTo>
                <a:cubicBezTo>
                  <a:pt x="917013" y="255896"/>
                  <a:pt x="911237" y="255896"/>
                  <a:pt x="907861" y="255896"/>
                </a:cubicBezTo>
                <a:cubicBezTo>
                  <a:pt x="904484" y="255896"/>
                  <a:pt x="899064" y="255896"/>
                  <a:pt x="899064" y="253852"/>
                </a:cubicBezTo>
                <a:lnTo>
                  <a:pt x="899064" y="71082"/>
                </a:lnTo>
                <a:cubicBezTo>
                  <a:pt x="899064" y="69038"/>
                  <a:pt x="904484" y="69038"/>
                  <a:pt x="907861" y="69038"/>
                </a:cubicBezTo>
                <a:close/>
                <a:moveTo>
                  <a:pt x="785859" y="66639"/>
                </a:moveTo>
                <a:cubicBezTo>
                  <a:pt x="831088" y="66639"/>
                  <a:pt x="857212" y="90096"/>
                  <a:pt x="857212" y="132923"/>
                </a:cubicBezTo>
                <a:lnTo>
                  <a:pt x="857212" y="192366"/>
                </a:lnTo>
                <a:cubicBezTo>
                  <a:pt x="857212" y="234837"/>
                  <a:pt x="831088" y="258650"/>
                  <a:pt x="785859" y="258650"/>
                </a:cubicBezTo>
                <a:cubicBezTo>
                  <a:pt x="741075" y="258561"/>
                  <a:pt x="715217" y="234837"/>
                  <a:pt x="715217" y="192366"/>
                </a:cubicBezTo>
                <a:lnTo>
                  <a:pt x="715217" y="132923"/>
                </a:lnTo>
                <a:cubicBezTo>
                  <a:pt x="715217" y="90096"/>
                  <a:pt x="741075" y="66639"/>
                  <a:pt x="785859" y="66639"/>
                </a:cubicBezTo>
                <a:close/>
                <a:moveTo>
                  <a:pt x="627870" y="66639"/>
                </a:moveTo>
                <a:cubicBezTo>
                  <a:pt x="657459" y="66639"/>
                  <a:pt x="676120" y="88763"/>
                  <a:pt x="676120" y="121017"/>
                </a:cubicBezTo>
                <a:lnTo>
                  <a:pt x="676120" y="253852"/>
                </a:lnTo>
                <a:cubicBezTo>
                  <a:pt x="676120" y="255896"/>
                  <a:pt x="670344" y="255896"/>
                  <a:pt x="666967" y="255896"/>
                </a:cubicBezTo>
                <a:cubicBezTo>
                  <a:pt x="663591" y="255896"/>
                  <a:pt x="657815" y="255896"/>
                  <a:pt x="657815" y="253852"/>
                </a:cubicBezTo>
                <a:lnTo>
                  <a:pt x="657815" y="129103"/>
                </a:lnTo>
                <a:cubicBezTo>
                  <a:pt x="657815" y="98893"/>
                  <a:pt x="644575" y="84943"/>
                  <a:pt x="622449" y="84943"/>
                </a:cubicBezTo>
                <a:cubicBezTo>
                  <a:pt x="598991" y="84943"/>
                  <a:pt x="577221" y="105023"/>
                  <a:pt x="563981" y="124393"/>
                </a:cubicBezTo>
                <a:lnTo>
                  <a:pt x="563981" y="253852"/>
                </a:lnTo>
                <a:cubicBezTo>
                  <a:pt x="563981" y="255896"/>
                  <a:pt x="558205" y="255896"/>
                  <a:pt x="554828" y="255896"/>
                </a:cubicBezTo>
                <a:cubicBezTo>
                  <a:pt x="551452" y="255896"/>
                  <a:pt x="545676" y="255896"/>
                  <a:pt x="545676" y="253852"/>
                </a:cubicBezTo>
                <a:lnTo>
                  <a:pt x="545676" y="71082"/>
                </a:lnTo>
                <a:cubicBezTo>
                  <a:pt x="545676" y="69038"/>
                  <a:pt x="551452" y="69038"/>
                  <a:pt x="554828" y="69038"/>
                </a:cubicBezTo>
                <a:cubicBezTo>
                  <a:pt x="558205" y="69038"/>
                  <a:pt x="563625" y="69038"/>
                  <a:pt x="563625" y="71082"/>
                </a:cubicBezTo>
                <a:lnTo>
                  <a:pt x="563625" y="104046"/>
                </a:lnTo>
                <a:cubicBezTo>
                  <a:pt x="578198" y="83343"/>
                  <a:pt x="600679" y="66639"/>
                  <a:pt x="627870" y="66639"/>
                </a:cubicBezTo>
                <a:close/>
                <a:moveTo>
                  <a:pt x="434337" y="66550"/>
                </a:moveTo>
                <a:cubicBezTo>
                  <a:pt x="475745" y="66550"/>
                  <a:pt x="504002" y="93028"/>
                  <a:pt x="504002" y="138254"/>
                </a:cubicBezTo>
                <a:lnTo>
                  <a:pt x="504002" y="171574"/>
                </a:lnTo>
                <a:lnTo>
                  <a:pt x="385021" y="171574"/>
                </a:lnTo>
                <a:lnTo>
                  <a:pt x="385021" y="189256"/>
                </a:lnTo>
                <a:cubicBezTo>
                  <a:pt x="385021" y="221865"/>
                  <a:pt x="402348" y="241946"/>
                  <a:pt x="437358" y="241946"/>
                </a:cubicBezTo>
                <a:cubicBezTo>
                  <a:pt x="463838" y="241946"/>
                  <a:pt x="479832" y="234837"/>
                  <a:pt x="493072" y="227640"/>
                </a:cubicBezTo>
                <a:cubicBezTo>
                  <a:pt x="495827" y="226307"/>
                  <a:pt x="504268" y="240879"/>
                  <a:pt x="500892" y="242923"/>
                </a:cubicBezTo>
                <a:cubicBezTo>
                  <a:pt x="483564" y="252786"/>
                  <a:pt x="462149" y="258561"/>
                  <a:pt x="438069" y="258561"/>
                </a:cubicBezTo>
                <a:cubicBezTo>
                  <a:pt x="393196" y="258561"/>
                  <a:pt x="366716" y="233416"/>
                  <a:pt x="366716" y="190589"/>
                </a:cubicBezTo>
                <a:lnTo>
                  <a:pt x="366716" y="134522"/>
                </a:lnTo>
                <a:cubicBezTo>
                  <a:pt x="366716" y="93117"/>
                  <a:pt x="395950" y="66550"/>
                  <a:pt x="434337" y="66550"/>
                </a:cubicBezTo>
                <a:close/>
                <a:moveTo>
                  <a:pt x="182247" y="66550"/>
                </a:moveTo>
                <a:cubicBezTo>
                  <a:pt x="223655" y="66550"/>
                  <a:pt x="251912" y="93028"/>
                  <a:pt x="251912" y="138254"/>
                </a:cubicBezTo>
                <a:lnTo>
                  <a:pt x="251912" y="171574"/>
                </a:lnTo>
                <a:lnTo>
                  <a:pt x="132931" y="171574"/>
                </a:lnTo>
                <a:lnTo>
                  <a:pt x="132931" y="189256"/>
                </a:lnTo>
                <a:cubicBezTo>
                  <a:pt x="132931" y="221865"/>
                  <a:pt x="150258" y="241946"/>
                  <a:pt x="185268" y="241946"/>
                </a:cubicBezTo>
                <a:cubicBezTo>
                  <a:pt x="211748" y="241946"/>
                  <a:pt x="227742" y="234837"/>
                  <a:pt x="240982" y="227640"/>
                </a:cubicBezTo>
                <a:cubicBezTo>
                  <a:pt x="243737" y="226307"/>
                  <a:pt x="252178" y="240879"/>
                  <a:pt x="248802" y="242923"/>
                </a:cubicBezTo>
                <a:cubicBezTo>
                  <a:pt x="231474" y="252786"/>
                  <a:pt x="210059" y="258561"/>
                  <a:pt x="185979" y="258561"/>
                </a:cubicBezTo>
                <a:cubicBezTo>
                  <a:pt x="141106" y="258561"/>
                  <a:pt x="114626" y="233416"/>
                  <a:pt x="114626" y="190589"/>
                </a:cubicBezTo>
                <a:lnTo>
                  <a:pt x="114626" y="134522"/>
                </a:lnTo>
                <a:cubicBezTo>
                  <a:pt x="114626" y="93117"/>
                  <a:pt x="143860" y="66550"/>
                  <a:pt x="182247" y="66550"/>
                </a:cubicBezTo>
                <a:close/>
                <a:moveTo>
                  <a:pt x="37409" y="28877"/>
                </a:moveTo>
                <a:cubicBezTo>
                  <a:pt x="40786" y="28877"/>
                  <a:pt x="46562" y="28877"/>
                  <a:pt x="46562" y="30921"/>
                </a:cubicBezTo>
                <a:lnTo>
                  <a:pt x="46562" y="75436"/>
                </a:lnTo>
                <a:lnTo>
                  <a:pt x="86637" y="75436"/>
                </a:lnTo>
                <a:cubicBezTo>
                  <a:pt x="88680" y="75436"/>
                  <a:pt x="88680" y="79168"/>
                  <a:pt x="88680" y="83255"/>
                </a:cubicBezTo>
                <a:cubicBezTo>
                  <a:pt x="88680" y="87342"/>
                  <a:pt x="88680" y="90719"/>
                  <a:pt x="86637" y="90719"/>
                </a:cubicBezTo>
                <a:lnTo>
                  <a:pt x="46562" y="90719"/>
                </a:lnTo>
                <a:lnTo>
                  <a:pt x="46562" y="218756"/>
                </a:lnTo>
                <a:cubicBezTo>
                  <a:pt x="46562" y="233061"/>
                  <a:pt x="52693" y="238481"/>
                  <a:pt x="67621" y="238481"/>
                </a:cubicBezTo>
                <a:lnTo>
                  <a:pt x="86281" y="238481"/>
                </a:lnTo>
                <a:cubicBezTo>
                  <a:pt x="88680" y="238481"/>
                  <a:pt x="89302" y="239192"/>
                  <a:pt x="89302" y="245945"/>
                </a:cubicBezTo>
                <a:cubicBezTo>
                  <a:pt x="89302" y="253408"/>
                  <a:pt x="88591" y="254474"/>
                  <a:pt x="86281" y="254474"/>
                </a:cubicBezTo>
                <a:lnTo>
                  <a:pt x="63267" y="254474"/>
                </a:lnTo>
                <a:cubicBezTo>
                  <a:pt x="37765" y="254474"/>
                  <a:pt x="28257" y="239547"/>
                  <a:pt x="28257" y="219466"/>
                </a:cubicBezTo>
                <a:lnTo>
                  <a:pt x="28257" y="90719"/>
                </a:lnTo>
                <a:lnTo>
                  <a:pt x="2399" y="90719"/>
                </a:lnTo>
                <a:cubicBezTo>
                  <a:pt x="0" y="90719"/>
                  <a:pt x="0" y="86631"/>
                  <a:pt x="0" y="83255"/>
                </a:cubicBezTo>
                <a:cubicBezTo>
                  <a:pt x="0" y="79879"/>
                  <a:pt x="0" y="75436"/>
                  <a:pt x="2399" y="75436"/>
                </a:cubicBezTo>
                <a:lnTo>
                  <a:pt x="28257" y="75436"/>
                </a:lnTo>
                <a:lnTo>
                  <a:pt x="28257" y="30921"/>
                </a:lnTo>
                <a:cubicBezTo>
                  <a:pt x="28257" y="28877"/>
                  <a:pt x="34033" y="28877"/>
                  <a:pt x="37409" y="28877"/>
                </a:cubicBezTo>
                <a:close/>
                <a:moveTo>
                  <a:pt x="302027" y="0"/>
                </a:moveTo>
                <a:cubicBezTo>
                  <a:pt x="305404" y="0"/>
                  <a:pt x="311180" y="0"/>
                  <a:pt x="311180" y="2044"/>
                </a:cubicBezTo>
                <a:lnTo>
                  <a:pt x="311180" y="218756"/>
                </a:lnTo>
                <a:cubicBezTo>
                  <a:pt x="311180" y="233061"/>
                  <a:pt x="317666" y="238836"/>
                  <a:pt x="332595" y="238836"/>
                </a:cubicBezTo>
                <a:lnTo>
                  <a:pt x="341747" y="238836"/>
                </a:lnTo>
                <a:cubicBezTo>
                  <a:pt x="344146" y="238836"/>
                  <a:pt x="344768" y="239547"/>
                  <a:pt x="344768" y="246300"/>
                </a:cubicBezTo>
                <a:cubicBezTo>
                  <a:pt x="344768" y="253764"/>
                  <a:pt x="344057" y="254475"/>
                  <a:pt x="341747" y="254475"/>
                </a:cubicBezTo>
                <a:lnTo>
                  <a:pt x="327885" y="254475"/>
                </a:lnTo>
                <a:cubicBezTo>
                  <a:pt x="302738" y="254475"/>
                  <a:pt x="292875" y="239547"/>
                  <a:pt x="292875" y="219467"/>
                </a:cubicBezTo>
                <a:lnTo>
                  <a:pt x="292875" y="2044"/>
                </a:lnTo>
                <a:cubicBezTo>
                  <a:pt x="292875" y="0"/>
                  <a:pt x="298651" y="0"/>
                  <a:pt x="302027" y="0"/>
                </a:cubicBezTo>
                <a:close/>
              </a:path>
            </a:pathLst>
          </a:custGeom>
          <a:solidFill>
            <a:schemeClr val="tx1"/>
          </a:solidFill>
          <a:ln w="889" cap="flat">
            <a:noFill/>
            <a:prstDash val="solid"/>
            <a:miter/>
          </a:ln>
        </p:spPr>
        <p:txBody>
          <a:bodyPr rtlCol="0" anchor="ctr"/>
          <a:lstStyle/>
          <a:p>
            <a:endParaRPr lang="en-US" sz="1800" noProof="0"/>
          </a:p>
        </p:txBody>
      </p:sp>
      <p:sp>
        <p:nvSpPr>
          <p:cNvPr id="10" name="Date Placeholder 9">
            <a:extLst>
              <a:ext uri="{FF2B5EF4-FFF2-40B4-BE49-F238E27FC236}">
                <a16:creationId xmlns:a16="http://schemas.microsoft.com/office/drawing/2014/main" id="{1CA23922-5169-5B0D-381C-37C9E48722BC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540000" y="10800000"/>
            <a:ext cx="720475" cy="151200"/>
          </a:xfrm>
        </p:spPr>
        <p:txBody>
          <a:bodyPr/>
          <a:lstStyle/>
          <a:p>
            <a:fld id="{5826471E-291F-2842-BA7A-B095A00A2AD9}" type="datetime1">
              <a:rPr lang="nb-NO" smtClean="0"/>
              <a:t>18.09.2026</a:t>
            </a:fld>
            <a:endParaRPr lang="en-GB"/>
          </a:p>
        </p:txBody>
      </p:sp>
      <p:sp>
        <p:nvSpPr>
          <p:cNvPr id="11" name="Footer Placeholder 10">
            <a:extLst>
              <a:ext uri="{FF2B5EF4-FFF2-40B4-BE49-F238E27FC236}">
                <a16:creationId xmlns:a16="http://schemas.microsoft.com/office/drawing/2014/main" id="{1ACA15F4-DADA-26E6-2115-8A389BCE285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260475" y="10800000"/>
            <a:ext cx="9671049" cy="151200"/>
          </a:xfrm>
        </p:spPr>
        <p:txBody>
          <a:bodyPr/>
          <a:lstStyle/>
          <a:p>
            <a:endParaRPr lang="en-GB"/>
          </a:p>
        </p:txBody>
      </p:sp>
      <p:sp>
        <p:nvSpPr>
          <p:cNvPr id="13" name="Slide Number Placeholder 12">
            <a:extLst>
              <a:ext uri="{FF2B5EF4-FFF2-40B4-BE49-F238E27FC236}">
                <a16:creationId xmlns:a16="http://schemas.microsoft.com/office/drawing/2014/main" id="{00AD83AE-50AA-32DA-2F80-B78063A90AB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931526" y="10800000"/>
            <a:ext cx="721674" cy="151200"/>
          </a:xfrm>
        </p:spPr>
        <p:txBody>
          <a:bodyPr/>
          <a:lstStyle/>
          <a:p>
            <a:fld id="{608810A5-7811-344D-9AE9-EC83104FB54D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063281080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:p15="http://schemas.microsoft.com/office/powerpoint/2012/main" xmlns:a14="http://schemas.microsoft.com/office/drawing/2010/main" xmlns:adec="http://schemas.microsoft.com/office/drawing/2017/decorative" xmlns:a16="http://schemas.microsoft.com/office/drawing/2014/main"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/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 Placeholder 2">
            <a:extLst>
              <a:ext uri="{FF2B5EF4-FFF2-40B4-BE49-F238E27FC236}">
                <a16:creationId xmlns:a16="http://schemas.microsoft.com/office/drawing/2014/main" id="{1F041117-E2FA-07ED-B439-B3B7EB8B1A67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539750" y="3485359"/>
            <a:ext cx="11120297" cy="3392946"/>
          </a:xfrm>
        </p:spPr>
        <p:txBody>
          <a:bodyPr wrap="none" anchor="ctr" anchorCtr="0"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6400" b="1" i="1" spc="-500" baseline="0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nb" dirty="0"/>
              <a:t>Tekst</a:t>
            </a:r>
            <a:endParaRPr lang="nb-NO" dirty="0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3661EED2-9C2C-1015-8AF0-3783E7786AA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40071" y="504000"/>
            <a:ext cx="5556723" cy="381744"/>
          </a:xfrm>
        </p:spPr>
        <p:txBody>
          <a:bodyPr/>
          <a:lstStyle>
            <a:lvl1pPr>
              <a:lnSpc>
                <a:spcPct val="100000"/>
              </a:lnSpc>
              <a:defRPr sz="1600">
                <a:solidFill>
                  <a:schemeClr val="tx2"/>
                </a:solidFill>
              </a:defRPr>
            </a:lvl1pPr>
          </a:lstStyle>
          <a:p>
            <a:r>
              <a:rPr lang="nb"/>
              <a:t>Sett inn presentasjonstittel</a:t>
            </a:r>
            <a:endParaRPr lang="nb-NO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842E14D-E48C-F018-1285-2B447C3DFDCB}"/>
              </a:ext>
            </a:extLst>
          </p:cNvPr>
          <p:cNvSpPr>
            <a:spLocks noGrp="1"/>
          </p:cNvSpPr>
          <p:nvPr>
            <p:ph sz="half" idx="1" hasCustomPrompt="1"/>
          </p:nvPr>
        </p:nvSpPr>
        <p:spPr>
          <a:xfrm>
            <a:off x="539821" y="1117600"/>
            <a:ext cx="11120297" cy="1644553"/>
          </a:xfrm>
        </p:spPr>
        <p:txBody>
          <a:bodyPr numCol="2" spcCol="360000">
            <a:spAutoFit/>
          </a:bodyPr>
          <a:lstStyle>
            <a:lvl1pPr marL="360000" indent="-360000">
              <a:spcBef>
                <a:spcPts val="600"/>
              </a:spcBef>
              <a:spcAft>
                <a:spcPts val="400"/>
              </a:spcAft>
              <a:buClr>
                <a:schemeClr val="tx2"/>
              </a:buClr>
              <a:buFont typeface="+mj-lt"/>
              <a:buAutoNum type="arabicPeriod"/>
              <a:tabLst/>
              <a:defRPr>
                <a:solidFill>
                  <a:schemeClr val="tx1"/>
                </a:solidFill>
              </a:defRPr>
            </a:lvl1pPr>
            <a:lvl2pPr marL="540000" indent="-180000">
              <a:spcBef>
                <a:spcPts val="0"/>
              </a:spcBef>
              <a:spcAft>
                <a:spcPts val="400"/>
              </a:spcAft>
              <a:buClr>
                <a:schemeClr val="tx2"/>
              </a:buClr>
              <a:buFont typeface="Arial" panose="020B0604020202020204" pitchFamily="34" charset="0"/>
              <a:buChar char="•"/>
              <a:tabLst/>
              <a:defRPr>
                <a:solidFill>
                  <a:schemeClr val="tx1"/>
                </a:solidFill>
              </a:defRPr>
            </a:lvl2pPr>
            <a:lvl3pPr marL="756000">
              <a:spcBef>
                <a:spcPts val="0"/>
              </a:spcBef>
              <a:spcAft>
                <a:spcPts val="400"/>
              </a:spcAft>
              <a:buClr>
                <a:schemeClr val="tx2"/>
              </a:buClr>
              <a:defRPr>
                <a:solidFill>
                  <a:schemeClr val="tx1"/>
                </a:solidFill>
              </a:defRPr>
            </a:lvl3pPr>
            <a:lvl4pPr marL="984250" indent="-222250">
              <a:spcBef>
                <a:spcPts val="0"/>
              </a:spcBef>
              <a:spcAft>
                <a:spcPts val="400"/>
              </a:spcAft>
              <a:buClr>
                <a:schemeClr val="tx2"/>
              </a:buClr>
              <a:tabLst/>
              <a:defRPr>
                <a:solidFill>
                  <a:schemeClr val="tx1"/>
                </a:solidFill>
              </a:defRPr>
            </a:lvl4pPr>
            <a:lvl5pPr marL="1206500" indent="-182563">
              <a:spcBef>
                <a:spcPts val="0"/>
              </a:spcBef>
              <a:spcAft>
                <a:spcPts val="400"/>
              </a:spcAft>
              <a:buClr>
                <a:schemeClr val="tx2"/>
              </a:buClr>
              <a:tabLst/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nb" dirty="0"/>
              <a:t>Klikk for å redigere</a:t>
            </a:r>
          </a:p>
          <a:p>
            <a:pPr lvl="1"/>
            <a:r>
              <a:rPr lang="nb" dirty="0"/>
              <a:t>Andre nivå</a:t>
            </a:r>
          </a:p>
          <a:p>
            <a:pPr lvl="2"/>
            <a:r>
              <a:rPr lang="nb" dirty="0"/>
              <a:t>Tredje nivå</a:t>
            </a:r>
          </a:p>
          <a:p>
            <a:pPr lvl="3"/>
            <a:r>
              <a:rPr lang="nb" dirty="0"/>
              <a:t>Fjerde nivå</a:t>
            </a:r>
          </a:p>
          <a:p>
            <a:pPr lvl="4"/>
            <a:r>
              <a:rPr lang="nb" dirty="0"/>
              <a:t>Femte nivå</a:t>
            </a:r>
            <a:endParaRPr lang="nb-NO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A7B097F-8233-CABB-AB17-DFBAECBBF76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F05D10-63C8-7D41-B3DD-558FAE41D72D}" type="datetime1">
              <a:rPr lang="nb-NO" smtClean="0"/>
              <a:t>18.09.2026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E6EDA65-89A7-562A-E6AA-69C64BC7AE2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05F0B0CA-9FC5-C2DC-0887-17B722DE966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8810A5-7811-344D-9AE9-EC83104FB54D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743863606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:p15="http://schemas.microsoft.com/office/powerpoint/2012/main" xmlns:a16="http://schemas.microsoft.com/office/drawing/2014/main"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>
        <p15:guide id="2" orient="horz" pos="581">
          <p15:clr>
            <a:srgbClr val="FBAE40"/>
          </p15:clr>
        </p15:guide>
      </p15:sldGuideLst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Agenda Speak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tle 1">
            <a:extLst>
              <a:ext uri="{FF2B5EF4-FFF2-40B4-BE49-F238E27FC236}">
                <a16:creationId xmlns:a16="http://schemas.microsoft.com/office/drawing/2014/main" id="{83F1254C-7137-FEEE-6F07-104982B34FD1}"/>
              </a:ext>
            </a:extLst>
          </p:cNvPr>
          <p:cNvSpPr txBox="1">
            <a:spLocks/>
          </p:cNvSpPr>
          <p:nvPr/>
        </p:nvSpPr>
        <p:spPr>
          <a:xfrm>
            <a:off x="540071" y="540000"/>
            <a:ext cx="2809416" cy="50475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000" b="0" i="0" u="none" kern="1200">
                <a:solidFill>
                  <a:schemeClr val="tx1"/>
                </a:solidFill>
                <a:latin typeface="+mj-lt"/>
                <a:ea typeface="Verdana" panose="020B0604030504040204" pitchFamily="34" charset="0"/>
                <a:cs typeface="+mj-cs"/>
                <a:sym typeface="Verdana" panose="020B0604030504040204" pitchFamily="34" charset="0"/>
              </a:defRPr>
            </a:lvl1pPr>
          </a:lstStyle>
          <a:p>
            <a:pPr>
              <a:lnSpc>
                <a:spcPct val="82000"/>
              </a:lnSpc>
            </a:pPr>
            <a:r>
              <a:rPr lang="nb" sz="4000" b="1" i="1" noProof="0" dirty="0">
                <a:solidFill>
                  <a:schemeClr val="accent3"/>
                </a:solidFill>
                <a:uFill>
                  <a:solidFill>
                    <a:schemeClr val="accent2"/>
                  </a:solidFill>
                </a:uFill>
                <a:latin typeface="+mj-lt"/>
              </a:rPr>
              <a:t>Agenda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C9025582-10A8-CA5B-0E79-E40F2D42D784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540070" y="1180817"/>
            <a:ext cx="3095973" cy="246221"/>
          </a:xfrm>
        </p:spPr>
        <p:txBody>
          <a:bodyPr wrap="square">
            <a:sp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accent3"/>
                </a:solidFill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</a:lstStyle>
          <a:p>
            <a:pPr lvl="0"/>
            <a:r>
              <a:rPr lang="nb"/>
              <a:t>Sett inn presentasjonstittel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842E14D-E48C-F018-1285-2B447C3DFDCB}"/>
              </a:ext>
            </a:extLst>
          </p:cNvPr>
          <p:cNvSpPr>
            <a:spLocks noGrp="1"/>
          </p:cNvSpPr>
          <p:nvPr>
            <p:ph sz="half" idx="1" hasCustomPrompt="1"/>
          </p:nvPr>
        </p:nvSpPr>
        <p:spPr>
          <a:xfrm>
            <a:off x="4858880" y="678655"/>
            <a:ext cx="6796271" cy="5509419"/>
          </a:xfrm>
        </p:spPr>
        <p:txBody>
          <a:bodyPr/>
          <a:lstStyle>
            <a:lvl1pPr marL="360000" indent="-360000">
              <a:spcBef>
                <a:spcPts val="600"/>
              </a:spcBef>
              <a:spcAft>
                <a:spcPts val="400"/>
              </a:spcAft>
              <a:buClr>
                <a:schemeClr val="accent3"/>
              </a:buClr>
              <a:buFont typeface="+mj-lt"/>
              <a:buAutoNum type="arabicPeriod"/>
              <a:tabLst/>
              <a:defRPr>
                <a:solidFill>
                  <a:schemeClr val="tx2"/>
                </a:solidFill>
              </a:defRPr>
            </a:lvl1pPr>
            <a:lvl2pPr marL="540000" indent="-180000">
              <a:spcBef>
                <a:spcPts val="0"/>
              </a:spcBef>
              <a:spcAft>
                <a:spcPts val="400"/>
              </a:spcAft>
              <a:buClr>
                <a:schemeClr val="accent3"/>
              </a:buClr>
              <a:buFont typeface="Arial" panose="020B0604020202020204" pitchFamily="34" charset="0"/>
              <a:buChar char="•"/>
              <a:tabLst/>
              <a:defRPr>
                <a:solidFill>
                  <a:schemeClr val="tx2"/>
                </a:solidFill>
              </a:defRPr>
            </a:lvl2pPr>
            <a:lvl3pPr marL="756000">
              <a:spcBef>
                <a:spcPts val="0"/>
              </a:spcBef>
              <a:spcAft>
                <a:spcPts val="400"/>
              </a:spcAft>
              <a:buClr>
                <a:schemeClr val="accent3"/>
              </a:buClr>
              <a:defRPr>
                <a:solidFill>
                  <a:schemeClr val="tx2"/>
                </a:solidFill>
              </a:defRPr>
            </a:lvl3pPr>
            <a:lvl4pPr marL="984250" indent="-222250">
              <a:spcBef>
                <a:spcPts val="0"/>
              </a:spcBef>
              <a:spcAft>
                <a:spcPts val="400"/>
              </a:spcAft>
              <a:buClr>
                <a:schemeClr val="accent3"/>
              </a:buClr>
              <a:tabLst/>
              <a:defRPr>
                <a:solidFill>
                  <a:schemeClr val="tx2"/>
                </a:solidFill>
              </a:defRPr>
            </a:lvl4pPr>
            <a:lvl5pPr marL="1206500" indent="-182563">
              <a:spcBef>
                <a:spcPts val="0"/>
              </a:spcBef>
              <a:spcAft>
                <a:spcPts val="400"/>
              </a:spcAft>
              <a:buClr>
                <a:schemeClr val="accent3"/>
              </a:buClr>
              <a:tabLst/>
              <a:defRPr>
                <a:solidFill>
                  <a:schemeClr val="tx2"/>
                </a:solidFill>
              </a:defRPr>
            </a:lvl5pPr>
          </a:lstStyle>
          <a:p>
            <a:pPr lvl="0"/>
            <a:r>
              <a:rPr lang="nb" dirty="0"/>
              <a:t>Klikk for å redigere</a:t>
            </a:r>
          </a:p>
          <a:p>
            <a:pPr lvl="1"/>
            <a:r>
              <a:rPr lang="nb" dirty="0"/>
              <a:t>Andre nivå</a:t>
            </a:r>
          </a:p>
          <a:p>
            <a:pPr lvl="2"/>
            <a:r>
              <a:rPr lang="nb" dirty="0"/>
              <a:t>Tredje nivå</a:t>
            </a:r>
          </a:p>
          <a:p>
            <a:pPr lvl="3"/>
            <a:r>
              <a:rPr lang="nb" dirty="0"/>
              <a:t>Fjerde nivå</a:t>
            </a:r>
          </a:p>
          <a:p>
            <a:pPr lvl="4"/>
            <a:r>
              <a:rPr lang="nb" dirty="0"/>
              <a:t>Femte nivå</a:t>
            </a:r>
            <a:endParaRPr lang="nb-NO" dirty="0"/>
          </a:p>
        </p:txBody>
      </p:sp>
      <p:sp>
        <p:nvSpPr>
          <p:cNvPr id="15" name="Text Placeholder 14">
            <a:extLst>
              <a:ext uri="{FF2B5EF4-FFF2-40B4-BE49-F238E27FC236}">
                <a16:creationId xmlns:a16="http://schemas.microsoft.com/office/drawing/2014/main" id="{C7AB7EBB-A393-D691-D4A6-F675ACFA104D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539820" y="4335800"/>
            <a:ext cx="2329440" cy="590692"/>
          </a:xfrm>
          <a:solidFill>
            <a:schemeClr val="bg2"/>
          </a:solidFill>
        </p:spPr>
        <p:txBody>
          <a:bodyPr lIns="180000" rIns="180000" anchor="b" anchorCtr="0"/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400">
                <a:latin typeface="+mj-lt"/>
              </a:defRPr>
            </a:lvl1pPr>
            <a:lvl2pPr marL="216000" indent="0">
              <a:buNone/>
              <a:defRPr sz="1200"/>
            </a:lvl2pPr>
            <a:lvl3pPr marL="468000" indent="0">
              <a:buNone/>
              <a:defRPr sz="1200"/>
            </a:lvl3pPr>
            <a:lvl4pPr marL="720000" indent="0">
              <a:buNone/>
              <a:defRPr sz="1200"/>
            </a:lvl4pPr>
            <a:lvl5pPr marL="938213" indent="0">
              <a:buNone/>
              <a:defRPr sz="1200"/>
            </a:lvl5pPr>
          </a:lstStyle>
          <a:p>
            <a:pPr lvl="0"/>
            <a:r>
              <a:rPr lang="nb"/>
              <a:t>Navn</a:t>
            </a:r>
            <a:endParaRPr lang="nb-NO"/>
          </a:p>
        </p:txBody>
      </p:sp>
      <p:sp>
        <p:nvSpPr>
          <p:cNvPr id="13" name="Text Placeholder 12">
            <a:extLst>
              <a:ext uri="{FF2B5EF4-FFF2-40B4-BE49-F238E27FC236}">
                <a16:creationId xmlns:a16="http://schemas.microsoft.com/office/drawing/2014/main" id="{D0744EC4-3DDA-4377-3452-16DDFF16F7CC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 bwMode="gray">
          <a:xfrm>
            <a:off x="539818" y="4926494"/>
            <a:ext cx="2329441" cy="979007"/>
          </a:xfrm>
          <a:custGeom>
            <a:avLst/>
            <a:gdLst>
              <a:gd name="connsiteX0" fmla="*/ 0 w 2329138"/>
              <a:gd name="connsiteY0" fmla="*/ 0 h 979007"/>
              <a:gd name="connsiteX1" fmla="*/ 1 w 2329138"/>
              <a:gd name="connsiteY1" fmla="*/ 0 h 979007"/>
              <a:gd name="connsiteX2" fmla="*/ 2329138 w 2329138"/>
              <a:gd name="connsiteY2" fmla="*/ 0 h 979007"/>
              <a:gd name="connsiteX3" fmla="*/ 2329138 w 2329138"/>
              <a:gd name="connsiteY3" fmla="*/ 815548 h 979007"/>
              <a:gd name="connsiteX4" fmla="*/ 2165679 w 2329138"/>
              <a:gd name="connsiteY4" fmla="*/ 979007 h 979007"/>
              <a:gd name="connsiteX5" fmla="*/ 163460 w 2329138"/>
              <a:gd name="connsiteY5" fmla="*/ 979007 h 979007"/>
              <a:gd name="connsiteX6" fmla="*/ 1 w 2329138"/>
              <a:gd name="connsiteY6" fmla="*/ 815548 h 979007"/>
              <a:gd name="connsiteX7" fmla="*/ 1 w 2329138"/>
              <a:gd name="connsiteY7" fmla="*/ 557177 h 979007"/>
              <a:gd name="connsiteX8" fmla="*/ 1 w 2329138"/>
              <a:gd name="connsiteY8" fmla="*/ 523704 h 979007"/>
              <a:gd name="connsiteX9" fmla="*/ 0 w 2329138"/>
              <a:gd name="connsiteY9" fmla="*/ 523704 h 97900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2329138" h="979007">
                <a:moveTo>
                  <a:pt x="0" y="0"/>
                </a:moveTo>
                <a:lnTo>
                  <a:pt x="1" y="0"/>
                </a:lnTo>
                <a:lnTo>
                  <a:pt x="2329138" y="0"/>
                </a:lnTo>
                <a:lnTo>
                  <a:pt x="2329138" y="815548"/>
                </a:lnTo>
                <a:cubicBezTo>
                  <a:pt x="2329138" y="905824"/>
                  <a:pt x="2255955" y="979007"/>
                  <a:pt x="2165679" y="979007"/>
                </a:cubicBezTo>
                <a:lnTo>
                  <a:pt x="163460" y="979007"/>
                </a:lnTo>
                <a:cubicBezTo>
                  <a:pt x="73184" y="979007"/>
                  <a:pt x="1" y="905824"/>
                  <a:pt x="1" y="815548"/>
                </a:cubicBezTo>
                <a:lnTo>
                  <a:pt x="1" y="557177"/>
                </a:lnTo>
                <a:lnTo>
                  <a:pt x="1" y="523704"/>
                </a:lnTo>
                <a:lnTo>
                  <a:pt x="0" y="523704"/>
                </a:lnTo>
                <a:close/>
              </a:path>
            </a:pathLst>
          </a:custGeom>
          <a:solidFill>
            <a:schemeClr val="bg2"/>
          </a:solidFill>
        </p:spPr>
        <p:txBody>
          <a:bodyPr wrap="square" lIns="180000" tIns="72000" rIns="180000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200">
                <a:latin typeface="+mn-lt"/>
              </a:defRPr>
            </a:lvl1pPr>
            <a:lvl2pPr marL="216000" indent="0">
              <a:buNone/>
              <a:defRPr sz="1200"/>
            </a:lvl2pPr>
            <a:lvl3pPr marL="468000" indent="0">
              <a:buNone/>
              <a:defRPr sz="1200"/>
            </a:lvl3pPr>
            <a:lvl4pPr marL="720000" indent="0">
              <a:buNone/>
              <a:defRPr sz="1200"/>
            </a:lvl4pPr>
            <a:lvl5pPr marL="938213" indent="0">
              <a:buNone/>
              <a:defRPr sz="1200"/>
            </a:lvl5pPr>
          </a:lstStyle>
          <a:p>
            <a:pPr lvl="0"/>
            <a:r>
              <a:rPr lang="nb"/>
              <a:t>Tittel</a:t>
            </a:r>
            <a:endParaRPr lang="nb-NO"/>
          </a:p>
        </p:txBody>
      </p:sp>
      <p:sp>
        <p:nvSpPr>
          <p:cNvPr id="12" name="Picture Placeholder 11">
            <a:extLst>
              <a:ext uri="{FF2B5EF4-FFF2-40B4-BE49-F238E27FC236}">
                <a16:creationId xmlns:a16="http://schemas.microsoft.com/office/drawing/2014/main" id="{9441B6E7-135E-CAC5-014B-082FEF224E05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539821" y="2006602"/>
            <a:ext cx="2329440" cy="2329199"/>
          </a:xfrm>
          <a:custGeom>
            <a:avLst/>
            <a:gdLst>
              <a:gd name="connsiteX0" fmla="*/ 166650 w 2329137"/>
              <a:gd name="connsiteY0" fmla="*/ 0 h 2329199"/>
              <a:gd name="connsiteX1" fmla="*/ 2162487 w 2329137"/>
              <a:gd name="connsiteY1" fmla="*/ 0 h 2329199"/>
              <a:gd name="connsiteX2" fmla="*/ 2329137 w 2329137"/>
              <a:gd name="connsiteY2" fmla="*/ 166650 h 2329199"/>
              <a:gd name="connsiteX3" fmla="*/ 2329137 w 2329137"/>
              <a:gd name="connsiteY3" fmla="*/ 2329199 h 2329199"/>
              <a:gd name="connsiteX4" fmla="*/ 0 w 2329137"/>
              <a:gd name="connsiteY4" fmla="*/ 2329199 h 2329199"/>
              <a:gd name="connsiteX5" fmla="*/ 0 w 2329137"/>
              <a:gd name="connsiteY5" fmla="*/ 166650 h 2329199"/>
              <a:gd name="connsiteX6" fmla="*/ 166650 w 2329137"/>
              <a:gd name="connsiteY6" fmla="*/ 0 h 232919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2329137" h="2329199">
                <a:moveTo>
                  <a:pt x="166650" y="0"/>
                </a:moveTo>
                <a:lnTo>
                  <a:pt x="2162487" y="0"/>
                </a:lnTo>
                <a:cubicBezTo>
                  <a:pt x="2254525" y="0"/>
                  <a:pt x="2329137" y="74612"/>
                  <a:pt x="2329137" y="166650"/>
                </a:cubicBezTo>
                <a:lnTo>
                  <a:pt x="2329137" y="2329199"/>
                </a:lnTo>
                <a:lnTo>
                  <a:pt x="0" y="2329199"/>
                </a:lnTo>
                <a:lnTo>
                  <a:pt x="0" y="166650"/>
                </a:lnTo>
                <a:cubicBezTo>
                  <a:pt x="0" y="74612"/>
                  <a:pt x="74612" y="0"/>
                  <a:pt x="166650" y="0"/>
                </a:cubicBezTo>
                <a:close/>
              </a:path>
            </a:pathLst>
          </a:custGeom>
          <a:solidFill>
            <a:schemeClr val="bg2"/>
          </a:solidFill>
        </p:spPr>
        <p:txBody>
          <a:bodyPr wrap="square" tIns="360000">
            <a:noAutofit/>
          </a:bodyPr>
          <a:lstStyle>
            <a:lvl1pPr marL="0" indent="0" algn="ctr">
              <a:buNone/>
              <a:defRPr sz="1600">
                <a:solidFill>
                  <a:schemeClr val="tx2"/>
                </a:solidFill>
              </a:defRPr>
            </a:lvl1pPr>
          </a:lstStyle>
          <a:p>
            <a:r>
              <a:rPr lang="nb"/>
              <a:t>Bilde 1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7602D09-201F-9A40-6778-AD3A5C73EB0C}"/>
              </a:ext>
            </a:extLst>
          </p:cNvPr>
          <p:cNvSpPr>
            <a:spLocks noGrp="1"/>
          </p:cNvSpPr>
          <p:nvPr>
            <p:ph type="dt" sz="half" idx="27"/>
          </p:nvPr>
        </p:nvSpPr>
        <p:spPr/>
        <p:txBody>
          <a:bodyPr/>
          <a:lstStyle/>
          <a:p>
            <a:fld id="{CA16D772-F78C-9146-A592-51DEC7639E2F}" type="datetime1">
              <a:rPr lang="nb-NO" smtClean="0"/>
              <a:t>18.09.2026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5051CD6-412F-25B8-480D-E2414184D4E6}"/>
              </a:ext>
            </a:extLst>
          </p:cNvPr>
          <p:cNvSpPr>
            <a:spLocks noGrp="1"/>
          </p:cNvSpPr>
          <p:nvPr>
            <p:ph type="ftr" sz="quarter" idx="28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7075C48-2E5A-F642-A932-35AADD71BE95}"/>
              </a:ext>
            </a:extLst>
          </p:cNvPr>
          <p:cNvSpPr>
            <a:spLocks noGrp="1"/>
          </p:cNvSpPr>
          <p:nvPr>
            <p:ph type="sldNum" sz="quarter" idx="29"/>
          </p:nvPr>
        </p:nvSpPr>
        <p:spPr/>
        <p:txBody>
          <a:bodyPr/>
          <a:lstStyle/>
          <a:p>
            <a:fld id="{608810A5-7811-344D-9AE9-EC83104FB54D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57257166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:p15="http://schemas.microsoft.com/office/powerpoint/2012/main" xmlns:a16="http://schemas.microsoft.com/office/drawing/2014/main"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/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Keynote speaker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872F27F4-9554-1DD3-113B-23B5DC72F9A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9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795" y="446"/>
            <a:ext cx="12191207" cy="6857554"/>
          </a:xfrm>
          <a:prstGeom prst="rect">
            <a:avLst/>
          </a:prstGeom>
        </p:spPr>
      </p:pic>
      <p:sp>
        <p:nvSpPr>
          <p:cNvPr id="6" name="Section title">
            <a:extLst>
              <a:ext uri="{FF2B5EF4-FFF2-40B4-BE49-F238E27FC236}">
                <a16:creationId xmlns:a16="http://schemas.microsoft.com/office/drawing/2014/main" id="{E3DCE9CB-BC03-4349-D59E-65DD82D60878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540072" y="504001"/>
            <a:ext cx="724651" cy="252377"/>
          </a:xfrm>
        </p:spPr>
        <p:txBody>
          <a:bodyPr wrap="none">
            <a:sp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600">
                <a:solidFill>
                  <a:schemeClr val="accent3"/>
                </a:solidFill>
              </a:defRPr>
            </a:lvl1pPr>
            <a:lvl2pPr marL="216000" indent="0">
              <a:buNone/>
              <a:defRPr sz="1600"/>
            </a:lvl2pPr>
            <a:lvl3pPr marL="468000" indent="0">
              <a:buNone/>
              <a:defRPr sz="1600"/>
            </a:lvl3pPr>
            <a:lvl4pPr marL="720000" indent="0">
              <a:buNone/>
              <a:defRPr sz="1600"/>
            </a:lvl4pPr>
            <a:lvl5pPr marL="938213" indent="0">
              <a:buNone/>
              <a:defRPr sz="1600"/>
            </a:lvl5pPr>
          </a:lstStyle>
          <a:p>
            <a:pPr lvl="0"/>
            <a:r>
              <a:rPr lang="nb"/>
              <a:t>Seksjon</a:t>
            </a:r>
            <a:endParaRPr lang="nb-NO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4CD467D-01ED-F4CD-4FB0-76B44B10D74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nb" dirty="0"/>
              <a:t>Klikk for å redigere</a:t>
            </a:r>
            <a:endParaRPr lang="nb-NO" dirty="0"/>
          </a:p>
        </p:txBody>
      </p:sp>
      <p:sp>
        <p:nvSpPr>
          <p:cNvPr id="13" name="Picture Placeholder 12">
            <a:extLst>
              <a:ext uri="{FF2B5EF4-FFF2-40B4-BE49-F238E27FC236}">
                <a16:creationId xmlns:a16="http://schemas.microsoft.com/office/drawing/2014/main" id="{DA15D789-73FF-5412-D986-C53645275675}"/>
              </a:ext>
            </a:extLst>
          </p:cNvPr>
          <p:cNvSpPr>
            <a:spLocks noGrp="1"/>
          </p:cNvSpPr>
          <p:nvPr>
            <p:ph type="pic" sz="quarter" idx="17"/>
          </p:nvPr>
        </p:nvSpPr>
        <p:spPr>
          <a:xfrm>
            <a:off x="539819" y="2006600"/>
            <a:ext cx="5555655" cy="3898900"/>
          </a:xfrm>
          <a:custGeom>
            <a:avLst/>
            <a:gdLst>
              <a:gd name="connsiteX0" fmla="*/ 279551 w 5554932"/>
              <a:gd name="connsiteY0" fmla="*/ 0 h 3898900"/>
              <a:gd name="connsiteX1" fmla="*/ 5554932 w 5554932"/>
              <a:gd name="connsiteY1" fmla="*/ 0 h 3898900"/>
              <a:gd name="connsiteX2" fmla="*/ 5554932 w 5554932"/>
              <a:gd name="connsiteY2" fmla="*/ 3898900 h 3898900"/>
              <a:gd name="connsiteX3" fmla="*/ 279551 w 5554932"/>
              <a:gd name="connsiteY3" fmla="*/ 3898900 h 3898900"/>
              <a:gd name="connsiteX4" fmla="*/ 0 w 5554932"/>
              <a:gd name="connsiteY4" fmla="*/ 3619349 h 3898900"/>
              <a:gd name="connsiteX5" fmla="*/ 0 w 5554932"/>
              <a:gd name="connsiteY5" fmla="*/ 279551 h 3898900"/>
              <a:gd name="connsiteX6" fmla="*/ 279551 w 5554932"/>
              <a:gd name="connsiteY6" fmla="*/ 0 h 38989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5554932" h="3898900">
                <a:moveTo>
                  <a:pt x="279551" y="0"/>
                </a:moveTo>
                <a:lnTo>
                  <a:pt x="5554932" y="0"/>
                </a:lnTo>
                <a:lnTo>
                  <a:pt x="5554932" y="3898900"/>
                </a:lnTo>
                <a:lnTo>
                  <a:pt x="279551" y="3898900"/>
                </a:lnTo>
                <a:cubicBezTo>
                  <a:pt x="125159" y="3898900"/>
                  <a:pt x="0" y="3773741"/>
                  <a:pt x="0" y="3619349"/>
                </a:cubicBezTo>
                <a:lnTo>
                  <a:pt x="0" y="279551"/>
                </a:lnTo>
                <a:cubicBezTo>
                  <a:pt x="0" y="125159"/>
                  <a:pt x="125159" y="0"/>
                  <a:pt x="279551" y="0"/>
                </a:cubicBezTo>
                <a:close/>
              </a:path>
            </a:pathLst>
          </a:custGeom>
          <a:solidFill>
            <a:schemeClr val="bg1"/>
          </a:solidFill>
        </p:spPr>
        <p:txBody>
          <a:bodyPr wrap="square" lIns="360000" tIns="360000" rIns="360000" bIns="360000">
            <a:noAutofit/>
          </a:bodyPr>
          <a:lstStyle>
            <a:lvl1pPr marL="0" indent="0" algn="ctr">
              <a:buNone/>
              <a:defRPr sz="1400"/>
            </a:lvl1pPr>
          </a:lstStyle>
          <a:p>
            <a:r>
              <a:rPr lang="en-US"/>
              <a:t>Click icon to add picture</a:t>
            </a:r>
            <a:endParaRPr lang="nb-NO"/>
          </a:p>
        </p:txBody>
      </p:sp>
      <p:sp>
        <p:nvSpPr>
          <p:cNvPr id="12" name="Freeform 11">
            <a:extLst>
              <a:ext uri="{FF2B5EF4-FFF2-40B4-BE49-F238E27FC236}">
                <a16:creationId xmlns:a16="http://schemas.microsoft.com/office/drawing/2014/main" id="{BBD8D479-9780-9020-8256-B0111F8338F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095999" y="2006600"/>
            <a:ext cx="5554593" cy="3898900"/>
          </a:xfrm>
          <a:custGeom>
            <a:avLst/>
            <a:gdLst>
              <a:gd name="connsiteX0" fmla="*/ 0 w 5553870"/>
              <a:gd name="connsiteY0" fmla="*/ 0 h 3898900"/>
              <a:gd name="connsiteX1" fmla="*/ 5277945 w 5553870"/>
              <a:gd name="connsiteY1" fmla="*/ 0 h 3898900"/>
              <a:gd name="connsiteX2" fmla="*/ 5553870 w 5553870"/>
              <a:gd name="connsiteY2" fmla="*/ 275925 h 3898900"/>
              <a:gd name="connsiteX3" fmla="*/ 5553870 w 5553870"/>
              <a:gd name="connsiteY3" fmla="*/ 3622975 h 3898900"/>
              <a:gd name="connsiteX4" fmla="*/ 5277945 w 5553870"/>
              <a:gd name="connsiteY4" fmla="*/ 3898900 h 3898900"/>
              <a:gd name="connsiteX5" fmla="*/ 0 w 5553870"/>
              <a:gd name="connsiteY5" fmla="*/ 3898900 h 38989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5553870" h="3898900">
                <a:moveTo>
                  <a:pt x="0" y="0"/>
                </a:moveTo>
                <a:lnTo>
                  <a:pt x="5277945" y="0"/>
                </a:lnTo>
                <a:cubicBezTo>
                  <a:pt x="5430334" y="0"/>
                  <a:pt x="5553870" y="123536"/>
                  <a:pt x="5553870" y="275925"/>
                </a:cubicBezTo>
                <a:lnTo>
                  <a:pt x="5553870" y="3622975"/>
                </a:lnTo>
                <a:cubicBezTo>
                  <a:pt x="5553870" y="3775364"/>
                  <a:pt x="5430334" y="3898900"/>
                  <a:pt x="5277945" y="3898900"/>
                </a:cubicBezTo>
                <a:lnTo>
                  <a:pt x="0" y="3898900"/>
                </a:lnTo>
                <a:close/>
              </a:path>
            </a:pathLst>
          </a:cu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36000" tIns="36000" rIns="36000" bIns="36000" rtlCol="0" anchor="ctr">
            <a:noAutofit/>
          </a:bodyPr>
          <a:lstStyle/>
          <a:p>
            <a:pPr algn="ctr">
              <a:lnSpc>
                <a:spcPct val="90000"/>
              </a:lnSpc>
              <a:spcAft>
                <a:spcPts val="1000"/>
              </a:spcAft>
            </a:pPr>
            <a:endParaRPr lang="nb-NO" sz="1800" err="1"/>
          </a:p>
        </p:txBody>
      </p:sp>
      <p:sp>
        <p:nvSpPr>
          <p:cNvPr id="14" name="Card Title 1">
            <a:extLst>
              <a:ext uri="{FF2B5EF4-FFF2-40B4-BE49-F238E27FC236}">
                <a16:creationId xmlns:a16="http://schemas.microsoft.com/office/drawing/2014/main" id="{BFF04F26-B0FC-3FA0-E192-5295DEA73CDB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6563579" y="2006601"/>
            <a:ext cx="5087012" cy="1139113"/>
          </a:xfrm>
        </p:spPr>
        <p:txBody>
          <a:bodyPr wrap="square" lIns="0" tIns="360000" rIns="360000" anchor="b" anchorCtr="0">
            <a:spAutoFit/>
          </a:bodyPr>
          <a:lstStyle>
            <a:lvl1pPr marL="0" indent="0" algn="l">
              <a:lnSpc>
                <a:spcPct val="90000"/>
              </a:lnSpc>
              <a:spcBef>
                <a:spcPts val="0"/>
              </a:spcBef>
              <a:buNone/>
              <a:defRPr sz="2800" b="1" i="0">
                <a:solidFill>
                  <a:schemeClr val="bg1"/>
                </a:solidFill>
                <a:latin typeface="+mj-lt"/>
              </a:defRPr>
            </a:lvl1pPr>
            <a:lvl2pPr marL="0" indent="0" algn="ctr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  <a:defRPr sz="1600"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nb"/>
              <a:t>Navn Mellomnavn</a:t>
            </a:r>
            <a:br>
              <a:rPr lang="en-GB"/>
            </a:br>
            <a:r>
              <a:rPr lang="nb"/>
              <a:t>Etternavn</a:t>
            </a:r>
          </a:p>
        </p:txBody>
      </p:sp>
      <p:sp>
        <p:nvSpPr>
          <p:cNvPr id="15" name="Text 1">
            <a:extLst>
              <a:ext uri="{FF2B5EF4-FFF2-40B4-BE49-F238E27FC236}">
                <a16:creationId xmlns:a16="http://schemas.microsoft.com/office/drawing/2014/main" id="{2EEB964A-A83C-1C35-68F6-9031E4B07AED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6563055" y="3261897"/>
            <a:ext cx="5087536" cy="307777"/>
          </a:xfrm>
        </p:spPr>
        <p:txBody>
          <a:bodyPr wrap="square" lIns="0" tIns="0" rIns="360000">
            <a:sp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2000" b="0" i="0">
                <a:solidFill>
                  <a:schemeClr val="bg1"/>
                </a:solidFill>
                <a:latin typeface="+mn-lt"/>
              </a:defRPr>
            </a:lvl1pPr>
            <a:lvl2pPr marL="0" indent="0" algn="l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  <a:defRPr sz="1400">
                <a:solidFill>
                  <a:schemeClr val="bg1"/>
                </a:solidFill>
                <a:latin typeface="+mn-lt"/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nb"/>
              <a:t>Tittel / Rolle / Bedrift</a:t>
            </a:r>
            <a:endParaRPr lang="nb-NO"/>
          </a:p>
        </p:txBody>
      </p:sp>
      <p:sp>
        <p:nvSpPr>
          <p:cNvPr id="16" name="Text 1">
            <a:extLst>
              <a:ext uri="{FF2B5EF4-FFF2-40B4-BE49-F238E27FC236}">
                <a16:creationId xmlns:a16="http://schemas.microsoft.com/office/drawing/2014/main" id="{6457FFAF-C065-9EFB-BBD3-3CF6D09BE6D1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6563055" y="4183016"/>
            <a:ext cx="5087011" cy="523220"/>
          </a:xfrm>
        </p:spPr>
        <p:txBody>
          <a:bodyPr wrap="square" lIns="0" tIns="0" rIns="360000">
            <a:sp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600" b="0" i="0">
                <a:solidFill>
                  <a:schemeClr val="bg1"/>
                </a:solidFill>
                <a:latin typeface="+mn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buFont typeface="Arial" panose="020B0604020202020204" pitchFamily="34" charset="0"/>
              <a:buNone/>
              <a:defRPr sz="1600">
                <a:solidFill>
                  <a:schemeClr val="bg1"/>
                </a:solidFill>
                <a:latin typeface="+mn-lt"/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nb"/>
              <a:t>Tilleggstekst</a:t>
            </a:r>
          </a:p>
          <a:p>
            <a:pPr lvl="1"/>
            <a:r>
              <a:rPr lang="nb"/>
              <a:t>Andre nivå</a:t>
            </a:r>
            <a:endParaRPr lang="nb-NO"/>
          </a:p>
        </p:txBody>
      </p:sp>
      <p:sp>
        <p:nvSpPr>
          <p:cNvPr id="8" name="Date Placeholder 7">
            <a:extLst>
              <a:ext uri="{FF2B5EF4-FFF2-40B4-BE49-F238E27FC236}">
                <a16:creationId xmlns:a16="http://schemas.microsoft.com/office/drawing/2014/main" id="{0ECE9753-B30B-766E-D6EC-5D416BE5C50F}"/>
              </a:ext>
            </a:extLst>
          </p:cNvPr>
          <p:cNvSpPr>
            <a:spLocks noGrp="1"/>
          </p:cNvSpPr>
          <p:nvPr>
            <p:ph type="dt" sz="half" idx="26"/>
          </p:nvPr>
        </p:nvSpPr>
        <p:spPr/>
        <p:txBody>
          <a:bodyPr/>
          <a:lstStyle/>
          <a:p>
            <a:fld id="{5AEA6E1F-967F-3946-8ED7-7B5EB1710B74}" type="datetime1">
              <a:rPr lang="nb-NO" smtClean="0"/>
              <a:t>18.09.2026</a:t>
            </a:fld>
            <a:endParaRPr lang="en-GB"/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95F019E1-92AE-95B3-D764-2B26A1D4B264}"/>
              </a:ext>
            </a:extLst>
          </p:cNvPr>
          <p:cNvSpPr>
            <a:spLocks noGrp="1"/>
          </p:cNvSpPr>
          <p:nvPr>
            <p:ph type="ftr" sz="quarter" idx="27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5AB8BB34-F033-4292-FF01-02AFF8385230}"/>
              </a:ext>
            </a:extLst>
          </p:cNvPr>
          <p:cNvSpPr>
            <a:spLocks noGrp="1"/>
          </p:cNvSpPr>
          <p:nvPr>
            <p:ph type="sldNum" sz="quarter" idx="28"/>
          </p:nvPr>
        </p:nvSpPr>
        <p:spPr/>
        <p:txBody>
          <a:bodyPr/>
          <a:lstStyle/>
          <a:p>
            <a:fld id="{608810A5-7811-344D-9AE9-EC83104FB54D}" type="slidenum">
              <a:rPr lang="en-GB" smtClean="0"/>
              <a:t>‹#›</a:t>
            </a:fld>
            <a:endParaRPr lang="en-GB"/>
          </a:p>
        </p:txBody>
      </p:sp>
      <p:sp>
        <p:nvSpPr>
          <p:cNvPr id="3" name="Graphic 8">
            <a:extLst>
              <a:ext uri="{FF2B5EF4-FFF2-40B4-BE49-F238E27FC236}">
                <a16:creationId xmlns:a16="http://schemas.microsoft.com/office/drawing/2014/main" id="{63977CB0-3AEC-09A9-D6E7-7EC1D6276D0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ChangeAspect="1"/>
          </p:cNvSpPr>
          <p:nvPr/>
        </p:nvSpPr>
        <p:spPr>
          <a:xfrm>
            <a:off x="11815354" y="6503682"/>
            <a:ext cx="196988" cy="180000"/>
          </a:xfrm>
          <a:custGeom>
            <a:avLst/>
            <a:gdLst>
              <a:gd name="connsiteX0" fmla="*/ 154264 w 305194"/>
              <a:gd name="connsiteY0" fmla="*/ 85261 h 278876"/>
              <a:gd name="connsiteX1" fmla="*/ 160092 w 305194"/>
              <a:gd name="connsiteY1" fmla="*/ 80929 h 278876"/>
              <a:gd name="connsiteX2" fmla="*/ 168583 w 305194"/>
              <a:gd name="connsiteY2" fmla="*/ 53314 h 278876"/>
              <a:gd name="connsiteX3" fmla="*/ 196130 w 305194"/>
              <a:gd name="connsiteY3" fmla="*/ 20263 h 278876"/>
              <a:gd name="connsiteX4" fmla="*/ 238040 w 305194"/>
              <a:gd name="connsiteY4" fmla="*/ 2372 h 278876"/>
              <a:gd name="connsiteX5" fmla="*/ 268599 w 305194"/>
              <a:gd name="connsiteY5" fmla="*/ 358 h 278876"/>
              <a:gd name="connsiteX6" fmla="*/ 302258 w 305194"/>
              <a:gd name="connsiteY6" fmla="*/ 13938 h 278876"/>
              <a:gd name="connsiteX7" fmla="*/ 305183 w 305194"/>
              <a:gd name="connsiteY7" fmla="*/ 21649 h 278876"/>
              <a:gd name="connsiteX8" fmla="*/ 299006 w 305194"/>
              <a:gd name="connsiteY8" fmla="*/ 33648 h 278876"/>
              <a:gd name="connsiteX9" fmla="*/ 270498 w 305194"/>
              <a:gd name="connsiteY9" fmla="*/ 47596 h 278876"/>
              <a:gd name="connsiteX10" fmla="*/ 217391 w 305194"/>
              <a:gd name="connsiteY10" fmla="*/ 61696 h 278876"/>
              <a:gd name="connsiteX11" fmla="*/ 184168 w 305194"/>
              <a:gd name="connsiteY11" fmla="*/ 71161 h 278876"/>
              <a:gd name="connsiteX12" fmla="*/ 175437 w 305194"/>
              <a:gd name="connsiteY12" fmla="*/ 92040 h 278876"/>
              <a:gd name="connsiteX13" fmla="*/ 200430 w 305194"/>
              <a:gd name="connsiteY13" fmla="*/ 108284 h 278876"/>
              <a:gd name="connsiteX14" fmla="*/ 233740 w 305194"/>
              <a:gd name="connsiteY14" fmla="*/ 140773 h 278876"/>
              <a:gd name="connsiteX15" fmla="*/ 272681 w 305194"/>
              <a:gd name="connsiteY15" fmla="*/ 210471 h 278876"/>
              <a:gd name="connsiteX16" fmla="*/ 258668 w 305194"/>
              <a:gd name="connsiteY16" fmla="*/ 276358 h 278876"/>
              <a:gd name="connsiteX17" fmla="*/ 204250 w 305194"/>
              <a:gd name="connsiteY17" fmla="*/ 256865 h 278876"/>
              <a:gd name="connsiteX18" fmla="*/ 169325 w 305194"/>
              <a:gd name="connsiteY18" fmla="*/ 196220 h 278876"/>
              <a:gd name="connsiteX19" fmla="*/ 157494 w 305194"/>
              <a:gd name="connsiteY19" fmla="*/ 120002 h 278876"/>
              <a:gd name="connsiteX20" fmla="*/ 157647 w 305194"/>
              <a:gd name="connsiteY20" fmla="*/ 107310 h 278876"/>
              <a:gd name="connsiteX21" fmla="*/ 131584 w 305194"/>
              <a:gd name="connsiteY21" fmla="*/ 107483 h 278876"/>
              <a:gd name="connsiteX22" fmla="*/ 91442 w 305194"/>
              <a:gd name="connsiteY22" fmla="*/ 146209 h 278876"/>
              <a:gd name="connsiteX23" fmla="*/ 76468 w 305194"/>
              <a:gd name="connsiteY23" fmla="*/ 164663 h 278876"/>
              <a:gd name="connsiteX24" fmla="*/ 53199 w 305194"/>
              <a:gd name="connsiteY24" fmla="*/ 189094 h 278876"/>
              <a:gd name="connsiteX25" fmla="*/ 10918 w 305194"/>
              <a:gd name="connsiteY25" fmla="*/ 191541 h 278876"/>
              <a:gd name="connsiteX26" fmla="*/ 4 w 305194"/>
              <a:gd name="connsiteY26" fmla="*/ 167370 h 278876"/>
              <a:gd name="connsiteX27" fmla="*/ 5025 w 305194"/>
              <a:gd name="connsiteY27" fmla="*/ 148375 h 278876"/>
              <a:gd name="connsiteX28" fmla="*/ 27464 w 305194"/>
              <a:gd name="connsiteY28" fmla="*/ 123814 h 278876"/>
              <a:gd name="connsiteX29" fmla="*/ 75813 w 305194"/>
              <a:gd name="connsiteY29" fmla="*/ 96459 h 278876"/>
              <a:gd name="connsiteX30" fmla="*/ 154264 w 305194"/>
              <a:gd name="connsiteY30" fmla="*/ 85261 h 27887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</a:cxnLst>
            <a:rect l="l" t="t" r="r" b="b"/>
            <a:pathLst>
              <a:path w="305194" h="278876">
                <a:moveTo>
                  <a:pt x="154264" y="85261"/>
                </a:moveTo>
                <a:cubicBezTo>
                  <a:pt x="158629" y="85932"/>
                  <a:pt x="159502" y="85044"/>
                  <a:pt x="160092" y="80929"/>
                </a:cubicBezTo>
                <a:cubicBezTo>
                  <a:pt x="161530" y="71358"/>
                  <a:pt x="164392" y="62052"/>
                  <a:pt x="168583" y="53314"/>
                </a:cubicBezTo>
                <a:cubicBezTo>
                  <a:pt x="174302" y="41662"/>
                  <a:pt x="183361" y="28861"/>
                  <a:pt x="196130" y="20263"/>
                </a:cubicBezTo>
                <a:cubicBezTo>
                  <a:pt x="208994" y="12017"/>
                  <a:pt x="223160" y="5970"/>
                  <a:pt x="238040" y="2372"/>
                </a:cubicBezTo>
                <a:cubicBezTo>
                  <a:pt x="248066" y="182"/>
                  <a:pt x="258369" y="-497"/>
                  <a:pt x="268599" y="358"/>
                </a:cubicBezTo>
                <a:cubicBezTo>
                  <a:pt x="286979" y="2004"/>
                  <a:pt x="297151" y="7202"/>
                  <a:pt x="302258" y="13938"/>
                </a:cubicBezTo>
                <a:cubicBezTo>
                  <a:pt x="303959" y="16177"/>
                  <a:pt x="304974" y="18853"/>
                  <a:pt x="305183" y="21649"/>
                </a:cubicBezTo>
                <a:cubicBezTo>
                  <a:pt x="305336" y="25006"/>
                  <a:pt x="303874" y="29359"/>
                  <a:pt x="299006" y="33648"/>
                </a:cubicBezTo>
                <a:cubicBezTo>
                  <a:pt x="294138" y="37936"/>
                  <a:pt x="284228" y="43026"/>
                  <a:pt x="270498" y="47596"/>
                </a:cubicBezTo>
                <a:cubicBezTo>
                  <a:pt x="256267" y="52296"/>
                  <a:pt x="236796" y="57278"/>
                  <a:pt x="217391" y="61696"/>
                </a:cubicBezTo>
                <a:cubicBezTo>
                  <a:pt x="206142" y="64214"/>
                  <a:pt x="195049" y="67374"/>
                  <a:pt x="184168" y="71161"/>
                </a:cubicBezTo>
                <a:cubicBezTo>
                  <a:pt x="171333" y="75493"/>
                  <a:pt x="167470" y="88163"/>
                  <a:pt x="175437" y="92040"/>
                </a:cubicBezTo>
                <a:cubicBezTo>
                  <a:pt x="184418" y="96399"/>
                  <a:pt x="192814" y="101857"/>
                  <a:pt x="200430" y="108284"/>
                </a:cubicBezTo>
                <a:cubicBezTo>
                  <a:pt x="212658" y="117917"/>
                  <a:pt x="223823" y="128807"/>
                  <a:pt x="233740" y="140773"/>
                </a:cubicBezTo>
                <a:cubicBezTo>
                  <a:pt x="245811" y="155414"/>
                  <a:pt x="265587" y="183354"/>
                  <a:pt x="272681" y="210471"/>
                </a:cubicBezTo>
                <a:cubicBezTo>
                  <a:pt x="280561" y="240252"/>
                  <a:pt x="275650" y="268474"/>
                  <a:pt x="258668" y="276358"/>
                </a:cubicBezTo>
                <a:cubicBezTo>
                  <a:pt x="242013" y="284111"/>
                  <a:pt x="219835" y="272935"/>
                  <a:pt x="204250" y="256865"/>
                </a:cubicBezTo>
                <a:cubicBezTo>
                  <a:pt x="189451" y="241703"/>
                  <a:pt x="179104" y="223748"/>
                  <a:pt x="169325" y="196220"/>
                </a:cubicBezTo>
                <a:cubicBezTo>
                  <a:pt x="160899" y="172395"/>
                  <a:pt x="157494" y="138022"/>
                  <a:pt x="157494" y="120002"/>
                </a:cubicBezTo>
                <a:cubicBezTo>
                  <a:pt x="157494" y="114002"/>
                  <a:pt x="157494" y="112724"/>
                  <a:pt x="157647" y="107310"/>
                </a:cubicBezTo>
                <a:cubicBezTo>
                  <a:pt x="158215" y="102588"/>
                  <a:pt x="145380" y="98646"/>
                  <a:pt x="131584" y="107483"/>
                </a:cubicBezTo>
                <a:cubicBezTo>
                  <a:pt x="115890" y="117511"/>
                  <a:pt x="100523" y="135640"/>
                  <a:pt x="91442" y="146209"/>
                </a:cubicBezTo>
                <a:cubicBezTo>
                  <a:pt x="87491" y="150822"/>
                  <a:pt x="82122" y="157580"/>
                  <a:pt x="76468" y="164663"/>
                </a:cubicBezTo>
                <a:cubicBezTo>
                  <a:pt x="68981" y="173976"/>
                  <a:pt x="60730" y="183679"/>
                  <a:pt x="53199" y="189094"/>
                </a:cubicBezTo>
                <a:cubicBezTo>
                  <a:pt x="41914" y="197086"/>
                  <a:pt x="23731" y="200551"/>
                  <a:pt x="10918" y="191541"/>
                </a:cubicBezTo>
                <a:cubicBezTo>
                  <a:pt x="3824" y="186516"/>
                  <a:pt x="4" y="177030"/>
                  <a:pt x="4" y="167370"/>
                </a:cubicBezTo>
                <a:cubicBezTo>
                  <a:pt x="-96" y="160703"/>
                  <a:pt x="1640" y="154135"/>
                  <a:pt x="5025" y="148375"/>
                </a:cubicBezTo>
                <a:cubicBezTo>
                  <a:pt x="9390" y="140946"/>
                  <a:pt x="16310" y="132954"/>
                  <a:pt x="27464" y="123814"/>
                </a:cubicBezTo>
                <a:cubicBezTo>
                  <a:pt x="42199" y="112477"/>
                  <a:pt x="58477" y="103268"/>
                  <a:pt x="75813" y="96459"/>
                </a:cubicBezTo>
                <a:cubicBezTo>
                  <a:pt x="103928" y="85218"/>
                  <a:pt x="134204" y="81687"/>
                  <a:pt x="154264" y="85261"/>
                </a:cubicBezTo>
                <a:close/>
              </a:path>
            </a:pathLst>
          </a:custGeom>
          <a:solidFill>
            <a:schemeClr val="accent1"/>
          </a:solidFill>
          <a:ln w="2177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16331247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:p15="http://schemas.microsoft.com/office/powerpoint/2012/main" xmlns:a14="http://schemas.microsoft.com/office/drawing/2010/main" xmlns:adec="http://schemas.microsoft.com/office/drawing/2017/decorative" xmlns:a16="http://schemas.microsoft.com/office/drawing/2014/main"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/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vider Numbered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49BBB3D2-AA50-2CB3-12E7-C5F254F7EA64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360018" y="3807298"/>
            <a:ext cx="2267265" cy="3133615"/>
          </a:xfrm>
        </p:spPr>
        <p:txBody>
          <a:bodyPr wrap="none" rIns="108000" anchor="b" anchorCtr="0">
            <a:spAutoFit/>
          </a:bodyPr>
          <a:lstStyle>
            <a:lvl1pPr marL="0" indent="0" algn="r" fontAlgn="b">
              <a:buNone/>
              <a:defRPr sz="22000" b="1" i="1" spc="-300" baseline="0">
                <a:solidFill>
                  <a:schemeClr val="accent1"/>
                </a:solidFill>
                <a:latin typeface="TelenorEvolution PPT" pitchFamily="2" charset="77"/>
              </a:defRPr>
            </a:lvl1pPr>
            <a:lvl2pPr marL="180975" indent="-176213">
              <a:buFont typeface="Arial" panose="020B0604020202020204" pitchFamily="34" charset="0"/>
              <a:buChar char="•"/>
              <a:tabLst/>
              <a:defRPr sz="14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</a:lstStyle>
          <a:p>
            <a:pPr lvl="0"/>
            <a:r>
              <a:rPr lang="nb"/>
              <a:t>#</a:t>
            </a:r>
          </a:p>
        </p:txBody>
      </p:sp>
      <p:sp>
        <p:nvSpPr>
          <p:cNvPr id="7" name="Section title">
            <a:extLst>
              <a:ext uri="{FF2B5EF4-FFF2-40B4-BE49-F238E27FC236}">
                <a16:creationId xmlns:a16="http://schemas.microsoft.com/office/drawing/2014/main" id="{8728C624-8F74-6730-9C84-4E10C8362A87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540072" y="504001"/>
            <a:ext cx="724651" cy="252377"/>
          </a:xfrm>
        </p:spPr>
        <p:txBody>
          <a:bodyPr wrap="none">
            <a:sp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600">
                <a:solidFill>
                  <a:schemeClr val="accent1"/>
                </a:solidFill>
              </a:defRPr>
            </a:lvl1pPr>
            <a:lvl2pPr marL="216000" indent="0">
              <a:buNone/>
              <a:defRPr sz="1600"/>
            </a:lvl2pPr>
            <a:lvl3pPr marL="468000" indent="0">
              <a:buNone/>
              <a:defRPr sz="1600"/>
            </a:lvl3pPr>
            <a:lvl4pPr marL="720000" indent="0">
              <a:buNone/>
              <a:defRPr sz="1600"/>
            </a:lvl4pPr>
            <a:lvl5pPr marL="938213" indent="0">
              <a:buNone/>
              <a:defRPr sz="1600"/>
            </a:lvl5pPr>
          </a:lstStyle>
          <a:p>
            <a:pPr lvl="0"/>
            <a:r>
              <a:rPr lang="nb"/>
              <a:t>Seksjon</a:t>
            </a:r>
            <a:endParaRPr lang="nb-NO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E205FC8-5070-6E7E-6E57-D60E316FFC1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40072" y="860400"/>
            <a:ext cx="5087211" cy="2889000"/>
          </a:xfrm>
        </p:spPr>
        <p:txBody>
          <a:bodyPr/>
          <a:lstStyle>
            <a:lvl1pPr>
              <a:lnSpc>
                <a:spcPct val="90000"/>
              </a:lnSpc>
              <a:defRPr>
                <a:solidFill>
                  <a:schemeClr val="tx1"/>
                </a:solidFill>
              </a:defRPr>
            </a:lvl1pPr>
          </a:lstStyle>
          <a:p>
            <a:r>
              <a:rPr lang="nb" dirty="0"/>
              <a:t>Klikk for å redigere</a:t>
            </a:r>
            <a:endParaRPr lang="nb-NO" dirty="0"/>
          </a:p>
        </p:txBody>
      </p:sp>
      <p:sp>
        <p:nvSpPr>
          <p:cNvPr id="4" name="Text Placeholder 13">
            <a:extLst>
              <a:ext uri="{FF2B5EF4-FFF2-40B4-BE49-F238E27FC236}">
                <a16:creationId xmlns:a16="http://schemas.microsoft.com/office/drawing/2014/main" id="{0C48727E-D6A1-72E4-5352-A5254C0193EA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540071" y="5415337"/>
            <a:ext cx="2817360" cy="914866"/>
          </a:xfrm>
        </p:spPr>
        <p:txBody>
          <a:bodyPr wrap="square" rIns="180000" anchor="b" anchorCtr="0">
            <a:sp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800">
                <a:solidFill>
                  <a:schemeClr val="tx1"/>
                </a:solidFill>
              </a:defRPr>
            </a:lvl1pPr>
            <a:lvl2pPr marL="180975" indent="-180000">
              <a:lnSpc>
                <a:spcPct val="100000"/>
              </a:lnSpc>
              <a:buFont typeface="Arial" panose="020B0604020202020204" pitchFamily="34" charset="0"/>
              <a:buChar char="•"/>
              <a:tabLst/>
              <a:defRPr sz="1800">
                <a:solidFill>
                  <a:schemeClr val="tx1"/>
                </a:solidFill>
              </a:defRPr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</a:lstStyle>
          <a:p>
            <a:pPr lvl="0"/>
            <a:r>
              <a:rPr lang="nb"/>
              <a:t>Klikk for å sette inn tilleggstekst</a:t>
            </a:r>
          </a:p>
          <a:p>
            <a:pPr lvl="1"/>
            <a:r>
              <a:rPr lang="nb"/>
              <a:t>Andre nivå</a:t>
            </a:r>
            <a:endParaRPr lang="nb-NO"/>
          </a:p>
        </p:txBody>
      </p:sp>
      <p:sp>
        <p:nvSpPr>
          <p:cNvPr id="10" name="Picture Placeholder 9">
            <a:extLst>
              <a:ext uri="{FF2B5EF4-FFF2-40B4-BE49-F238E27FC236}">
                <a16:creationId xmlns:a16="http://schemas.microsoft.com/office/drawing/2014/main" id="{BC00C893-5B71-7A7E-8592-0278486351B2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 bwMode="gray">
          <a:xfrm>
            <a:off x="6096407" y="0"/>
            <a:ext cx="6095593" cy="6858000"/>
          </a:xfrm>
          <a:prstGeom prst="rect">
            <a:avLst/>
          </a:prstGeom>
          <a:solidFill>
            <a:schemeClr val="bg2"/>
          </a:solidFill>
        </p:spPr>
        <p:txBody>
          <a:bodyPr wrap="square" tIns="2880000">
            <a:noAutofit/>
          </a:bodyPr>
          <a:lstStyle>
            <a:lvl1pPr marL="0" marR="0" indent="0" algn="ctr" defTabSz="914400" rtl="0" eaLnBrk="1" fontAlgn="auto" latinLnBrk="0" hangingPunct="1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  <a:defRPr lang="nb-NO" sz="1400" b="0" i="0" kern="1200">
                <a:solidFill>
                  <a:schemeClr val="tx1"/>
                </a:solidFill>
                <a:latin typeface="+mn-lt"/>
                <a:ea typeface="Verdana" panose="020B0604030504040204" pitchFamily="34" charset="0"/>
                <a:cs typeface="+mn-cs"/>
                <a:sym typeface="Verdana" panose="020B0604030504040204" pitchFamily="34" charset="0"/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noProof="0"/>
              <a:t>Click icon to add picture</a:t>
            </a:r>
            <a:endParaRPr lang="nb" noProof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F63B0A6-CF15-20C7-D78C-71C578FA962E}"/>
              </a:ext>
            </a:extLst>
          </p:cNvPr>
          <p:cNvSpPr>
            <a:spLocks noGrp="1"/>
          </p:cNvSpPr>
          <p:nvPr>
            <p:ph type="dt" sz="half" idx="16"/>
          </p:nvPr>
        </p:nvSpPr>
        <p:spPr>
          <a:xfrm>
            <a:off x="540000" y="10800000"/>
            <a:ext cx="720475" cy="151200"/>
          </a:xfrm>
        </p:spPr>
        <p:txBody>
          <a:bodyPr/>
          <a:lstStyle/>
          <a:p>
            <a:fld id="{DE6D16EF-64F2-D04A-B1F0-62CEEF8AA816}" type="datetime1">
              <a:rPr lang="nb-NO" smtClean="0"/>
              <a:t>18.09.2026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7AF4B6B-7545-09B3-598C-F0CCAD6ACBA8}"/>
              </a:ext>
            </a:extLst>
          </p:cNvPr>
          <p:cNvSpPr>
            <a:spLocks noGrp="1"/>
          </p:cNvSpPr>
          <p:nvPr>
            <p:ph type="ftr" sz="quarter" idx="17"/>
          </p:nvPr>
        </p:nvSpPr>
        <p:spPr>
          <a:xfrm>
            <a:off x="1260475" y="10800000"/>
            <a:ext cx="9671049" cy="151200"/>
          </a:xfrm>
        </p:spPr>
        <p:txBody>
          <a:bodyPr/>
          <a:lstStyle/>
          <a:p>
            <a:endParaRPr lang="en-GB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E9A96408-94A8-AF08-B578-8C29F6CDC622}"/>
              </a:ext>
            </a:extLst>
          </p:cNvPr>
          <p:cNvSpPr>
            <a:spLocks noGrp="1"/>
          </p:cNvSpPr>
          <p:nvPr>
            <p:ph type="sldNum" sz="quarter" idx="18"/>
          </p:nvPr>
        </p:nvSpPr>
        <p:spPr/>
        <p:txBody>
          <a:bodyPr/>
          <a:lstStyle/>
          <a:p>
            <a:fld id="{608810A5-7811-344D-9AE9-EC83104FB54D}" type="slidenum">
              <a:rPr lang="en-GB" smtClean="0"/>
              <a:t>‹#›</a:t>
            </a:fld>
            <a:endParaRPr lang="en-GB"/>
          </a:p>
        </p:txBody>
      </p:sp>
      <p:sp>
        <p:nvSpPr>
          <p:cNvPr id="8" name="Text Placeholder 13">
            <a:extLst>
              <a:ext uri="{FF2B5EF4-FFF2-40B4-BE49-F238E27FC236}">
                <a16:creationId xmlns:a16="http://schemas.microsoft.com/office/drawing/2014/main" id="{C36B7A68-A840-5EF8-2E78-EA7B6A8083D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ChangeAspect="1"/>
          </p:cNvSpPr>
          <p:nvPr>
            <p:ph type="body" sz="quarter" idx="22" hasCustomPrompt="1"/>
          </p:nvPr>
        </p:nvSpPr>
        <p:spPr>
          <a:xfrm>
            <a:off x="11811165" y="6500409"/>
            <a:ext cx="205200" cy="186545"/>
          </a:xfrm>
          <a:blipFill dpi="0" rotWithShape="1"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rcRect/>
            <a:stretch>
              <a:fillRect/>
            </a:stretch>
          </a:blipFill>
        </p:spPr>
        <p:txBody>
          <a:bodyPr>
            <a:normAutofit/>
          </a:bodyPr>
          <a:lstStyle>
            <a:lvl1pPr marL="6350" indent="0">
              <a:buNone/>
              <a:tabLst/>
              <a:defRPr sz="100">
                <a:solidFill>
                  <a:schemeClr val="bg2"/>
                </a:solidFill>
              </a:defRPr>
            </a:lvl1pPr>
            <a:lvl2pPr marL="6350" indent="0">
              <a:buNone/>
              <a:tabLst/>
              <a:defRPr sz="100"/>
            </a:lvl2pPr>
            <a:lvl3pPr marL="6350" indent="0">
              <a:buNone/>
              <a:tabLst/>
              <a:defRPr sz="100"/>
            </a:lvl3pPr>
            <a:lvl4pPr marL="6350" indent="0">
              <a:buNone/>
              <a:tabLst/>
              <a:defRPr sz="100"/>
            </a:lvl4pPr>
            <a:lvl5pPr marL="6350" indent="0">
              <a:buNone/>
              <a:tabLst/>
              <a:defRPr sz="100"/>
            </a:lvl5pPr>
          </a:lstStyle>
          <a:p>
            <a:pPr lvl="0"/>
            <a:r>
              <a:rPr lang="nb"/>
              <a:t>T</a:t>
            </a:r>
          </a:p>
        </p:txBody>
      </p:sp>
    </p:spTree>
    <p:extLst>
      <p:ext uri="{BB962C8B-B14F-4D97-AF65-F5344CB8AC3E}">
        <p14:creationId xmlns:p14="http://schemas.microsoft.com/office/powerpoint/2010/main" val="1152145875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:p15="http://schemas.microsoft.com/office/powerpoint/2012/main" xmlns:asvg="http://schemas.microsoft.com/office/drawing/2016/SVG/main" xmlns:adec="http://schemas.microsoft.com/office/drawing/2017/decorative" xmlns:a16="http://schemas.microsoft.com/office/drawing/2014/main"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/>
    </p:ext>
  </p:extLs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vider Text Mid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Section title">
            <a:extLst>
              <a:ext uri="{FF2B5EF4-FFF2-40B4-BE49-F238E27FC236}">
                <a16:creationId xmlns:a16="http://schemas.microsoft.com/office/drawing/2014/main" id="{0501F295-BAAF-59A9-812D-E95731BA4BA9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540072" y="504001"/>
            <a:ext cx="724651" cy="252377"/>
          </a:xfrm>
        </p:spPr>
        <p:txBody>
          <a:bodyPr wrap="none">
            <a:sp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600">
                <a:solidFill>
                  <a:schemeClr val="tx2"/>
                </a:solidFill>
              </a:defRPr>
            </a:lvl1pPr>
            <a:lvl2pPr marL="216000" indent="0">
              <a:buNone/>
              <a:defRPr sz="1600"/>
            </a:lvl2pPr>
            <a:lvl3pPr marL="468000" indent="0">
              <a:buNone/>
              <a:defRPr sz="1600"/>
            </a:lvl3pPr>
            <a:lvl4pPr marL="720000" indent="0">
              <a:buNone/>
              <a:defRPr sz="1600"/>
            </a:lvl4pPr>
            <a:lvl5pPr marL="938213" indent="0">
              <a:buNone/>
              <a:defRPr sz="1600"/>
            </a:lvl5pPr>
          </a:lstStyle>
          <a:p>
            <a:pPr lvl="0"/>
            <a:r>
              <a:rPr lang="nb"/>
              <a:t>Seksjon</a:t>
            </a:r>
            <a:endParaRPr lang="nb-NO"/>
          </a:p>
        </p:txBody>
      </p:sp>
      <p:sp>
        <p:nvSpPr>
          <p:cNvPr id="4" name="Text 1">
            <a:extLst>
              <a:ext uri="{FF2B5EF4-FFF2-40B4-BE49-F238E27FC236}">
                <a16:creationId xmlns:a16="http://schemas.microsoft.com/office/drawing/2014/main" id="{4CB1A266-BD7F-CCAC-0611-83037F0EE4AF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539820" y="905312"/>
            <a:ext cx="4481062" cy="902246"/>
          </a:xfrm>
          <a:solidFill>
            <a:schemeClr val="tx2"/>
          </a:solidFill>
          <a:ln>
            <a:noFill/>
          </a:ln>
        </p:spPr>
        <p:txBody>
          <a:bodyPr wrap="none" lIns="144000" tIns="108000" rIns="144000" bIns="54000" anchor="ctr" anchorCtr="0">
            <a:spAutoFit/>
          </a:bodyPr>
          <a:lstStyle>
            <a:lvl1pPr marL="0" indent="0" algn="l" fontAlgn="b">
              <a:lnSpc>
                <a:spcPct val="80000"/>
              </a:lnSpc>
              <a:spcBef>
                <a:spcPts val="0"/>
              </a:spcBef>
              <a:buNone/>
              <a:defRPr sz="6000" b="1" i="1">
                <a:solidFill>
                  <a:schemeClr val="bg1"/>
                </a:solidFill>
                <a:latin typeface="+mj-lt"/>
              </a:defRPr>
            </a:lvl1pPr>
            <a:lvl2pPr marL="216000" indent="0">
              <a:buNone/>
              <a:defRPr/>
            </a:lvl2pPr>
            <a:lvl3pPr marL="468000" indent="0">
              <a:buNone/>
              <a:defRPr/>
            </a:lvl3pPr>
            <a:lvl4pPr marL="720000" indent="0">
              <a:buNone/>
              <a:defRPr/>
            </a:lvl4pPr>
            <a:lvl5pPr marL="938213" indent="0">
              <a:buNone/>
              <a:defRPr/>
            </a:lvl5pPr>
          </a:lstStyle>
          <a:p>
            <a:pPr lvl="0"/>
            <a:r>
              <a:rPr lang="nb" dirty="0"/>
              <a:t>Første linje</a:t>
            </a:r>
            <a:endParaRPr lang="nb-NO" dirty="0"/>
          </a:p>
        </p:txBody>
      </p:sp>
      <p:sp>
        <p:nvSpPr>
          <p:cNvPr id="12" name="Text 2">
            <a:extLst>
              <a:ext uri="{FF2B5EF4-FFF2-40B4-BE49-F238E27FC236}">
                <a16:creationId xmlns:a16="http://schemas.microsoft.com/office/drawing/2014/main" id="{312E53E7-51D7-32AE-9A88-2F5EF272E49C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539820" y="1790912"/>
            <a:ext cx="4376867" cy="902246"/>
          </a:xfrm>
          <a:solidFill>
            <a:schemeClr val="tx2"/>
          </a:solidFill>
          <a:ln>
            <a:noFill/>
          </a:ln>
        </p:spPr>
        <p:txBody>
          <a:bodyPr wrap="none" lIns="144000" tIns="108000" rIns="144000" bIns="54000" anchor="ctr" anchorCtr="0">
            <a:spAutoFit/>
          </a:bodyPr>
          <a:lstStyle>
            <a:lvl1pPr marL="0" indent="0" algn="l" fontAlgn="b">
              <a:lnSpc>
                <a:spcPct val="80000"/>
              </a:lnSpc>
              <a:spcBef>
                <a:spcPts val="0"/>
              </a:spcBef>
              <a:buNone/>
              <a:defRPr sz="6000" b="1" i="1">
                <a:solidFill>
                  <a:schemeClr val="bg1"/>
                </a:solidFill>
                <a:latin typeface="+mj-lt"/>
              </a:defRPr>
            </a:lvl1pPr>
            <a:lvl2pPr marL="216000" indent="0">
              <a:buNone/>
              <a:defRPr/>
            </a:lvl2pPr>
            <a:lvl3pPr marL="468000" indent="0">
              <a:buNone/>
              <a:defRPr/>
            </a:lvl3pPr>
            <a:lvl4pPr marL="720000" indent="0">
              <a:buNone/>
              <a:defRPr/>
            </a:lvl4pPr>
            <a:lvl5pPr marL="938213" indent="0">
              <a:buNone/>
              <a:defRPr/>
            </a:lvl5pPr>
          </a:lstStyle>
          <a:p>
            <a:pPr lvl="0"/>
            <a:r>
              <a:rPr lang="nb" dirty="0"/>
              <a:t>Andre linje</a:t>
            </a:r>
            <a:endParaRPr lang="nb-NO" dirty="0"/>
          </a:p>
        </p:txBody>
      </p:sp>
      <p:sp>
        <p:nvSpPr>
          <p:cNvPr id="3" name="Text Placeholder 13">
            <a:extLst>
              <a:ext uri="{FF2B5EF4-FFF2-40B4-BE49-F238E27FC236}">
                <a16:creationId xmlns:a16="http://schemas.microsoft.com/office/drawing/2014/main" id="{63CF780C-4B46-044F-B5B5-D7C0E1906D79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39820" y="5664635"/>
            <a:ext cx="5087462" cy="665567"/>
          </a:xfrm>
        </p:spPr>
        <p:txBody>
          <a:bodyPr anchor="b" anchorCtr="0">
            <a:spAutoFit/>
          </a:bodyPr>
          <a:lstStyle>
            <a:lvl1pPr marL="0" indent="0">
              <a:lnSpc>
                <a:spcPct val="110000"/>
              </a:lnSpc>
              <a:spcBef>
                <a:spcPts val="0"/>
              </a:spcBef>
              <a:buNone/>
              <a:defRPr sz="1800">
                <a:solidFill>
                  <a:schemeClr val="tx1"/>
                </a:solidFill>
              </a:defRPr>
            </a:lvl1pPr>
            <a:lvl2pPr marL="180975" indent="-180000">
              <a:lnSpc>
                <a:spcPct val="110000"/>
              </a:lnSpc>
              <a:buFont typeface="Arial" panose="020B0604020202020204" pitchFamily="34" charset="0"/>
              <a:buChar char="•"/>
              <a:tabLst/>
              <a:defRPr sz="1800">
                <a:solidFill>
                  <a:schemeClr val="tx1"/>
                </a:solidFill>
              </a:defRPr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</a:lstStyle>
          <a:p>
            <a:pPr lvl="0"/>
            <a:r>
              <a:rPr lang="nb" dirty="0"/>
              <a:t>Klikk for å redigere</a:t>
            </a:r>
          </a:p>
          <a:p>
            <a:pPr lvl="1"/>
            <a:r>
              <a:rPr lang="nb" dirty="0"/>
              <a:t>Andre nivå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7C78F10-F851-E87B-1E51-A098D054FD3C}"/>
              </a:ext>
            </a:extLst>
          </p:cNvPr>
          <p:cNvSpPr>
            <a:spLocks noGrp="1"/>
          </p:cNvSpPr>
          <p:nvPr>
            <p:ph type="dt" sz="half" idx="21"/>
          </p:nvPr>
        </p:nvSpPr>
        <p:spPr>
          <a:xfrm>
            <a:off x="540000" y="10800000"/>
            <a:ext cx="720475" cy="151200"/>
          </a:xfrm>
        </p:spPr>
        <p:txBody>
          <a:bodyPr/>
          <a:lstStyle/>
          <a:p>
            <a:fld id="{35D4DDAD-2E1F-C244-A39B-2071E720CF0E}" type="datetime1">
              <a:rPr lang="nb-NO" smtClean="0"/>
              <a:t>18.09.2026</a:t>
            </a:fld>
            <a:endParaRPr lang="en-GB"/>
          </a:p>
        </p:txBody>
      </p:sp>
      <p:sp>
        <p:nvSpPr>
          <p:cNvPr id="10" name="Footer Placeholder 9">
            <a:extLst>
              <a:ext uri="{FF2B5EF4-FFF2-40B4-BE49-F238E27FC236}">
                <a16:creationId xmlns:a16="http://schemas.microsoft.com/office/drawing/2014/main" id="{CE74DD96-AB5B-830E-2826-E6C691F5C3CE}"/>
              </a:ext>
            </a:extLst>
          </p:cNvPr>
          <p:cNvSpPr>
            <a:spLocks noGrp="1"/>
          </p:cNvSpPr>
          <p:nvPr>
            <p:ph type="ftr" sz="quarter" idx="22"/>
          </p:nvPr>
        </p:nvSpPr>
        <p:spPr>
          <a:xfrm>
            <a:off x="1260475" y="10800000"/>
            <a:ext cx="9671049" cy="151200"/>
          </a:xfrm>
        </p:spPr>
        <p:txBody>
          <a:bodyPr/>
          <a:lstStyle/>
          <a:p>
            <a:endParaRPr lang="en-GB"/>
          </a:p>
        </p:txBody>
      </p:sp>
      <p:sp>
        <p:nvSpPr>
          <p:cNvPr id="11" name="Slide Number Placeholder 10">
            <a:extLst>
              <a:ext uri="{FF2B5EF4-FFF2-40B4-BE49-F238E27FC236}">
                <a16:creationId xmlns:a16="http://schemas.microsoft.com/office/drawing/2014/main" id="{5F54C595-8626-9C80-6ABA-BFB173793977}"/>
              </a:ext>
            </a:extLst>
          </p:cNvPr>
          <p:cNvSpPr>
            <a:spLocks noGrp="1"/>
          </p:cNvSpPr>
          <p:nvPr>
            <p:ph type="sldNum" sz="quarter" idx="23"/>
          </p:nvPr>
        </p:nvSpPr>
        <p:spPr/>
        <p:txBody>
          <a:bodyPr/>
          <a:lstStyle/>
          <a:p>
            <a:fld id="{608810A5-7811-344D-9AE9-EC83104FB54D}" type="slidenum">
              <a:rPr lang="en-GB" smtClean="0"/>
              <a:t>‹#›</a:t>
            </a:fld>
            <a:endParaRPr lang="en-GB"/>
          </a:p>
        </p:txBody>
      </p:sp>
      <p:sp>
        <p:nvSpPr>
          <p:cNvPr id="2" name="TekstSylinder 50">
            <a:extLst>
              <a:ext uri="{FF2B5EF4-FFF2-40B4-BE49-F238E27FC236}">
                <a16:creationId xmlns:a16="http://schemas.microsoft.com/office/drawing/2014/main" id="{2CE8E08E-6D30-C34A-E0DD-101C2A31EE3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/>
          <p:nvPr userDrawn="1"/>
        </p:nvSpPr>
        <p:spPr>
          <a:xfrm>
            <a:off x="12627096" y="4105715"/>
            <a:ext cx="2178795" cy="2032530"/>
          </a:xfrm>
          <a:prstGeom prst="rect">
            <a:avLst/>
          </a:prstGeom>
          <a:noFill/>
        </p:spPr>
        <p:txBody>
          <a:bodyPr wrap="square" lIns="0" tIns="108000" rIns="0" bIns="0" rtlCol="0">
            <a:spAutoFit/>
          </a:bodyPr>
          <a:lstStyle>
            <a:defPPr>
              <a:defRPr lang="en-NO"/>
            </a:defPPr>
            <a:lvl1pPr>
              <a:spcAft>
                <a:spcPts val="600"/>
              </a:spcAft>
              <a:defRPr b="0" i="0">
                <a:cs typeface="Arial" panose="020B0604020202020204" pitchFamily="34" charset="0"/>
              </a:defRPr>
            </a:lvl1pPr>
          </a:lstStyle>
          <a:p>
            <a:pPr lvl="0"/>
            <a:r>
              <a:rPr lang="nb" sz="1200" b="0" i="0" noProof="1">
                <a:solidFill>
                  <a:srgbClr val="070451"/>
                </a:solidFill>
                <a:latin typeface="+mj-lt"/>
                <a:cs typeface="TelenorEvolutionPPT-Light" panose="020B0604020202020204" charset="0"/>
              </a:rPr>
              <a:t>Endre farger</a:t>
            </a:r>
          </a:p>
          <a:p>
            <a:pPr lvl="0">
              <a:lnSpc>
                <a:spcPct val="120000"/>
              </a:lnSpc>
            </a:pPr>
            <a:r>
              <a:rPr lang="nb" sz="800" b="0" i="0" noProof="1">
                <a:solidFill>
                  <a:srgbClr val="070451"/>
                </a:solidFill>
                <a:latin typeface="+mj-lt"/>
                <a:cs typeface="TelenorEvolutionPPT-Light" panose="020B0604020202020204" charset="0"/>
              </a:rPr>
              <a:t>Gjør følgende for å endre bakgrunnsfarge:</a:t>
            </a:r>
          </a:p>
          <a:p>
            <a:pPr lvl="0">
              <a:lnSpc>
                <a:spcPct val="110000"/>
              </a:lnSpc>
            </a:pPr>
            <a:r>
              <a:rPr lang="nb" sz="800" b="0" i="0" noProof="1">
                <a:solidFill>
                  <a:srgbClr val="070451"/>
                </a:solidFill>
                <a:cs typeface="TelenorEvolutionPPT-Light" panose="020B0604020202020204" charset="0"/>
              </a:rPr>
              <a:t>Høyreklikk på lysbildet ditt, velg "formater bakgrunn" for å åpne "formatruten".</a:t>
            </a:r>
          </a:p>
          <a:p>
            <a:pPr lvl="0">
              <a:lnSpc>
                <a:spcPct val="110000"/>
              </a:lnSpc>
            </a:pPr>
            <a:r>
              <a:rPr lang="nb" sz="800" b="0" i="0" noProof="1">
                <a:solidFill>
                  <a:srgbClr val="070451"/>
                </a:solidFill>
                <a:cs typeface="TelenorEvolutionPPT-Light" panose="020B0604020202020204" charset="0"/>
              </a:rPr>
              <a:t>I formatruten velger du «Heldekkende fyll» og endrer «fyllfarge». </a:t>
            </a:r>
          </a:p>
          <a:p>
            <a:pPr lvl="0">
              <a:lnSpc>
                <a:spcPct val="110000"/>
              </a:lnSpc>
            </a:pPr>
            <a:r>
              <a:rPr lang="nb" sz="800" b="0" i="0" noProof="1">
                <a:solidFill>
                  <a:srgbClr val="070451"/>
                </a:solidFill>
                <a:cs typeface="TelenorEvolutionPPT-Light" panose="020B0604020202020204" charset="0"/>
              </a:rPr>
              <a:t>Bruk en av temafargene </a:t>
            </a:r>
            <a:r>
              <a:rPr lang="nb" sz="800" b="0" i="0" noProof="1">
                <a:solidFill>
                  <a:srgbClr val="070451"/>
                </a:solidFill>
                <a:latin typeface="+mj-lt"/>
                <a:cs typeface="TelenorEvolutionPPT-Light" panose="020B0604020202020204" charset="0"/>
              </a:rPr>
              <a:t>eller</a:t>
            </a:r>
            <a:r>
              <a:rPr lang="nb" sz="800" b="0" i="0" noProof="1">
                <a:solidFill>
                  <a:srgbClr val="070451"/>
                </a:solidFill>
                <a:cs typeface="TelenorEvolutionPPT-Light" panose="020B0604020202020204" charset="0"/>
              </a:rPr>
              <a:t> velg "flere farger" og bruk pipetten til å øyedroppe en av </a:t>
            </a:r>
            <a:r>
              <a:rPr lang="nb" sz="800" b="0" i="0" noProof="1">
                <a:solidFill>
                  <a:srgbClr val="070451"/>
                </a:solidFill>
                <a:latin typeface="+mj-lt"/>
                <a:cs typeface="TelenorEvolutionPPT-Light" panose="020B0604020202020204" charset="0"/>
              </a:rPr>
              <a:t>bakgrunnsfargene</a:t>
            </a:r>
            <a:r>
              <a:rPr lang="nb" sz="800" b="0" i="0" noProof="1">
                <a:solidFill>
                  <a:srgbClr val="070451"/>
                </a:solidFill>
                <a:cs typeface="TelenorEvolutionPPT-Light" panose="020B0604020202020204" charset="0"/>
              </a:rPr>
              <a:t>  fra dette panelet.</a:t>
            </a:r>
          </a:p>
          <a:p>
            <a:pPr lvl="0">
              <a:lnSpc>
                <a:spcPct val="110000"/>
              </a:lnSpc>
            </a:pPr>
            <a:r>
              <a:rPr lang="nb" sz="800" b="0" i="0" noProof="1">
                <a:solidFill>
                  <a:srgbClr val="070451"/>
                </a:solidFill>
                <a:cs typeface="TelenorEvolutionPPT-Light" panose="020B0604020202020204" charset="0"/>
              </a:rPr>
              <a:t>Sørg alltid for tilstrekkelig kontrast mellom bakgrunn, tekst og logo.</a:t>
            </a:r>
            <a:endParaRPr lang="en-GB" sz="1100" b="0" i="0" noProof="1">
              <a:solidFill>
                <a:srgbClr val="070451"/>
              </a:solidFill>
              <a:cs typeface="TelenorEvolutionPPT-Light" panose="020B060402020202020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42984564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:p15="http://schemas.microsoft.com/office/powerpoint/2012/main" xmlns:adec="http://schemas.microsoft.com/office/drawing/2017/decorative" xmlns:a16="http://schemas.microsoft.com/office/drawing/2014/main"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/>
    </p:ext>
  </p:extLs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vider Text Soft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Section title">
            <a:extLst>
              <a:ext uri="{FF2B5EF4-FFF2-40B4-BE49-F238E27FC236}">
                <a16:creationId xmlns:a16="http://schemas.microsoft.com/office/drawing/2014/main" id="{0501F295-BAAF-59A9-812D-E95731BA4BA9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540072" y="504001"/>
            <a:ext cx="724651" cy="252377"/>
          </a:xfrm>
        </p:spPr>
        <p:txBody>
          <a:bodyPr wrap="none">
            <a:sp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600">
                <a:solidFill>
                  <a:schemeClr val="tx1"/>
                </a:solidFill>
              </a:defRPr>
            </a:lvl1pPr>
            <a:lvl2pPr marL="216000" indent="0">
              <a:buNone/>
              <a:defRPr sz="1600"/>
            </a:lvl2pPr>
            <a:lvl3pPr marL="468000" indent="0">
              <a:buNone/>
              <a:defRPr sz="1600"/>
            </a:lvl3pPr>
            <a:lvl4pPr marL="720000" indent="0">
              <a:buNone/>
              <a:defRPr sz="1600"/>
            </a:lvl4pPr>
            <a:lvl5pPr marL="938213" indent="0">
              <a:buNone/>
              <a:defRPr sz="1600"/>
            </a:lvl5pPr>
          </a:lstStyle>
          <a:p>
            <a:pPr lvl="0"/>
            <a:r>
              <a:rPr lang="nb"/>
              <a:t>Seksjon</a:t>
            </a:r>
            <a:endParaRPr lang="nb-NO"/>
          </a:p>
        </p:txBody>
      </p:sp>
      <p:sp>
        <p:nvSpPr>
          <p:cNvPr id="4" name="Text 1">
            <a:extLst>
              <a:ext uri="{FF2B5EF4-FFF2-40B4-BE49-F238E27FC236}">
                <a16:creationId xmlns:a16="http://schemas.microsoft.com/office/drawing/2014/main" id="{4CB1A266-BD7F-CCAC-0611-83037F0EE4AF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539820" y="905312"/>
            <a:ext cx="4481062" cy="902246"/>
          </a:xfrm>
          <a:solidFill>
            <a:schemeClr val="tx1"/>
          </a:solidFill>
          <a:ln>
            <a:noFill/>
          </a:ln>
        </p:spPr>
        <p:txBody>
          <a:bodyPr wrap="none" lIns="144000" tIns="108000" rIns="144000" bIns="54000" anchor="ctr" anchorCtr="0">
            <a:spAutoFit/>
          </a:bodyPr>
          <a:lstStyle>
            <a:lvl1pPr marL="0" indent="0" algn="l" fontAlgn="b">
              <a:lnSpc>
                <a:spcPct val="80000"/>
              </a:lnSpc>
              <a:spcBef>
                <a:spcPts val="0"/>
              </a:spcBef>
              <a:buNone/>
              <a:defRPr sz="6000" b="1" i="1">
                <a:solidFill>
                  <a:schemeClr val="accent1"/>
                </a:solidFill>
                <a:latin typeface="+mj-lt"/>
              </a:defRPr>
            </a:lvl1pPr>
            <a:lvl2pPr marL="216000" indent="0">
              <a:buNone/>
              <a:defRPr/>
            </a:lvl2pPr>
            <a:lvl3pPr marL="468000" indent="0">
              <a:buNone/>
              <a:defRPr/>
            </a:lvl3pPr>
            <a:lvl4pPr marL="720000" indent="0">
              <a:buNone/>
              <a:defRPr/>
            </a:lvl4pPr>
            <a:lvl5pPr marL="938213" indent="0">
              <a:buNone/>
              <a:defRPr/>
            </a:lvl5pPr>
          </a:lstStyle>
          <a:p>
            <a:pPr lvl="0"/>
            <a:r>
              <a:rPr lang="nb" dirty="0"/>
              <a:t>Første linje</a:t>
            </a:r>
            <a:endParaRPr lang="nb-NO" dirty="0"/>
          </a:p>
        </p:txBody>
      </p:sp>
      <p:sp>
        <p:nvSpPr>
          <p:cNvPr id="12" name="Text 2">
            <a:extLst>
              <a:ext uri="{FF2B5EF4-FFF2-40B4-BE49-F238E27FC236}">
                <a16:creationId xmlns:a16="http://schemas.microsoft.com/office/drawing/2014/main" id="{312E53E7-51D7-32AE-9A88-2F5EF272E49C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539820" y="1790912"/>
            <a:ext cx="4376867" cy="902246"/>
          </a:xfrm>
          <a:solidFill>
            <a:schemeClr val="tx1"/>
          </a:solidFill>
          <a:ln>
            <a:noFill/>
          </a:ln>
        </p:spPr>
        <p:txBody>
          <a:bodyPr wrap="none" lIns="144000" tIns="108000" rIns="144000" bIns="54000" anchor="ctr" anchorCtr="0">
            <a:spAutoFit/>
          </a:bodyPr>
          <a:lstStyle>
            <a:lvl1pPr marL="0" indent="0" algn="l" fontAlgn="b">
              <a:lnSpc>
                <a:spcPct val="80000"/>
              </a:lnSpc>
              <a:spcBef>
                <a:spcPts val="0"/>
              </a:spcBef>
              <a:buNone/>
              <a:defRPr sz="6000" b="1" i="1">
                <a:solidFill>
                  <a:schemeClr val="accent1"/>
                </a:solidFill>
                <a:latin typeface="+mj-lt"/>
              </a:defRPr>
            </a:lvl1pPr>
            <a:lvl2pPr marL="216000" indent="0">
              <a:buNone/>
              <a:defRPr/>
            </a:lvl2pPr>
            <a:lvl3pPr marL="468000" indent="0">
              <a:buNone/>
              <a:defRPr/>
            </a:lvl3pPr>
            <a:lvl4pPr marL="720000" indent="0">
              <a:buNone/>
              <a:defRPr/>
            </a:lvl4pPr>
            <a:lvl5pPr marL="938213" indent="0">
              <a:buNone/>
              <a:defRPr/>
            </a:lvl5pPr>
          </a:lstStyle>
          <a:p>
            <a:pPr lvl="0"/>
            <a:r>
              <a:rPr lang="nb" dirty="0"/>
              <a:t>Andre linje</a:t>
            </a:r>
            <a:endParaRPr lang="nb-NO" dirty="0"/>
          </a:p>
        </p:txBody>
      </p:sp>
      <p:sp>
        <p:nvSpPr>
          <p:cNvPr id="3" name="Text Placeholder 13">
            <a:extLst>
              <a:ext uri="{FF2B5EF4-FFF2-40B4-BE49-F238E27FC236}">
                <a16:creationId xmlns:a16="http://schemas.microsoft.com/office/drawing/2014/main" id="{63CF780C-4B46-044F-B5B5-D7C0E1906D79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39820" y="5664635"/>
            <a:ext cx="5087462" cy="665567"/>
          </a:xfrm>
        </p:spPr>
        <p:txBody>
          <a:bodyPr anchor="b" anchorCtr="0">
            <a:spAutoFit/>
          </a:bodyPr>
          <a:lstStyle>
            <a:lvl1pPr marL="0" indent="0">
              <a:lnSpc>
                <a:spcPct val="110000"/>
              </a:lnSpc>
              <a:spcBef>
                <a:spcPts val="0"/>
              </a:spcBef>
              <a:buNone/>
              <a:defRPr sz="1800">
                <a:solidFill>
                  <a:schemeClr val="tx1"/>
                </a:solidFill>
              </a:defRPr>
            </a:lvl1pPr>
            <a:lvl2pPr marL="180975" indent="-180000">
              <a:lnSpc>
                <a:spcPct val="110000"/>
              </a:lnSpc>
              <a:buFont typeface="Arial" panose="020B0604020202020204" pitchFamily="34" charset="0"/>
              <a:buChar char="•"/>
              <a:tabLst/>
              <a:defRPr sz="1800">
                <a:solidFill>
                  <a:schemeClr val="tx1"/>
                </a:solidFill>
              </a:defRPr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</a:lstStyle>
          <a:p>
            <a:pPr lvl="0"/>
            <a:r>
              <a:rPr lang="nb" dirty="0"/>
              <a:t>Klikk for å redigere</a:t>
            </a:r>
          </a:p>
          <a:p>
            <a:pPr lvl="1"/>
            <a:r>
              <a:rPr lang="nb" dirty="0"/>
              <a:t>Andre nivå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7C78F10-F851-E87B-1E51-A098D054FD3C}"/>
              </a:ext>
            </a:extLst>
          </p:cNvPr>
          <p:cNvSpPr>
            <a:spLocks noGrp="1"/>
          </p:cNvSpPr>
          <p:nvPr>
            <p:ph type="dt" sz="half" idx="21"/>
          </p:nvPr>
        </p:nvSpPr>
        <p:spPr>
          <a:xfrm>
            <a:off x="540000" y="10800000"/>
            <a:ext cx="720475" cy="151200"/>
          </a:xfrm>
        </p:spPr>
        <p:txBody>
          <a:bodyPr/>
          <a:lstStyle/>
          <a:p>
            <a:fld id="{680F084E-3EA5-8A4A-95AE-FC4565F938AB}" type="datetime1">
              <a:rPr lang="nb-NO" smtClean="0"/>
              <a:t>18.09.2026</a:t>
            </a:fld>
            <a:endParaRPr lang="en-GB"/>
          </a:p>
        </p:txBody>
      </p:sp>
      <p:sp>
        <p:nvSpPr>
          <p:cNvPr id="10" name="Footer Placeholder 9">
            <a:extLst>
              <a:ext uri="{FF2B5EF4-FFF2-40B4-BE49-F238E27FC236}">
                <a16:creationId xmlns:a16="http://schemas.microsoft.com/office/drawing/2014/main" id="{CE74DD96-AB5B-830E-2826-E6C691F5C3CE}"/>
              </a:ext>
            </a:extLst>
          </p:cNvPr>
          <p:cNvSpPr>
            <a:spLocks noGrp="1"/>
          </p:cNvSpPr>
          <p:nvPr>
            <p:ph type="ftr" sz="quarter" idx="22"/>
          </p:nvPr>
        </p:nvSpPr>
        <p:spPr>
          <a:xfrm>
            <a:off x="1260475" y="10800000"/>
            <a:ext cx="9671049" cy="151200"/>
          </a:xfrm>
        </p:spPr>
        <p:txBody>
          <a:bodyPr/>
          <a:lstStyle/>
          <a:p>
            <a:endParaRPr lang="en-GB"/>
          </a:p>
        </p:txBody>
      </p:sp>
      <p:sp>
        <p:nvSpPr>
          <p:cNvPr id="11" name="Slide Number Placeholder 10">
            <a:extLst>
              <a:ext uri="{FF2B5EF4-FFF2-40B4-BE49-F238E27FC236}">
                <a16:creationId xmlns:a16="http://schemas.microsoft.com/office/drawing/2014/main" id="{5F54C595-8626-9C80-6ABA-BFB173793977}"/>
              </a:ext>
            </a:extLst>
          </p:cNvPr>
          <p:cNvSpPr>
            <a:spLocks noGrp="1"/>
          </p:cNvSpPr>
          <p:nvPr>
            <p:ph type="sldNum" sz="quarter" idx="23"/>
          </p:nvPr>
        </p:nvSpPr>
        <p:spPr/>
        <p:txBody>
          <a:bodyPr/>
          <a:lstStyle/>
          <a:p>
            <a:fld id="{608810A5-7811-344D-9AE9-EC83104FB54D}" type="slidenum">
              <a:rPr lang="en-GB" smtClean="0"/>
              <a:t>‹#›</a:t>
            </a:fld>
            <a:endParaRPr lang="en-GB"/>
          </a:p>
        </p:txBody>
      </p:sp>
      <p:sp>
        <p:nvSpPr>
          <p:cNvPr id="7" name="TekstSylinder 50">
            <a:extLst>
              <a:ext uri="{FF2B5EF4-FFF2-40B4-BE49-F238E27FC236}">
                <a16:creationId xmlns:a16="http://schemas.microsoft.com/office/drawing/2014/main" id="{77EE2D2F-82FE-CED0-3A1A-CEFCB89638A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/>
          <p:nvPr userDrawn="1"/>
        </p:nvSpPr>
        <p:spPr>
          <a:xfrm>
            <a:off x="12627096" y="4105715"/>
            <a:ext cx="2178795" cy="2032530"/>
          </a:xfrm>
          <a:prstGeom prst="rect">
            <a:avLst/>
          </a:prstGeom>
          <a:noFill/>
        </p:spPr>
        <p:txBody>
          <a:bodyPr wrap="square" lIns="0" tIns="108000" rIns="0" bIns="0" rtlCol="0">
            <a:spAutoFit/>
          </a:bodyPr>
          <a:lstStyle>
            <a:defPPr>
              <a:defRPr lang="en-NO"/>
            </a:defPPr>
            <a:lvl1pPr>
              <a:spcAft>
                <a:spcPts val="600"/>
              </a:spcAft>
              <a:defRPr b="0" i="0">
                <a:cs typeface="Arial" panose="020B0604020202020204" pitchFamily="34" charset="0"/>
              </a:defRPr>
            </a:lvl1pPr>
          </a:lstStyle>
          <a:p>
            <a:pPr lvl="0"/>
            <a:r>
              <a:rPr lang="nb" sz="1200" b="0" i="0" noProof="1">
                <a:solidFill>
                  <a:srgbClr val="070451"/>
                </a:solidFill>
                <a:latin typeface="+mj-lt"/>
                <a:cs typeface="TelenorEvolutionPPT-Light" panose="020B0604020202020204" charset="0"/>
              </a:rPr>
              <a:t>Endre farger</a:t>
            </a:r>
          </a:p>
          <a:p>
            <a:pPr lvl="0">
              <a:lnSpc>
                <a:spcPct val="120000"/>
              </a:lnSpc>
            </a:pPr>
            <a:r>
              <a:rPr lang="nb" sz="800" b="0" i="0" noProof="1">
                <a:solidFill>
                  <a:srgbClr val="070451"/>
                </a:solidFill>
                <a:latin typeface="+mj-lt"/>
                <a:cs typeface="TelenorEvolutionPPT-Light" panose="020B0604020202020204" charset="0"/>
              </a:rPr>
              <a:t>Gjør følgende for å endre bakgrunnsfarge:</a:t>
            </a:r>
          </a:p>
          <a:p>
            <a:pPr lvl="0">
              <a:lnSpc>
                <a:spcPct val="110000"/>
              </a:lnSpc>
            </a:pPr>
            <a:r>
              <a:rPr lang="nb" sz="800" b="0" i="0" noProof="1">
                <a:solidFill>
                  <a:srgbClr val="070451"/>
                </a:solidFill>
                <a:cs typeface="TelenorEvolutionPPT-Light" panose="020B0604020202020204" charset="0"/>
              </a:rPr>
              <a:t>Høyreklikk på lysbildet ditt, velg "formater bakgrunn" for å åpne "formatruten".</a:t>
            </a:r>
          </a:p>
          <a:p>
            <a:pPr lvl="0">
              <a:lnSpc>
                <a:spcPct val="110000"/>
              </a:lnSpc>
            </a:pPr>
            <a:r>
              <a:rPr lang="nb" sz="800" b="0" i="0" noProof="1">
                <a:solidFill>
                  <a:srgbClr val="070451"/>
                </a:solidFill>
                <a:cs typeface="TelenorEvolutionPPT-Light" panose="020B0604020202020204" charset="0"/>
              </a:rPr>
              <a:t>I formatruten velger du «Heldekkende fyll» og endrer «fyllfarge». </a:t>
            </a:r>
          </a:p>
          <a:p>
            <a:pPr lvl="0">
              <a:lnSpc>
                <a:spcPct val="110000"/>
              </a:lnSpc>
            </a:pPr>
            <a:r>
              <a:rPr lang="nb" sz="800" b="0" i="0" noProof="1">
                <a:solidFill>
                  <a:srgbClr val="070451"/>
                </a:solidFill>
                <a:cs typeface="TelenorEvolutionPPT-Light" panose="020B0604020202020204" charset="0"/>
              </a:rPr>
              <a:t>Bruk en av temafargene </a:t>
            </a:r>
            <a:r>
              <a:rPr lang="nb" sz="800" b="0" i="0" noProof="1">
                <a:solidFill>
                  <a:srgbClr val="070451"/>
                </a:solidFill>
                <a:latin typeface="+mj-lt"/>
                <a:cs typeface="TelenorEvolutionPPT-Light" panose="020B0604020202020204" charset="0"/>
              </a:rPr>
              <a:t>eller</a:t>
            </a:r>
            <a:r>
              <a:rPr lang="nb" sz="800" b="0" i="0" noProof="1">
                <a:solidFill>
                  <a:srgbClr val="070451"/>
                </a:solidFill>
                <a:cs typeface="TelenorEvolutionPPT-Light" panose="020B0604020202020204" charset="0"/>
              </a:rPr>
              <a:t> velg "flere farger" og bruk pipetten til å øyedroppe en av </a:t>
            </a:r>
            <a:r>
              <a:rPr lang="nb" sz="800" b="0" i="0" noProof="1">
                <a:solidFill>
                  <a:srgbClr val="070451"/>
                </a:solidFill>
                <a:latin typeface="+mj-lt"/>
                <a:cs typeface="TelenorEvolutionPPT-Light" panose="020B0604020202020204" charset="0"/>
              </a:rPr>
              <a:t>bakgrunnsfargene</a:t>
            </a:r>
            <a:r>
              <a:rPr lang="nb" sz="800" b="0" i="0" noProof="1">
                <a:solidFill>
                  <a:srgbClr val="070451"/>
                </a:solidFill>
                <a:cs typeface="TelenorEvolutionPPT-Light" panose="020B0604020202020204" charset="0"/>
              </a:rPr>
              <a:t>  fra dette panelet.</a:t>
            </a:r>
          </a:p>
          <a:p>
            <a:pPr lvl="0">
              <a:lnSpc>
                <a:spcPct val="110000"/>
              </a:lnSpc>
            </a:pPr>
            <a:r>
              <a:rPr lang="nb" sz="800" b="0" i="0" noProof="1">
                <a:solidFill>
                  <a:srgbClr val="070451"/>
                </a:solidFill>
                <a:cs typeface="TelenorEvolutionPPT-Light" panose="020B0604020202020204" charset="0"/>
              </a:rPr>
              <a:t>Sørg alltid for tilstrekkelig kontrast mellom bakgrunn, tekst og logo.</a:t>
            </a:r>
            <a:endParaRPr lang="en-GB" sz="1100" b="0" i="0" noProof="1">
              <a:solidFill>
                <a:srgbClr val="070451"/>
              </a:solidFill>
              <a:cs typeface="TelenorEvolutionPPT-Light" panose="020B060402020202020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065962229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:p15="http://schemas.microsoft.com/office/powerpoint/2012/main" xmlns:adec="http://schemas.microsoft.com/office/drawing/2017/decorative" xmlns:a16="http://schemas.microsoft.com/office/drawing/2014/main"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/>
    </p:ext>
  </p:extLs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ivider Image Mid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39702681-D8EB-DB5B-543C-E290BF9BAAED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 bwMode="gray">
          <a:xfrm>
            <a:off x="0" y="0"/>
            <a:ext cx="6095593" cy="6858000"/>
          </a:xfrm>
          <a:prstGeom prst="rect">
            <a:avLst/>
          </a:prstGeom>
          <a:solidFill>
            <a:schemeClr val="bg1"/>
          </a:solidFill>
        </p:spPr>
        <p:txBody>
          <a:bodyPr wrap="square" tIns="2880000" bIns="0" anchor="t" anchorCtr="0">
            <a:noAutofit/>
          </a:bodyPr>
          <a:lstStyle>
            <a:lvl1pPr marL="0" indent="0" algn="ctr">
              <a:buNone/>
              <a:defRPr sz="1200"/>
            </a:lvl1pPr>
          </a:lstStyle>
          <a:p>
            <a:r>
              <a:rPr lang="en-US"/>
              <a:t>Click icon to add picture</a:t>
            </a:r>
            <a:endParaRPr lang="nb-NO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BA9C3891-5BB6-C831-3C45-A2BF883908D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40070" y="540001"/>
            <a:ext cx="9001172" cy="1818959"/>
          </a:xfrm>
        </p:spPr>
        <p:txBody>
          <a:bodyPr>
            <a:spAutoFit/>
          </a:bodyPr>
          <a:lstStyle>
            <a:lvl1pPr>
              <a:lnSpc>
                <a:spcPct val="80000"/>
              </a:lnSpc>
              <a:defRPr sz="7200" b="1" i="1">
                <a:solidFill>
                  <a:schemeClr val="tx1"/>
                </a:solidFill>
                <a:latin typeface="+mj-lt"/>
              </a:defRPr>
            </a:lvl1pPr>
          </a:lstStyle>
          <a:p>
            <a:r>
              <a:rPr lang="nb"/>
              <a:t>Overskrift kort og stor</a:t>
            </a:r>
            <a:endParaRPr lang="nb-NO"/>
          </a:p>
        </p:txBody>
      </p:sp>
      <p:sp>
        <p:nvSpPr>
          <p:cNvPr id="2" name="Text Placeholder 13">
            <a:extLst>
              <a:ext uri="{FF2B5EF4-FFF2-40B4-BE49-F238E27FC236}">
                <a16:creationId xmlns:a16="http://schemas.microsoft.com/office/drawing/2014/main" id="{8947E4BA-2F4F-D222-D173-AC11D80B6041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6571769" y="5664635"/>
            <a:ext cx="5087462" cy="665567"/>
          </a:xfrm>
        </p:spPr>
        <p:txBody>
          <a:bodyPr anchor="b" anchorCtr="0">
            <a:spAutoFit/>
          </a:bodyPr>
          <a:lstStyle>
            <a:lvl1pPr marL="0" indent="0">
              <a:lnSpc>
                <a:spcPct val="110000"/>
              </a:lnSpc>
              <a:spcBef>
                <a:spcPts val="0"/>
              </a:spcBef>
              <a:buNone/>
              <a:defRPr sz="1800">
                <a:solidFill>
                  <a:schemeClr val="tx1"/>
                </a:solidFill>
              </a:defRPr>
            </a:lvl1pPr>
            <a:lvl2pPr marL="180975" indent="-180000">
              <a:buFont typeface="Arial" panose="020B0604020202020204" pitchFamily="34" charset="0"/>
              <a:buChar char="•"/>
              <a:tabLst/>
              <a:defRPr sz="1800">
                <a:solidFill>
                  <a:schemeClr val="tx1"/>
                </a:solidFill>
              </a:defRPr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</a:lstStyle>
          <a:p>
            <a:pPr lvl="0"/>
            <a:r>
              <a:rPr lang="nb" dirty="0"/>
              <a:t>Klikk for å redigere</a:t>
            </a:r>
          </a:p>
          <a:p>
            <a:pPr lvl="1"/>
            <a:r>
              <a:rPr lang="nb" dirty="0"/>
              <a:t>Andre nivå</a:t>
            </a:r>
          </a:p>
        </p:txBody>
      </p:sp>
      <p:sp>
        <p:nvSpPr>
          <p:cNvPr id="6" name="Date Placeholder 5">
            <a:extLst>
              <a:ext uri="{FF2B5EF4-FFF2-40B4-BE49-F238E27FC236}">
                <a16:creationId xmlns:a16="http://schemas.microsoft.com/office/drawing/2014/main" id="{00E74003-45A9-AD3F-87C3-DF5C13BC4322}"/>
              </a:ext>
            </a:extLst>
          </p:cNvPr>
          <p:cNvSpPr>
            <a:spLocks noGrp="1"/>
          </p:cNvSpPr>
          <p:nvPr>
            <p:ph type="dt" sz="half" idx="14"/>
          </p:nvPr>
        </p:nvSpPr>
        <p:spPr>
          <a:xfrm>
            <a:off x="540000" y="10800000"/>
            <a:ext cx="720475" cy="151200"/>
          </a:xfrm>
        </p:spPr>
        <p:txBody>
          <a:bodyPr/>
          <a:lstStyle/>
          <a:p>
            <a:fld id="{8BE9A0AE-6586-EC40-B649-AB4FE0ACD219}" type="datetime1">
              <a:rPr lang="nb-NO" smtClean="0"/>
              <a:t>18.09.2026</a:t>
            </a:fld>
            <a:endParaRPr lang="en-GB"/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A4743BCB-BD23-5950-258D-F5449DF67B0F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>
          <a:xfrm>
            <a:off x="1260475" y="10800000"/>
            <a:ext cx="9671049" cy="151200"/>
          </a:xfrm>
        </p:spPr>
        <p:txBody>
          <a:bodyPr/>
          <a:lstStyle/>
          <a:p>
            <a:endParaRPr lang="en-GB"/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AD20F3CE-86E8-370C-D224-1509A924EB27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608810A5-7811-344D-9AE9-EC83104FB54D}" type="slidenum">
              <a:rPr lang="en-GB" smtClean="0"/>
              <a:t>‹#›</a:t>
            </a:fld>
            <a:endParaRPr lang="en-GB"/>
          </a:p>
        </p:txBody>
      </p:sp>
      <p:sp>
        <p:nvSpPr>
          <p:cNvPr id="8" name="TekstSylinder 50">
            <a:extLst>
              <a:ext uri="{FF2B5EF4-FFF2-40B4-BE49-F238E27FC236}">
                <a16:creationId xmlns:a16="http://schemas.microsoft.com/office/drawing/2014/main" id="{720C9D3F-4A05-4C35-2EE4-97983B05616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/>
          <p:nvPr userDrawn="1"/>
        </p:nvSpPr>
        <p:spPr>
          <a:xfrm>
            <a:off x="12627096" y="4105715"/>
            <a:ext cx="2178795" cy="2183469"/>
          </a:xfrm>
          <a:prstGeom prst="rect">
            <a:avLst/>
          </a:prstGeom>
          <a:noFill/>
        </p:spPr>
        <p:txBody>
          <a:bodyPr wrap="square" lIns="0" tIns="108000" rIns="0" bIns="0" rtlCol="0">
            <a:spAutoFit/>
          </a:bodyPr>
          <a:lstStyle>
            <a:defPPr>
              <a:defRPr lang="en-NO"/>
            </a:defPPr>
            <a:lvl1pPr>
              <a:spcAft>
                <a:spcPts val="600"/>
              </a:spcAft>
              <a:defRPr b="0" i="0">
                <a:cs typeface="Arial" panose="020B0604020202020204" pitchFamily="34" charset="0"/>
              </a:defRPr>
            </a:lvl1pPr>
          </a:lstStyle>
          <a:p>
            <a:pPr lvl="0"/>
            <a:r>
              <a:rPr lang="nb" sz="1200" b="0" i="0" noProof="1">
                <a:solidFill>
                  <a:srgbClr val="070451"/>
                </a:solidFill>
                <a:latin typeface="+mj-lt"/>
                <a:cs typeface="TelenorEvolutionPPT-Light" panose="020B0604020202020204" charset="0"/>
              </a:rPr>
              <a:t>Endre farger</a:t>
            </a:r>
          </a:p>
          <a:p>
            <a:pPr lvl="0">
              <a:lnSpc>
                <a:spcPct val="120000"/>
              </a:lnSpc>
            </a:pPr>
            <a:r>
              <a:rPr lang="nb" sz="800" b="0" i="0" noProof="1">
                <a:solidFill>
                  <a:srgbClr val="070451"/>
                </a:solidFill>
                <a:latin typeface="+mj-lt"/>
                <a:cs typeface="TelenorEvolutionPPT-Light" panose="020B0604020202020204" charset="0"/>
              </a:rPr>
              <a:t>Hvis du vil endre bakgrunnsfarge på høyre side av dette lysbildet, gjør du følgende:</a:t>
            </a:r>
          </a:p>
          <a:p>
            <a:pPr lvl="0">
              <a:lnSpc>
                <a:spcPct val="110000"/>
              </a:lnSpc>
            </a:pPr>
            <a:r>
              <a:rPr lang="nb" sz="800" b="0" i="0" noProof="1">
                <a:solidFill>
                  <a:srgbClr val="070451"/>
                </a:solidFill>
                <a:cs typeface="TelenorEvolutionPPT-Light" panose="020B0604020202020204" charset="0"/>
              </a:rPr>
              <a:t>Høyreklikk på lysbildet ditt, velg "formater bakgrunn" for å åpne "formatruten".</a:t>
            </a:r>
          </a:p>
          <a:p>
            <a:pPr lvl="0">
              <a:lnSpc>
                <a:spcPct val="110000"/>
              </a:lnSpc>
            </a:pPr>
            <a:r>
              <a:rPr lang="nb" sz="800" b="0" i="0" noProof="1">
                <a:solidFill>
                  <a:srgbClr val="070451"/>
                </a:solidFill>
                <a:cs typeface="TelenorEvolutionPPT-Light" panose="020B0604020202020204" charset="0"/>
              </a:rPr>
              <a:t>I formatruten velger du «Heldekkende fyll» og endrer «fyllfarge». </a:t>
            </a:r>
          </a:p>
          <a:p>
            <a:pPr lvl="0">
              <a:lnSpc>
                <a:spcPct val="110000"/>
              </a:lnSpc>
            </a:pPr>
            <a:r>
              <a:rPr lang="nb" sz="800" b="0" i="0" noProof="1">
                <a:solidFill>
                  <a:srgbClr val="070451"/>
                </a:solidFill>
                <a:cs typeface="TelenorEvolutionPPT-Light" panose="020B0604020202020204" charset="0"/>
              </a:rPr>
              <a:t>Bruk en av temafargene </a:t>
            </a:r>
            <a:r>
              <a:rPr lang="nb" sz="800" b="0" i="0" noProof="1">
                <a:solidFill>
                  <a:srgbClr val="070451"/>
                </a:solidFill>
                <a:latin typeface="+mj-lt"/>
                <a:cs typeface="TelenorEvolutionPPT-Light" panose="020B0604020202020204" charset="0"/>
              </a:rPr>
              <a:t>eller</a:t>
            </a:r>
            <a:r>
              <a:rPr lang="nb" sz="800" b="0" i="0" noProof="1">
                <a:solidFill>
                  <a:srgbClr val="070451"/>
                </a:solidFill>
                <a:cs typeface="TelenorEvolutionPPT-Light" panose="020B0604020202020204" charset="0"/>
              </a:rPr>
              <a:t> velg "flere farger" og bruk pipetten til å øyedroppe en av </a:t>
            </a:r>
            <a:r>
              <a:rPr lang="nb" sz="800" b="0" i="0" noProof="1">
                <a:solidFill>
                  <a:srgbClr val="070451"/>
                </a:solidFill>
                <a:latin typeface="+mj-lt"/>
                <a:cs typeface="TelenorEvolutionPPT-Light" panose="020B0604020202020204" charset="0"/>
              </a:rPr>
              <a:t>bakgrunnsfargene</a:t>
            </a:r>
            <a:r>
              <a:rPr lang="nb" sz="800" b="0" i="0" noProof="1">
                <a:solidFill>
                  <a:srgbClr val="070451"/>
                </a:solidFill>
                <a:cs typeface="TelenorEvolutionPPT-Light" panose="020B0604020202020204" charset="0"/>
              </a:rPr>
              <a:t>  fra dette panelet.</a:t>
            </a:r>
          </a:p>
          <a:p>
            <a:pPr lvl="0">
              <a:lnSpc>
                <a:spcPct val="110000"/>
              </a:lnSpc>
            </a:pPr>
            <a:r>
              <a:rPr lang="nb" sz="800" b="0" i="0" noProof="1">
                <a:solidFill>
                  <a:srgbClr val="070451"/>
                </a:solidFill>
                <a:cs typeface="TelenorEvolutionPPT-Light" panose="020B0604020202020204" charset="0"/>
              </a:rPr>
              <a:t>Sørg alltid for tilstrekkelig kontrast mellom bakgrunn, tekst og logo.</a:t>
            </a:r>
            <a:endParaRPr lang="en-GB" sz="1100" b="0" i="0" noProof="1">
              <a:solidFill>
                <a:srgbClr val="070451"/>
              </a:solidFill>
              <a:cs typeface="TelenorEvolutionPPT-Light" panose="020B060402020202020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184964779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:p15="http://schemas.microsoft.com/office/powerpoint/2012/main" xmlns:adec="http://schemas.microsoft.com/office/drawing/2017/decorative" xmlns:a16="http://schemas.microsoft.com/office/drawing/2014/main"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/>
    </p:ext>
  </p:extLst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ivider Image Soft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39702681-D8EB-DB5B-543C-E290BF9BAAED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 bwMode="gray">
          <a:xfrm>
            <a:off x="0" y="0"/>
            <a:ext cx="6095593" cy="6858000"/>
          </a:xfrm>
          <a:prstGeom prst="rect">
            <a:avLst/>
          </a:prstGeom>
          <a:solidFill>
            <a:schemeClr val="bg1"/>
          </a:solidFill>
        </p:spPr>
        <p:txBody>
          <a:bodyPr wrap="square" tIns="2880000" bIns="0" anchor="t" anchorCtr="0">
            <a:noAutofit/>
          </a:bodyPr>
          <a:lstStyle>
            <a:lvl1pPr marL="0" indent="0" algn="ctr">
              <a:buNone/>
              <a:defRPr sz="1200"/>
            </a:lvl1pPr>
          </a:lstStyle>
          <a:p>
            <a:r>
              <a:rPr lang="en-US"/>
              <a:t>Click icon to add picture</a:t>
            </a:r>
            <a:endParaRPr lang="nb-NO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BA9C3891-5BB6-C831-3C45-A2BF883908D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40070" y="540001"/>
            <a:ext cx="9001172" cy="1818959"/>
          </a:xfrm>
        </p:spPr>
        <p:txBody>
          <a:bodyPr>
            <a:spAutoFit/>
          </a:bodyPr>
          <a:lstStyle>
            <a:lvl1pPr>
              <a:lnSpc>
                <a:spcPct val="80000"/>
              </a:lnSpc>
              <a:defRPr sz="7200" b="1" i="1">
                <a:solidFill>
                  <a:schemeClr val="tx1"/>
                </a:solidFill>
                <a:latin typeface="+mj-lt"/>
              </a:defRPr>
            </a:lvl1pPr>
          </a:lstStyle>
          <a:p>
            <a:r>
              <a:rPr lang="nb"/>
              <a:t>Overskrift kort og stor</a:t>
            </a:r>
            <a:endParaRPr lang="nb-NO"/>
          </a:p>
        </p:txBody>
      </p:sp>
      <p:sp>
        <p:nvSpPr>
          <p:cNvPr id="2" name="Text Placeholder 13">
            <a:extLst>
              <a:ext uri="{FF2B5EF4-FFF2-40B4-BE49-F238E27FC236}">
                <a16:creationId xmlns:a16="http://schemas.microsoft.com/office/drawing/2014/main" id="{8947E4BA-2F4F-D222-D173-AC11D80B6041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6571769" y="5664635"/>
            <a:ext cx="5087462" cy="665567"/>
          </a:xfrm>
        </p:spPr>
        <p:txBody>
          <a:bodyPr anchor="b" anchorCtr="0">
            <a:spAutoFit/>
          </a:bodyPr>
          <a:lstStyle>
            <a:lvl1pPr marL="0" indent="0">
              <a:spcBef>
                <a:spcPts val="0"/>
              </a:spcBef>
              <a:buNone/>
              <a:defRPr sz="1800">
                <a:solidFill>
                  <a:schemeClr val="tx1"/>
                </a:solidFill>
              </a:defRPr>
            </a:lvl1pPr>
            <a:lvl2pPr marL="180975" indent="-180000">
              <a:buFont typeface="Arial" panose="020B0604020202020204" pitchFamily="34" charset="0"/>
              <a:buChar char="•"/>
              <a:tabLst/>
              <a:defRPr sz="1800">
                <a:solidFill>
                  <a:schemeClr val="tx1"/>
                </a:solidFill>
              </a:defRPr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</a:lstStyle>
          <a:p>
            <a:pPr lvl="0"/>
            <a:r>
              <a:rPr lang="nb" dirty="0"/>
              <a:t>Klikk for å redigere</a:t>
            </a:r>
          </a:p>
          <a:p>
            <a:pPr lvl="1"/>
            <a:r>
              <a:rPr lang="nb" dirty="0"/>
              <a:t>Andre nivå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0E1CCC8C-4F78-8515-39C4-BA6467B8B5D6}"/>
              </a:ext>
            </a:extLst>
          </p:cNvPr>
          <p:cNvSpPr>
            <a:spLocks noGrp="1"/>
          </p:cNvSpPr>
          <p:nvPr>
            <p:ph type="dt" sz="half" idx="14"/>
          </p:nvPr>
        </p:nvSpPr>
        <p:spPr>
          <a:xfrm>
            <a:off x="10211050" y="10800000"/>
            <a:ext cx="720475" cy="151200"/>
          </a:xfrm>
        </p:spPr>
        <p:txBody>
          <a:bodyPr/>
          <a:lstStyle/>
          <a:p>
            <a:fld id="{BE3035FC-E90C-0C44-9667-89C49958C7E8}" type="datetime1">
              <a:rPr lang="nb-NO" smtClean="0"/>
              <a:t>18.09.2026</a:t>
            </a:fld>
            <a:endParaRPr lang="en-GB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5C453FA-B2D1-D172-54E1-F2E7BF966CFE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>
          <a:xfrm>
            <a:off x="540000" y="10800000"/>
            <a:ext cx="9671049" cy="151200"/>
          </a:xfrm>
        </p:spPr>
        <p:txBody>
          <a:bodyPr/>
          <a:lstStyle/>
          <a:p>
            <a:endParaRPr lang="en-GB"/>
          </a:p>
        </p:txBody>
      </p:sp>
      <p:sp>
        <p:nvSpPr>
          <p:cNvPr id="11" name="Slide Number Placeholder 10">
            <a:extLst>
              <a:ext uri="{FF2B5EF4-FFF2-40B4-BE49-F238E27FC236}">
                <a16:creationId xmlns:a16="http://schemas.microsoft.com/office/drawing/2014/main" id="{4BFBFC75-0B81-D853-07C1-D7755661766C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608810A5-7811-344D-9AE9-EC83104FB54D}" type="slidenum">
              <a:rPr lang="en-GB" smtClean="0"/>
              <a:t>‹#›</a:t>
            </a:fld>
            <a:endParaRPr lang="en-GB"/>
          </a:p>
        </p:txBody>
      </p:sp>
      <p:sp>
        <p:nvSpPr>
          <p:cNvPr id="6" name="TekstSylinder 50">
            <a:extLst>
              <a:ext uri="{FF2B5EF4-FFF2-40B4-BE49-F238E27FC236}">
                <a16:creationId xmlns:a16="http://schemas.microsoft.com/office/drawing/2014/main" id="{558F1CE6-9496-D4D3-BACA-4BB5866D6E1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/>
          <p:nvPr userDrawn="1"/>
        </p:nvSpPr>
        <p:spPr>
          <a:xfrm>
            <a:off x="12627096" y="4105715"/>
            <a:ext cx="2178795" cy="2183469"/>
          </a:xfrm>
          <a:prstGeom prst="rect">
            <a:avLst/>
          </a:prstGeom>
          <a:noFill/>
        </p:spPr>
        <p:txBody>
          <a:bodyPr wrap="square" lIns="0" tIns="108000" rIns="0" bIns="0" rtlCol="0">
            <a:spAutoFit/>
          </a:bodyPr>
          <a:lstStyle>
            <a:defPPr>
              <a:defRPr lang="en-NO"/>
            </a:defPPr>
            <a:lvl1pPr>
              <a:spcAft>
                <a:spcPts val="600"/>
              </a:spcAft>
              <a:defRPr b="0" i="0">
                <a:cs typeface="Arial" panose="020B0604020202020204" pitchFamily="34" charset="0"/>
              </a:defRPr>
            </a:lvl1pPr>
          </a:lstStyle>
          <a:p>
            <a:pPr lvl="0"/>
            <a:r>
              <a:rPr lang="nb" sz="1200" b="0" i="0" noProof="1">
                <a:solidFill>
                  <a:srgbClr val="070451"/>
                </a:solidFill>
                <a:latin typeface="+mj-lt"/>
                <a:cs typeface="TelenorEvolutionPPT-Light" panose="020B0604020202020204" charset="0"/>
              </a:rPr>
              <a:t>Endre farger</a:t>
            </a:r>
          </a:p>
          <a:p>
            <a:pPr lvl="0">
              <a:lnSpc>
                <a:spcPct val="120000"/>
              </a:lnSpc>
            </a:pPr>
            <a:r>
              <a:rPr lang="nb" sz="800" b="0" i="0" noProof="1">
                <a:solidFill>
                  <a:srgbClr val="070451"/>
                </a:solidFill>
                <a:latin typeface="+mj-lt"/>
                <a:cs typeface="TelenorEvolutionPPT-Light" panose="020B0604020202020204" charset="0"/>
              </a:rPr>
              <a:t>Hvis du vil endre bakgrunnsfarge på høyre side av dette lysbildet, gjør du følgende:</a:t>
            </a:r>
          </a:p>
          <a:p>
            <a:pPr lvl="0">
              <a:lnSpc>
                <a:spcPct val="110000"/>
              </a:lnSpc>
            </a:pPr>
            <a:r>
              <a:rPr lang="nb" sz="800" b="0" i="0" noProof="1">
                <a:solidFill>
                  <a:srgbClr val="070451"/>
                </a:solidFill>
                <a:cs typeface="TelenorEvolutionPPT-Light" panose="020B0604020202020204" charset="0"/>
              </a:rPr>
              <a:t>Høyreklikk på lysbildet ditt, velg "formater bakgrunn" for å åpne "formatruten".</a:t>
            </a:r>
          </a:p>
          <a:p>
            <a:pPr lvl="0">
              <a:lnSpc>
                <a:spcPct val="110000"/>
              </a:lnSpc>
            </a:pPr>
            <a:r>
              <a:rPr lang="nb" sz="800" b="0" i="0" noProof="1">
                <a:solidFill>
                  <a:srgbClr val="070451"/>
                </a:solidFill>
                <a:cs typeface="TelenorEvolutionPPT-Light" panose="020B0604020202020204" charset="0"/>
              </a:rPr>
              <a:t>I formatruten velger du «Heldekkende fyll» og endrer «fyllfarge». </a:t>
            </a:r>
          </a:p>
          <a:p>
            <a:pPr lvl="0">
              <a:lnSpc>
                <a:spcPct val="110000"/>
              </a:lnSpc>
            </a:pPr>
            <a:r>
              <a:rPr lang="nb" sz="800" b="0" i="0" noProof="1">
                <a:solidFill>
                  <a:srgbClr val="070451"/>
                </a:solidFill>
                <a:cs typeface="TelenorEvolutionPPT-Light" panose="020B0604020202020204" charset="0"/>
              </a:rPr>
              <a:t>Bruk en av temafargene </a:t>
            </a:r>
            <a:r>
              <a:rPr lang="nb" sz="800" b="0" i="0" noProof="1">
                <a:solidFill>
                  <a:srgbClr val="070451"/>
                </a:solidFill>
                <a:latin typeface="+mj-lt"/>
                <a:cs typeface="TelenorEvolutionPPT-Light" panose="020B0604020202020204" charset="0"/>
              </a:rPr>
              <a:t>eller</a:t>
            </a:r>
            <a:r>
              <a:rPr lang="nb" sz="800" b="0" i="0" noProof="1">
                <a:solidFill>
                  <a:srgbClr val="070451"/>
                </a:solidFill>
                <a:cs typeface="TelenorEvolutionPPT-Light" panose="020B0604020202020204" charset="0"/>
              </a:rPr>
              <a:t> velg "flere farger" og bruk pipetten til å øyedroppe en av </a:t>
            </a:r>
            <a:r>
              <a:rPr lang="nb" sz="800" b="0" i="0" noProof="1">
                <a:solidFill>
                  <a:srgbClr val="070451"/>
                </a:solidFill>
                <a:latin typeface="+mj-lt"/>
                <a:cs typeface="TelenorEvolutionPPT-Light" panose="020B0604020202020204" charset="0"/>
              </a:rPr>
              <a:t>bakgrunnsfargene</a:t>
            </a:r>
            <a:r>
              <a:rPr lang="nb" sz="800" b="0" i="0" noProof="1">
                <a:solidFill>
                  <a:srgbClr val="070451"/>
                </a:solidFill>
                <a:cs typeface="TelenorEvolutionPPT-Light" panose="020B0604020202020204" charset="0"/>
              </a:rPr>
              <a:t>  fra dette panelet.</a:t>
            </a:r>
          </a:p>
          <a:p>
            <a:pPr lvl="0">
              <a:lnSpc>
                <a:spcPct val="110000"/>
              </a:lnSpc>
            </a:pPr>
            <a:r>
              <a:rPr lang="nb" sz="800" b="0" i="0" noProof="1">
                <a:solidFill>
                  <a:srgbClr val="070451"/>
                </a:solidFill>
                <a:cs typeface="TelenorEvolutionPPT-Light" panose="020B0604020202020204" charset="0"/>
              </a:rPr>
              <a:t>Sørg alltid for tilstrekkelig kontrast mellom bakgrunn, tekst og logo.</a:t>
            </a:r>
            <a:endParaRPr lang="en-GB" sz="1100" b="0" i="0" noProof="1">
              <a:solidFill>
                <a:srgbClr val="070451"/>
              </a:solidFill>
              <a:cs typeface="TelenorEvolutionPPT-Light" panose="020B060402020202020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627292244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:p15="http://schemas.microsoft.com/office/powerpoint/2012/main" xmlns:adec="http://schemas.microsoft.com/office/drawing/2017/decorative" xmlns:a16="http://schemas.microsoft.com/office/drawing/2014/main"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/>
    </p:ext>
  </p:extLst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ivider Image Panels">
    <p:bg>
      <p:bgPr>
        <a:solidFill>
          <a:schemeClr val="accent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Freeform 11">
            <a:extLst>
              <a:ext uri="{FF2B5EF4-FFF2-40B4-BE49-F238E27FC236}">
                <a16:creationId xmlns:a16="http://schemas.microsoft.com/office/drawing/2014/main" id="{634A6EED-D683-7BD7-9AE4-7772F47382E6}"/>
              </a:ext>
            </a:extLst>
          </p:cNvPr>
          <p:cNvSpPr/>
          <p:nvPr/>
        </p:nvSpPr>
        <p:spPr>
          <a:xfrm>
            <a:off x="6096792" y="0"/>
            <a:ext cx="3047603" cy="6858000"/>
          </a:xfrm>
          <a:custGeom>
            <a:avLst/>
            <a:gdLst>
              <a:gd name="connsiteX0" fmla="*/ 0 w 3047206"/>
              <a:gd name="connsiteY0" fmla="*/ 0 h 914400"/>
              <a:gd name="connsiteX1" fmla="*/ 1523603 w 3047206"/>
              <a:gd name="connsiteY1" fmla="*/ 0 h 914400"/>
              <a:gd name="connsiteX2" fmla="*/ 3047206 w 3047206"/>
              <a:gd name="connsiteY2" fmla="*/ 0 h 914400"/>
              <a:gd name="connsiteX3" fmla="*/ 3047206 w 3047206"/>
              <a:gd name="connsiteY3" fmla="*/ 914400 h 914400"/>
              <a:gd name="connsiteX4" fmla="*/ 1523603 w 3047206"/>
              <a:gd name="connsiteY4" fmla="*/ 914400 h 914400"/>
              <a:gd name="connsiteX5" fmla="*/ 0 w 3047206"/>
              <a:gd name="connsiteY5" fmla="*/ 914400 h 9144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3047206" h="914400">
                <a:moveTo>
                  <a:pt x="0" y="0"/>
                </a:moveTo>
                <a:lnTo>
                  <a:pt x="1523603" y="0"/>
                </a:lnTo>
                <a:lnTo>
                  <a:pt x="3047206" y="0"/>
                </a:lnTo>
                <a:lnTo>
                  <a:pt x="3047206" y="914400"/>
                </a:lnTo>
                <a:lnTo>
                  <a:pt x="1523603" y="914400"/>
                </a:lnTo>
                <a:lnTo>
                  <a:pt x="0" y="914400"/>
                </a:lnTo>
                <a:close/>
              </a:path>
            </a:pathLst>
          </a:cu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36000" tIns="36000" rIns="36000" bIns="36000" rtlCol="0" anchor="ctr">
            <a:noAutofit/>
          </a:bodyPr>
          <a:lstStyle/>
          <a:p>
            <a:pPr algn="ctr">
              <a:lnSpc>
                <a:spcPct val="90000"/>
              </a:lnSpc>
              <a:spcAft>
                <a:spcPts val="1000"/>
              </a:spcAft>
            </a:pPr>
            <a:endParaRPr lang="nb-NO" sz="1800" err="1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F24EA111-0938-666A-FA7D-07D558D9F3B7}"/>
              </a:ext>
            </a:extLst>
          </p:cNvPr>
          <p:cNvSpPr/>
          <p:nvPr/>
        </p:nvSpPr>
        <p:spPr>
          <a:xfrm>
            <a:off x="9144398" y="0"/>
            <a:ext cx="1523801" cy="6858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/>
          <a:lstStyle/>
          <a:p>
            <a:pPr algn="ctr">
              <a:lnSpc>
                <a:spcPct val="90000"/>
              </a:lnSpc>
              <a:spcAft>
                <a:spcPts val="1000"/>
              </a:spcAft>
            </a:pPr>
            <a:endParaRPr lang="nb-NO" sz="1800" err="1"/>
          </a:p>
        </p:txBody>
      </p:sp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39702681-D8EB-DB5B-543C-E290BF9BAAED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 bwMode="gray">
          <a:xfrm>
            <a:off x="0" y="0"/>
            <a:ext cx="6095593" cy="6858000"/>
          </a:xfrm>
          <a:prstGeom prst="rect">
            <a:avLst/>
          </a:prstGeom>
          <a:solidFill>
            <a:schemeClr val="tx2"/>
          </a:solidFill>
        </p:spPr>
        <p:txBody>
          <a:bodyPr wrap="square" tIns="2880000" bIns="360000" anchor="t" anchorCtr="0">
            <a:noAutofit/>
          </a:bodyPr>
          <a:lstStyle>
            <a:lvl1pPr marL="0" indent="0" algn="ctr">
              <a:buNone/>
              <a:defRPr sz="1200">
                <a:solidFill>
                  <a:schemeClr val="bg1"/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nb-NO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BA9C3891-5BB6-C831-3C45-A2BF883908D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40071" y="540001"/>
            <a:ext cx="9001172" cy="1818959"/>
          </a:xfrm>
        </p:spPr>
        <p:txBody>
          <a:bodyPr>
            <a:spAutoFit/>
          </a:bodyPr>
          <a:lstStyle>
            <a:lvl1pPr>
              <a:lnSpc>
                <a:spcPct val="80000"/>
              </a:lnSpc>
              <a:defRPr sz="7200" b="1" i="1">
                <a:solidFill>
                  <a:schemeClr val="bg1"/>
                </a:solidFill>
                <a:latin typeface="+mj-lt"/>
              </a:defRPr>
            </a:lvl1pPr>
          </a:lstStyle>
          <a:p>
            <a:r>
              <a:rPr lang="nb"/>
              <a:t>Overskrift kort og stor</a:t>
            </a:r>
            <a:endParaRPr lang="nb-NO"/>
          </a:p>
        </p:txBody>
      </p:sp>
      <p:sp>
        <p:nvSpPr>
          <p:cNvPr id="2" name="Text Placeholder 13">
            <a:extLst>
              <a:ext uri="{FF2B5EF4-FFF2-40B4-BE49-F238E27FC236}">
                <a16:creationId xmlns:a16="http://schemas.microsoft.com/office/drawing/2014/main" id="{8947E4BA-2F4F-D222-D173-AC11D80B6041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6571769" y="5664635"/>
            <a:ext cx="4096430" cy="665567"/>
          </a:xfrm>
        </p:spPr>
        <p:txBody>
          <a:bodyPr wrap="square" rIns="360000" anchor="b" anchorCtr="0">
            <a:spAutoFit/>
          </a:bodyPr>
          <a:lstStyle>
            <a:lvl1pPr marL="0" indent="0">
              <a:lnSpc>
                <a:spcPct val="110000"/>
              </a:lnSpc>
              <a:spcBef>
                <a:spcPts val="0"/>
              </a:spcBef>
              <a:buNone/>
              <a:defRPr sz="1800">
                <a:solidFill>
                  <a:schemeClr val="bg1"/>
                </a:solidFill>
              </a:defRPr>
            </a:lvl1pPr>
            <a:lvl2pPr marL="180975" indent="-180000">
              <a:lnSpc>
                <a:spcPct val="110000"/>
              </a:lnSpc>
              <a:buFont typeface="Arial" panose="020B0604020202020204" pitchFamily="34" charset="0"/>
              <a:buChar char="•"/>
              <a:tabLst/>
              <a:defRPr sz="1800">
                <a:solidFill>
                  <a:schemeClr val="bg1"/>
                </a:solidFill>
              </a:defRPr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</a:lstStyle>
          <a:p>
            <a:pPr lvl="0"/>
            <a:r>
              <a:rPr lang="nb" dirty="0"/>
              <a:t>Klikk for å redigere</a:t>
            </a:r>
          </a:p>
          <a:p>
            <a:pPr lvl="1"/>
            <a:r>
              <a:rPr lang="nb" dirty="0"/>
              <a:t>Andre nivå</a:t>
            </a:r>
          </a:p>
        </p:txBody>
      </p:sp>
      <p:sp>
        <p:nvSpPr>
          <p:cNvPr id="10" name="Date Placeholder 9">
            <a:extLst>
              <a:ext uri="{FF2B5EF4-FFF2-40B4-BE49-F238E27FC236}">
                <a16:creationId xmlns:a16="http://schemas.microsoft.com/office/drawing/2014/main" id="{473BCFAC-C588-8322-ACD5-C9D0B0DFA382}"/>
              </a:ext>
            </a:extLst>
          </p:cNvPr>
          <p:cNvSpPr>
            <a:spLocks noGrp="1"/>
          </p:cNvSpPr>
          <p:nvPr>
            <p:ph type="dt" sz="half" idx="14"/>
          </p:nvPr>
        </p:nvSpPr>
        <p:spPr>
          <a:xfrm>
            <a:off x="540000" y="10800000"/>
            <a:ext cx="720475" cy="151200"/>
          </a:xfrm>
        </p:spPr>
        <p:txBody>
          <a:bodyPr/>
          <a:lstStyle/>
          <a:p>
            <a:fld id="{D0E29173-6442-BF44-971C-076363A4F22F}" type="datetime1">
              <a:rPr lang="nb-NO" smtClean="0"/>
              <a:t>18.09.2026</a:t>
            </a:fld>
            <a:endParaRPr lang="en-GB"/>
          </a:p>
        </p:txBody>
      </p:sp>
      <p:sp>
        <p:nvSpPr>
          <p:cNvPr id="11" name="Footer Placeholder 10">
            <a:extLst>
              <a:ext uri="{FF2B5EF4-FFF2-40B4-BE49-F238E27FC236}">
                <a16:creationId xmlns:a16="http://schemas.microsoft.com/office/drawing/2014/main" id="{BF887126-5C09-8DFB-249B-B184B83EC6EC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>
          <a:xfrm>
            <a:off x="1260475" y="10800000"/>
            <a:ext cx="9671049" cy="151200"/>
          </a:xfrm>
        </p:spPr>
        <p:txBody>
          <a:bodyPr/>
          <a:lstStyle/>
          <a:p>
            <a:endParaRPr lang="en-GB"/>
          </a:p>
        </p:txBody>
      </p:sp>
      <p:sp>
        <p:nvSpPr>
          <p:cNvPr id="13" name="Slide Number Placeholder 12">
            <a:extLst>
              <a:ext uri="{FF2B5EF4-FFF2-40B4-BE49-F238E27FC236}">
                <a16:creationId xmlns:a16="http://schemas.microsoft.com/office/drawing/2014/main" id="{091DD7D6-DC9B-2975-C4F0-BDC01EE76324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608810A5-7811-344D-9AE9-EC83104FB54D}" type="slidenum">
              <a:rPr lang="en-GB" smtClean="0"/>
              <a:t>‹#›</a:t>
            </a:fld>
            <a:endParaRPr lang="en-GB"/>
          </a:p>
        </p:txBody>
      </p:sp>
      <p:sp>
        <p:nvSpPr>
          <p:cNvPr id="5" name="TekstSylinder 50">
            <a:extLst>
              <a:ext uri="{FF2B5EF4-FFF2-40B4-BE49-F238E27FC236}">
                <a16:creationId xmlns:a16="http://schemas.microsoft.com/office/drawing/2014/main" id="{EB06B325-FF24-E267-7475-F3EB80D966F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/>
          <p:nvPr userDrawn="1"/>
        </p:nvSpPr>
        <p:spPr>
          <a:xfrm>
            <a:off x="12627096" y="4105715"/>
            <a:ext cx="2178795" cy="2183469"/>
          </a:xfrm>
          <a:prstGeom prst="rect">
            <a:avLst/>
          </a:prstGeom>
          <a:noFill/>
        </p:spPr>
        <p:txBody>
          <a:bodyPr wrap="square" lIns="0" tIns="108000" rIns="0" bIns="0" rtlCol="0">
            <a:spAutoFit/>
          </a:bodyPr>
          <a:lstStyle>
            <a:defPPr>
              <a:defRPr lang="en-NO"/>
            </a:defPPr>
            <a:lvl1pPr>
              <a:spcAft>
                <a:spcPts val="600"/>
              </a:spcAft>
              <a:defRPr b="0" i="0">
                <a:cs typeface="Arial" panose="020B0604020202020204" pitchFamily="34" charset="0"/>
              </a:defRPr>
            </a:lvl1pPr>
          </a:lstStyle>
          <a:p>
            <a:pPr lvl="0"/>
            <a:r>
              <a:rPr lang="nb" sz="1200" b="0" i="0" noProof="1">
                <a:solidFill>
                  <a:srgbClr val="070451"/>
                </a:solidFill>
                <a:latin typeface="+mj-lt"/>
                <a:cs typeface="TelenorEvolutionPPT-Light" panose="020B0604020202020204" charset="0"/>
              </a:rPr>
              <a:t>Endre farger</a:t>
            </a:r>
          </a:p>
          <a:p>
            <a:pPr lvl="0">
              <a:lnSpc>
                <a:spcPct val="120000"/>
              </a:lnSpc>
            </a:pPr>
            <a:r>
              <a:rPr lang="nb" sz="800" b="0" i="0" noProof="1">
                <a:solidFill>
                  <a:srgbClr val="070451"/>
                </a:solidFill>
                <a:latin typeface="+mj-lt"/>
                <a:cs typeface="TelenorEvolutionPPT-Light" panose="020B0604020202020204" charset="0"/>
              </a:rPr>
              <a:t>Hvis du vil endre bakgrunnsfarge på høyre panel på dette lysbildet, gjør du følgende:</a:t>
            </a:r>
          </a:p>
          <a:p>
            <a:pPr lvl="0">
              <a:lnSpc>
                <a:spcPct val="110000"/>
              </a:lnSpc>
            </a:pPr>
            <a:r>
              <a:rPr lang="nb" sz="800" b="0" i="0" noProof="1">
                <a:solidFill>
                  <a:srgbClr val="070451"/>
                </a:solidFill>
                <a:cs typeface="TelenorEvolutionPPT-Light" panose="020B0604020202020204" charset="0"/>
              </a:rPr>
              <a:t>Høyreklikk på lysbildet ditt, velg "formater bakgrunn" for å åpne "formatruten".</a:t>
            </a:r>
          </a:p>
          <a:p>
            <a:pPr lvl="0">
              <a:lnSpc>
                <a:spcPct val="110000"/>
              </a:lnSpc>
            </a:pPr>
            <a:r>
              <a:rPr lang="nb" sz="800" b="0" i="0" noProof="1">
                <a:solidFill>
                  <a:srgbClr val="070451"/>
                </a:solidFill>
                <a:cs typeface="TelenorEvolutionPPT-Light" panose="020B0604020202020204" charset="0"/>
              </a:rPr>
              <a:t>I formatruten velger du «Heldekkende fyll» og endrer «fyllfarge». </a:t>
            </a:r>
          </a:p>
          <a:p>
            <a:pPr lvl="0">
              <a:lnSpc>
                <a:spcPct val="110000"/>
              </a:lnSpc>
            </a:pPr>
            <a:r>
              <a:rPr lang="nb" sz="800" b="0" i="0" noProof="1">
                <a:solidFill>
                  <a:srgbClr val="070451"/>
                </a:solidFill>
                <a:cs typeface="TelenorEvolutionPPT-Light" panose="020B0604020202020204" charset="0"/>
              </a:rPr>
              <a:t>Bruk en av temafargene </a:t>
            </a:r>
            <a:r>
              <a:rPr lang="nb" sz="800" b="0" i="0" noProof="1">
                <a:solidFill>
                  <a:srgbClr val="070451"/>
                </a:solidFill>
                <a:latin typeface="+mj-lt"/>
                <a:cs typeface="TelenorEvolutionPPT-Light" panose="020B0604020202020204" charset="0"/>
              </a:rPr>
              <a:t>eller</a:t>
            </a:r>
            <a:r>
              <a:rPr lang="nb" sz="800" b="0" i="0" noProof="1">
                <a:solidFill>
                  <a:srgbClr val="070451"/>
                </a:solidFill>
                <a:cs typeface="TelenorEvolutionPPT-Light" panose="020B0604020202020204" charset="0"/>
              </a:rPr>
              <a:t> velg "flere farger" og bruk pipetten til å øyedroppe en av </a:t>
            </a:r>
            <a:r>
              <a:rPr lang="nb" sz="800" b="0" i="0" noProof="1">
                <a:solidFill>
                  <a:srgbClr val="070451"/>
                </a:solidFill>
                <a:latin typeface="+mj-lt"/>
                <a:cs typeface="TelenorEvolutionPPT-Light" panose="020B0604020202020204" charset="0"/>
              </a:rPr>
              <a:t>bakgrunnsfargene</a:t>
            </a:r>
            <a:r>
              <a:rPr lang="nb" sz="800" b="0" i="0" noProof="1">
                <a:solidFill>
                  <a:srgbClr val="070451"/>
                </a:solidFill>
                <a:cs typeface="TelenorEvolutionPPT-Light" panose="020B0604020202020204" charset="0"/>
              </a:rPr>
              <a:t>  fra dette panelet.</a:t>
            </a:r>
          </a:p>
          <a:p>
            <a:pPr lvl="0">
              <a:lnSpc>
                <a:spcPct val="110000"/>
              </a:lnSpc>
            </a:pPr>
            <a:r>
              <a:rPr lang="nb" sz="800" b="0" i="0" noProof="1">
                <a:solidFill>
                  <a:srgbClr val="070451"/>
                </a:solidFill>
                <a:cs typeface="TelenorEvolutionPPT-Light" panose="020B0604020202020204" charset="0"/>
              </a:rPr>
              <a:t>Sørg alltid for tilstrekkelig kontrast mellom bakgrunn, tekst og logo.</a:t>
            </a:r>
            <a:endParaRPr lang="en-GB" sz="1100" b="0" i="0" noProof="1">
              <a:solidFill>
                <a:srgbClr val="070451"/>
              </a:solidFill>
              <a:cs typeface="TelenorEvolutionPPT-Light" panose="020B060402020202020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75538607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:p15="http://schemas.microsoft.com/office/powerpoint/2012/main" xmlns:adec="http://schemas.microsoft.com/office/drawing/2017/decorative" xmlns:a16="http://schemas.microsoft.com/office/drawing/2014/main"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/>
    </p:ext>
  </p:extLst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ction title">
            <a:extLst>
              <a:ext uri="{FF2B5EF4-FFF2-40B4-BE49-F238E27FC236}">
                <a16:creationId xmlns:a16="http://schemas.microsoft.com/office/drawing/2014/main" id="{BB8A4FDA-29BE-0A67-3A42-E8A068307D46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540072" y="504001"/>
            <a:ext cx="724651" cy="252377"/>
          </a:xfrm>
        </p:spPr>
        <p:txBody>
          <a:bodyPr wrap="none">
            <a:sp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600">
                <a:solidFill>
                  <a:schemeClr val="tx2"/>
                </a:solidFill>
              </a:defRPr>
            </a:lvl1pPr>
            <a:lvl2pPr marL="216000" indent="0">
              <a:buNone/>
              <a:defRPr sz="1600"/>
            </a:lvl2pPr>
            <a:lvl3pPr marL="468000" indent="0">
              <a:buNone/>
              <a:defRPr sz="1600"/>
            </a:lvl3pPr>
            <a:lvl4pPr marL="720000" indent="0">
              <a:buNone/>
              <a:defRPr sz="1600"/>
            </a:lvl4pPr>
            <a:lvl5pPr marL="938213" indent="0">
              <a:buNone/>
              <a:defRPr sz="1600"/>
            </a:lvl5pPr>
          </a:lstStyle>
          <a:p>
            <a:pPr lvl="0"/>
            <a:r>
              <a:rPr lang="nb"/>
              <a:t>Seksjon</a:t>
            </a:r>
            <a:endParaRPr lang="nb-NO"/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E8795669-0498-A002-E47D-89EBDA24805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nb" dirty="0"/>
              <a:t>Klikk for å redigere</a:t>
            </a:r>
            <a:endParaRPr lang="nb-NO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BA1FABA-7059-F446-D4CA-567DE37D532C}"/>
              </a:ext>
            </a:extLst>
          </p:cNvPr>
          <p:cNvSpPr>
            <a:spLocks noGrp="1"/>
          </p:cNvSpPr>
          <p:nvPr>
            <p:ph idx="1" hasCustomPrompt="1"/>
          </p:nvPr>
        </p:nvSpPr>
        <p:spPr/>
        <p:txBody>
          <a:bodyPr/>
          <a:lstStyle/>
          <a:p>
            <a:pPr lvl="0"/>
            <a:r>
              <a:rPr lang="nb" dirty="0"/>
              <a:t>Klikk for å redigere</a:t>
            </a:r>
          </a:p>
          <a:p>
            <a:pPr lvl="1"/>
            <a:r>
              <a:rPr lang="nb" dirty="0"/>
              <a:t>Andre nivå</a:t>
            </a:r>
          </a:p>
          <a:p>
            <a:pPr lvl="2"/>
            <a:r>
              <a:rPr lang="nb" dirty="0"/>
              <a:t>Tredje nivå</a:t>
            </a:r>
          </a:p>
          <a:p>
            <a:pPr lvl="3"/>
            <a:r>
              <a:rPr lang="nb" dirty="0"/>
              <a:t>Fjerde nivå</a:t>
            </a:r>
          </a:p>
          <a:p>
            <a:pPr lvl="4"/>
            <a:r>
              <a:rPr lang="nb" dirty="0"/>
              <a:t>Femte nivå</a:t>
            </a:r>
            <a:endParaRPr lang="nb-NO" dirty="0"/>
          </a:p>
        </p:txBody>
      </p:sp>
      <p:sp>
        <p:nvSpPr>
          <p:cNvPr id="8" name="Date Placeholder 7">
            <a:extLst>
              <a:ext uri="{FF2B5EF4-FFF2-40B4-BE49-F238E27FC236}">
                <a16:creationId xmlns:a16="http://schemas.microsoft.com/office/drawing/2014/main" id="{6D587D30-7812-2AFF-8F42-859C07C6868B}"/>
              </a:ext>
            </a:extLst>
          </p:cNvPr>
          <p:cNvSpPr>
            <a:spLocks noGrp="1"/>
          </p:cNvSpPr>
          <p:nvPr>
            <p:ph type="dt" sz="half" idx="15"/>
          </p:nvPr>
        </p:nvSpPr>
        <p:spPr/>
        <p:txBody>
          <a:bodyPr/>
          <a:lstStyle/>
          <a:p>
            <a:fld id="{A7A594DC-DF05-724C-8A47-85DA13EE42C4}" type="datetime1">
              <a:rPr lang="nb-NO" smtClean="0"/>
              <a:t>18.09.2026</a:t>
            </a:fld>
            <a:endParaRPr lang="en-GB"/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131543EE-4B15-F0CA-D48F-BD29ED954EAE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CAF2013F-43A6-8038-5D87-CBD5EB81FDAD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/>
        <p:txBody>
          <a:bodyPr/>
          <a:lstStyle/>
          <a:p>
            <a:fld id="{608810A5-7811-344D-9AE9-EC83104FB54D}" type="slidenum">
              <a:rPr lang="en-GB" smtClean="0"/>
              <a:t>‹#›</a:t>
            </a:fld>
            <a:endParaRPr lang="en-GB"/>
          </a:p>
        </p:txBody>
      </p:sp>
      <p:sp>
        <p:nvSpPr>
          <p:cNvPr id="4" name="TekstSylinder 50">
            <a:extLst>
              <a:ext uri="{FF2B5EF4-FFF2-40B4-BE49-F238E27FC236}">
                <a16:creationId xmlns:a16="http://schemas.microsoft.com/office/drawing/2014/main" id="{688C72A7-6153-57CF-3A17-431D9774A81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/>
          <p:nvPr userDrawn="1"/>
        </p:nvSpPr>
        <p:spPr>
          <a:xfrm>
            <a:off x="12627096" y="4105715"/>
            <a:ext cx="2178795" cy="2032530"/>
          </a:xfrm>
          <a:prstGeom prst="rect">
            <a:avLst/>
          </a:prstGeom>
          <a:noFill/>
        </p:spPr>
        <p:txBody>
          <a:bodyPr wrap="square" lIns="0" tIns="108000" rIns="0" bIns="0" rtlCol="0">
            <a:spAutoFit/>
          </a:bodyPr>
          <a:lstStyle>
            <a:defPPr>
              <a:defRPr lang="en-NO"/>
            </a:defPPr>
            <a:lvl1pPr>
              <a:spcAft>
                <a:spcPts val="600"/>
              </a:spcAft>
              <a:defRPr b="0" i="0">
                <a:cs typeface="Arial" panose="020B0604020202020204" pitchFamily="34" charset="0"/>
              </a:defRPr>
            </a:lvl1pPr>
          </a:lstStyle>
          <a:p>
            <a:pPr lvl="0"/>
            <a:r>
              <a:rPr lang="nb" sz="1200" b="0" i="0" noProof="1">
                <a:solidFill>
                  <a:srgbClr val="070451"/>
                </a:solidFill>
                <a:latin typeface="+mj-lt"/>
                <a:cs typeface="TelenorEvolutionPPT-Light" panose="020B0604020202020204" charset="0"/>
              </a:rPr>
              <a:t>Endre farger</a:t>
            </a:r>
          </a:p>
          <a:p>
            <a:pPr lvl="0">
              <a:lnSpc>
                <a:spcPct val="120000"/>
              </a:lnSpc>
            </a:pPr>
            <a:r>
              <a:rPr lang="nb" sz="800" b="0" i="0" noProof="1">
                <a:solidFill>
                  <a:srgbClr val="070451"/>
                </a:solidFill>
                <a:latin typeface="+mj-lt"/>
                <a:cs typeface="TelenorEvolutionPPT-Light" panose="020B0604020202020204" charset="0"/>
              </a:rPr>
              <a:t>Gjør følgende for å endre bakgrunnsfarge:</a:t>
            </a:r>
          </a:p>
          <a:p>
            <a:pPr lvl="0">
              <a:lnSpc>
                <a:spcPct val="110000"/>
              </a:lnSpc>
            </a:pPr>
            <a:r>
              <a:rPr lang="nb" sz="800" b="0" i="0" noProof="1">
                <a:solidFill>
                  <a:srgbClr val="070451"/>
                </a:solidFill>
                <a:cs typeface="TelenorEvolutionPPT-Light" panose="020B0604020202020204" charset="0"/>
              </a:rPr>
              <a:t>Høyreklikk på lysbildet ditt, velg "formater bakgrunn" for å åpne "formatruten".</a:t>
            </a:r>
          </a:p>
          <a:p>
            <a:pPr lvl="0">
              <a:lnSpc>
                <a:spcPct val="110000"/>
              </a:lnSpc>
            </a:pPr>
            <a:r>
              <a:rPr lang="nb" sz="800" b="0" i="0" noProof="1">
                <a:solidFill>
                  <a:srgbClr val="070451"/>
                </a:solidFill>
                <a:cs typeface="TelenorEvolutionPPT-Light" panose="020B0604020202020204" charset="0"/>
              </a:rPr>
              <a:t>I formatruten velger du «Heldekkende fyll» og endrer «fyllfarge». </a:t>
            </a:r>
          </a:p>
          <a:p>
            <a:pPr lvl="0">
              <a:lnSpc>
                <a:spcPct val="110000"/>
              </a:lnSpc>
            </a:pPr>
            <a:r>
              <a:rPr lang="nb" sz="800" b="0" i="0" noProof="1">
                <a:solidFill>
                  <a:srgbClr val="070451"/>
                </a:solidFill>
                <a:cs typeface="TelenorEvolutionPPT-Light" panose="020B0604020202020204" charset="0"/>
              </a:rPr>
              <a:t>Bruk en av temafargene </a:t>
            </a:r>
            <a:r>
              <a:rPr lang="nb" sz="800" b="0" i="0" noProof="1">
                <a:solidFill>
                  <a:srgbClr val="070451"/>
                </a:solidFill>
                <a:latin typeface="+mj-lt"/>
                <a:cs typeface="TelenorEvolutionPPT-Light" panose="020B0604020202020204" charset="0"/>
              </a:rPr>
              <a:t>eller</a:t>
            </a:r>
            <a:r>
              <a:rPr lang="nb" sz="800" b="0" i="0" noProof="1">
                <a:solidFill>
                  <a:srgbClr val="070451"/>
                </a:solidFill>
                <a:cs typeface="TelenorEvolutionPPT-Light" panose="020B0604020202020204" charset="0"/>
              </a:rPr>
              <a:t> velg "flere farger" og bruk pipetten til å øyedroppe en av </a:t>
            </a:r>
            <a:r>
              <a:rPr lang="nb" sz="800" b="0" i="0" noProof="1">
                <a:solidFill>
                  <a:srgbClr val="070451"/>
                </a:solidFill>
                <a:latin typeface="+mj-lt"/>
                <a:cs typeface="TelenorEvolutionPPT-Light" panose="020B0604020202020204" charset="0"/>
              </a:rPr>
              <a:t>bakgrunnsfargene</a:t>
            </a:r>
            <a:r>
              <a:rPr lang="nb" sz="800" b="0" i="0" noProof="1">
                <a:solidFill>
                  <a:srgbClr val="070451"/>
                </a:solidFill>
                <a:cs typeface="TelenorEvolutionPPT-Light" panose="020B0604020202020204" charset="0"/>
              </a:rPr>
              <a:t>  fra dette panelet.</a:t>
            </a:r>
          </a:p>
          <a:p>
            <a:pPr lvl="0">
              <a:lnSpc>
                <a:spcPct val="110000"/>
              </a:lnSpc>
            </a:pPr>
            <a:r>
              <a:rPr lang="nb" sz="800" b="0" i="0" noProof="1">
                <a:solidFill>
                  <a:srgbClr val="070451"/>
                </a:solidFill>
                <a:cs typeface="TelenorEvolutionPPT-Light" panose="020B0604020202020204" charset="0"/>
              </a:rPr>
              <a:t>Sørg alltid for tilstrekkelig kontrast mellom bakgrunn, tekst og logo.</a:t>
            </a:r>
            <a:endParaRPr lang="en-GB" sz="1100" b="0" i="0" noProof="1">
              <a:solidFill>
                <a:srgbClr val="070451"/>
              </a:solidFill>
              <a:cs typeface="TelenorEvolutionPPT-Light" panose="020B060402020202020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88738568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:adec="http://schemas.microsoft.com/office/drawing/2017/decorative" xmlns:a16="http://schemas.microsoft.com/office/drawing/2014/main" xmlns="">
      <p:transition spd="med">
        <p:fade/>
      </p:transition>
    </mc:Fallback>
  </mc:AlternateContent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ontent Dark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ction title">
            <a:extLst>
              <a:ext uri="{FF2B5EF4-FFF2-40B4-BE49-F238E27FC236}">
                <a16:creationId xmlns:a16="http://schemas.microsoft.com/office/drawing/2014/main" id="{BB8A4FDA-29BE-0A67-3A42-E8A068307D46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540072" y="504001"/>
            <a:ext cx="724651" cy="252377"/>
          </a:xfrm>
        </p:spPr>
        <p:txBody>
          <a:bodyPr wrap="none">
            <a:sp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600">
                <a:solidFill>
                  <a:schemeClr val="accent3"/>
                </a:solidFill>
              </a:defRPr>
            </a:lvl1pPr>
            <a:lvl2pPr marL="216000" indent="0">
              <a:buNone/>
              <a:defRPr sz="1600"/>
            </a:lvl2pPr>
            <a:lvl3pPr marL="468000" indent="0">
              <a:buNone/>
              <a:defRPr sz="1600"/>
            </a:lvl3pPr>
            <a:lvl4pPr marL="720000" indent="0">
              <a:buNone/>
              <a:defRPr sz="1600"/>
            </a:lvl4pPr>
            <a:lvl5pPr marL="938213" indent="0">
              <a:buNone/>
              <a:defRPr sz="1600"/>
            </a:lvl5pPr>
          </a:lstStyle>
          <a:p>
            <a:pPr lvl="0"/>
            <a:r>
              <a:rPr lang="nb"/>
              <a:t>Seksjon</a:t>
            </a:r>
            <a:endParaRPr lang="nb-NO"/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E8795669-0498-A002-E47D-89EBDA24805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nb" dirty="0"/>
              <a:t>Klikk for å redigere</a:t>
            </a:r>
            <a:endParaRPr lang="nb-NO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BA1FABA-7059-F446-D4CA-567DE37D532C}"/>
              </a:ext>
            </a:extLst>
          </p:cNvPr>
          <p:cNvSpPr>
            <a:spLocks noGrp="1"/>
          </p:cNvSpPr>
          <p:nvPr>
            <p:ph idx="1" hasCustomPrompt="1"/>
          </p:nvPr>
        </p:nvSpPr>
        <p:spPr/>
        <p:txBody>
          <a:bodyPr/>
          <a:lstStyle/>
          <a:p>
            <a:pPr lvl="0"/>
            <a:r>
              <a:rPr lang="nb" dirty="0"/>
              <a:t>Klikk for å redigere</a:t>
            </a:r>
          </a:p>
          <a:p>
            <a:pPr lvl="1"/>
            <a:r>
              <a:rPr lang="nb" dirty="0"/>
              <a:t>Andre nivå</a:t>
            </a:r>
          </a:p>
          <a:p>
            <a:pPr lvl="2"/>
            <a:r>
              <a:rPr lang="nb" dirty="0"/>
              <a:t>Tredje nivå</a:t>
            </a:r>
          </a:p>
          <a:p>
            <a:pPr lvl="3"/>
            <a:r>
              <a:rPr lang="nb" dirty="0"/>
              <a:t>Fjerde nivå</a:t>
            </a:r>
          </a:p>
          <a:p>
            <a:pPr lvl="4"/>
            <a:r>
              <a:rPr lang="nb" dirty="0"/>
              <a:t>Femte nivå</a:t>
            </a:r>
            <a:endParaRPr lang="nb-NO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B7D05DC-25FF-60FD-F4FD-AD0DD244113F}"/>
              </a:ext>
            </a:extLst>
          </p:cNvPr>
          <p:cNvSpPr>
            <a:spLocks noGrp="1"/>
          </p:cNvSpPr>
          <p:nvPr>
            <p:ph type="dt" sz="half" idx="15"/>
          </p:nvPr>
        </p:nvSpPr>
        <p:spPr/>
        <p:txBody>
          <a:bodyPr/>
          <a:lstStyle/>
          <a:p>
            <a:fld id="{424FD7B6-3C9F-DB4A-A8EA-730EC90938EE}" type="datetime1">
              <a:rPr lang="nb-NO" smtClean="0"/>
              <a:t>18.09.2026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013931A-C51B-F906-FB92-145A4E71D1E1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E2A8C28-61EE-17B0-1598-87037AB25270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/>
        <p:txBody>
          <a:bodyPr/>
          <a:lstStyle/>
          <a:p>
            <a:fld id="{608810A5-7811-344D-9AE9-EC83104FB54D}" type="slidenum">
              <a:rPr lang="en-GB" smtClean="0"/>
              <a:t>‹#›</a:t>
            </a:fld>
            <a:endParaRPr lang="en-GB"/>
          </a:p>
        </p:txBody>
      </p:sp>
      <p:sp>
        <p:nvSpPr>
          <p:cNvPr id="8" name="TekstSylinder 50">
            <a:extLst>
              <a:ext uri="{FF2B5EF4-FFF2-40B4-BE49-F238E27FC236}">
                <a16:creationId xmlns:a16="http://schemas.microsoft.com/office/drawing/2014/main" id="{4143D954-B553-23B4-A697-03663C4E1EF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/>
          <p:nvPr userDrawn="1"/>
        </p:nvSpPr>
        <p:spPr>
          <a:xfrm>
            <a:off x="12627096" y="4105715"/>
            <a:ext cx="2178795" cy="2032530"/>
          </a:xfrm>
          <a:prstGeom prst="rect">
            <a:avLst/>
          </a:prstGeom>
          <a:noFill/>
        </p:spPr>
        <p:txBody>
          <a:bodyPr wrap="square" lIns="0" tIns="108000" rIns="0" bIns="0" rtlCol="0">
            <a:spAutoFit/>
          </a:bodyPr>
          <a:lstStyle>
            <a:defPPr>
              <a:defRPr lang="en-NO"/>
            </a:defPPr>
            <a:lvl1pPr>
              <a:spcAft>
                <a:spcPts val="600"/>
              </a:spcAft>
              <a:defRPr b="0" i="0">
                <a:cs typeface="Arial" panose="020B0604020202020204" pitchFamily="34" charset="0"/>
              </a:defRPr>
            </a:lvl1pPr>
          </a:lstStyle>
          <a:p>
            <a:pPr lvl="0"/>
            <a:r>
              <a:rPr lang="nb" sz="1200" b="0" i="0" noProof="1">
                <a:solidFill>
                  <a:srgbClr val="070451"/>
                </a:solidFill>
                <a:latin typeface="+mj-lt"/>
                <a:cs typeface="TelenorEvolutionPPT-Light" panose="020B0604020202020204" charset="0"/>
              </a:rPr>
              <a:t>Endre farger</a:t>
            </a:r>
          </a:p>
          <a:p>
            <a:pPr lvl="0">
              <a:lnSpc>
                <a:spcPct val="120000"/>
              </a:lnSpc>
            </a:pPr>
            <a:r>
              <a:rPr lang="nb" sz="800" b="0" i="0" noProof="1">
                <a:solidFill>
                  <a:srgbClr val="070451"/>
                </a:solidFill>
                <a:latin typeface="+mj-lt"/>
                <a:cs typeface="TelenorEvolutionPPT-Light" panose="020B0604020202020204" charset="0"/>
              </a:rPr>
              <a:t>Gjør følgende for å endre bakgrunnsfarge:</a:t>
            </a:r>
          </a:p>
          <a:p>
            <a:pPr lvl="0">
              <a:lnSpc>
                <a:spcPct val="110000"/>
              </a:lnSpc>
            </a:pPr>
            <a:r>
              <a:rPr lang="nb" sz="800" b="0" i="0" noProof="1">
                <a:solidFill>
                  <a:srgbClr val="070451"/>
                </a:solidFill>
                <a:cs typeface="TelenorEvolutionPPT-Light" panose="020B0604020202020204" charset="0"/>
              </a:rPr>
              <a:t>Høyreklikk på lysbildet ditt, velg "formater bakgrunn" for å åpne "formatruten".</a:t>
            </a:r>
          </a:p>
          <a:p>
            <a:pPr lvl="0">
              <a:lnSpc>
                <a:spcPct val="110000"/>
              </a:lnSpc>
            </a:pPr>
            <a:r>
              <a:rPr lang="nb" sz="800" b="0" i="0" noProof="1">
                <a:solidFill>
                  <a:srgbClr val="070451"/>
                </a:solidFill>
                <a:cs typeface="TelenorEvolutionPPT-Light" panose="020B0604020202020204" charset="0"/>
              </a:rPr>
              <a:t>I formatruten velger du «Heldekkende fyll» og endrer «fyllfarge». </a:t>
            </a:r>
          </a:p>
          <a:p>
            <a:pPr lvl="0">
              <a:lnSpc>
                <a:spcPct val="110000"/>
              </a:lnSpc>
            </a:pPr>
            <a:r>
              <a:rPr lang="nb" sz="800" b="0" i="0" noProof="1">
                <a:solidFill>
                  <a:srgbClr val="070451"/>
                </a:solidFill>
                <a:cs typeface="TelenorEvolutionPPT-Light" panose="020B0604020202020204" charset="0"/>
              </a:rPr>
              <a:t>Bruk en av temafargene </a:t>
            </a:r>
            <a:r>
              <a:rPr lang="nb" sz="800" b="0" i="0" noProof="1">
                <a:solidFill>
                  <a:srgbClr val="070451"/>
                </a:solidFill>
                <a:latin typeface="+mj-lt"/>
                <a:cs typeface="TelenorEvolutionPPT-Light" panose="020B0604020202020204" charset="0"/>
              </a:rPr>
              <a:t>eller</a:t>
            </a:r>
            <a:r>
              <a:rPr lang="nb" sz="800" b="0" i="0" noProof="1">
                <a:solidFill>
                  <a:srgbClr val="070451"/>
                </a:solidFill>
                <a:cs typeface="TelenorEvolutionPPT-Light" panose="020B0604020202020204" charset="0"/>
              </a:rPr>
              <a:t> velg "flere farger" og bruk pipetten til å øyedroppe en av </a:t>
            </a:r>
            <a:r>
              <a:rPr lang="nb" sz="800" b="0" i="0" noProof="1">
                <a:solidFill>
                  <a:srgbClr val="070451"/>
                </a:solidFill>
                <a:latin typeface="+mj-lt"/>
                <a:cs typeface="TelenorEvolutionPPT-Light" panose="020B0604020202020204" charset="0"/>
              </a:rPr>
              <a:t>bakgrunnsfargene</a:t>
            </a:r>
            <a:r>
              <a:rPr lang="nb" sz="800" b="0" i="0" noProof="1">
                <a:solidFill>
                  <a:srgbClr val="070451"/>
                </a:solidFill>
                <a:cs typeface="TelenorEvolutionPPT-Light" panose="020B0604020202020204" charset="0"/>
              </a:rPr>
              <a:t>  fra dette panelet.</a:t>
            </a:r>
          </a:p>
          <a:p>
            <a:pPr lvl="0">
              <a:lnSpc>
                <a:spcPct val="110000"/>
              </a:lnSpc>
            </a:pPr>
            <a:r>
              <a:rPr lang="nb" sz="800" b="0" i="0" noProof="1">
                <a:solidFill>
                  <a:srgbClr val="070451"/>
                </a:solidFill>
                <a:cs typeface="TelenorEvolutionPPT-Light" panose="020B0604020202020204" charset="0"/>
              </a:rPr>
              <a:t>Sørg alltid for tilstrekkelig kontrast mellom bakgrunn, tekst og logo.</a:t>
            </a:r>
            <a:endParaRPr lang="en-GB" sz="1100" b="0" i="0" noProof="1">
              <a:solidFill>
                <a:srgbClr val="070451"/>
              </a:solidFill>
              <a:cs typeface="TelenorEvolutionPPT-Light" panose="020B060402020202020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13754011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:adec="http://schemas.microsoft.com/office/drawing/2017/decorative" xmlns:a16="http://schemas.microsoft.com/office/drawing/2014/main" xmlns="">
      <p:transition spd="med">
        <p:fade/>
      </p:transition>
    </mc:Fallback>
  </mc:AlternateContent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Section title">
            <a:extLst>
              <a:ext uri="{FF2B5EF4-FFF2-40B4-BE49-F238E27FC236}">
                <a16:creationId xmlns:a16="http://schemas.microsoft.com/office/drawing/2014/main" id="{00C45E7F-BC29-BA43-01DF-232789AC0C98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540072" y="504001"/>
            <a:ext cx="724651" cy="252377"/>
          </a:xfrm>
        </p:spPr>
        <p:txBody>
          <a:bodyPr wrap="none">
            <a:sp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600">
                <a:solidFill>
                  <a:schemeClr val="tx2"/>
                </a:solidFill>
              </a:defRPr>
            </a:lvl1pPr>
            <a:lvl2pPr marL="216000" indent="0">
              <a:buNone/>
              <a:defRPr sz="1600"/>
            </a:lvl2pPr>
            <a:lvl3pPr marL="468000" indent="0">
              <a:buNone/>
              <a:defRPr sz="1600"/>
            </a:lvl3pPr>
            <a:lvl4pPr marL="720000" indent="0">
              <a:buNone/>
              <a:defRPr sz="1600"/>
            </a:lvl4pPr>
            <a:lvl5pPr marL="938213" indent="0">
              <a:buNone/>
              <a:defRPr sz="1600"/>
            </a:lvl5pPr>
          </a:lstStyle>
          <a:p>
            <a:pPr lvl="0"/>
            <a:r>
              <a:rPr lang="nb"/>
              <a:t>Seksjon</a:t>
            </a:r>
            <a:endParaRPr lang="nb-NO"/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94104984-6B09-F539-3118-ED345DF15774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nb" dirty="0"/>
              <a:t>Klikk for å redigere</a:t>
            </a:r>
            <a:endParaRPr lang="nb-NO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842E14D-E48C-F018-1285-2B447C3DFDCB}"/>
              </a:ext>
            </a:extLst>
          </p:cNvPr>
          <p:cNvSpPr>
            <a:spLocks noGrp="1"/>
          </p:cNvSpPr>
          <p:nvPr>
            <p:ph sz="half" idx="1" hasCustomPrompt="1"/>
          </p:nvPr>
        </p:nvSpPr>
        <p:spPr>
          <a:xfrm>
            <a:off x="540070" y="2015999"/>
            <a:ext cx="5088350" cy="4172075"/>
          </a:xfrm>
        </p:spPr>
        <p:txBody>
          <a:bodyPr/>
          <a:lstStyle/>
          <a:p>
            <a:pPr lvl="0"/>
            <a:r>
              <a:rPr lang="nb" dirty="0"/>
              <a:t>Klikk for å redigere</a:t>
            </a:r>
          </a:p>
          <a:p>
            <a:pPr lvl="1"/>
            <a:r>
              <a:rPr lang="nb" dirty="0"/>
              <a:t>Andre nivå</a:t>
            </a:r>
          </a:p>
          <a:p>
            <a:pPr lvl="2"/>
            <a:r>
              <a:rPr lang="nb" dirty="0"/>
              <a:t>Tredje nivå</a:t>
            </a:r>
          </a:p>
          <a:p>
            <a:pPr lvl="3"/>
            <a:r>
              <a:rPr lang="nb" dirty="0"/>
              <a:t>Fjerde nivå</a:t>
            </a:r>
          </a:p>
          <a:p>
            <a:pPr lvl="4"/>
            <a:r>
              <a:rPr lang="nb" dirty="0"/>
              <a:t>Femte nivå</a:t>
            </a:r>
            <a:endParaRPr lang="nb-NO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3DA34BD-2344-D982-0459-1C111D1EADA1}"/>
              </a:ext>
            </a:extLst>
          </p:cNvPr>
          <p:cNvSpPr>
            <a:spLocks noGrp="1"/>
          </p:cNvSpPr>
          <p:nvPr>
            <p:ph sz="half" idx="2" hasCustomPrompt="1"/>
          </p:nvPr>
        </p:nvSpPr>
        <p:spPr>
          <a:xfrm>
            <a:off x="6563579" y="2015999"/>
            <a:ext cx="5087462" cy="4172075"/>
          </a:xfrm>
        </p:spPr>
        <p:txBody>
          <a:bodyPr/>
          <a:lstStyle/>
          <a:p>
            <a:pPr lvl="0"/>
            <a:r>
              <a:rPr lang="nb" dirty="0"/>
              <a:t>Klikk for å redigere</a:t>
            </a:r>
          </a:p>
          <a:p>
            <a:pPr lvl="1"/>
            <a:r>
              <a:rPr lang="nb" dirty="0"/>
              <a:t>Andre nivå</a:t>
            </a:r>
          </a:p>
          <a:p>
            <a:pPr lvl="2"/>
            <a:r>
              <a:rPr lang="nb" dirty="0"/>
              <a:t>Tredje nivå</a:t>
            </a:r>
          </a:p>
          <a:p>
            <a:pPr lvl="3"/>
            <a:r>
              <a:rPr lang="nb" dirty="0"/>
              <a:t>Fjerde nivå</a:t>
            </a:r>
          </a:p>
          <a:p>
            <a:pPr lvl="4"/>
            <a:r>
              <a:rPr lang="nb" dirty="0"/>
              <a:t>Femte nivå</a:t>
            </a:r>
            <a:endParaRPr lang="nb-NO" dirty="0"/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35A0D93E-F20A-BF35-CBC7-06E7A252FDBF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08810A5-7811-344D-9AE9-EC83104FB54D}" type="slidenum">
              <a:rPr lang="en-GB" smtClean="0"/>
              <a:t>‹#›</a:t>
            </a:fld>
            <a:endParaRPr lang="en-GB"/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535EAC70-31DE-1FCE-364B-31F378842F0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5928901B-21FD-507E-4F95-A2A6C8848B22}"/>
              </a:ext>
            </a:extLst>
          </p:cNvPr>
          <p:cNvSpPr>
            <a:spLocks noGrp="1"/>
          </p:cNvSpPr>
          <p:nvPr>
            <p:ph type="dt" sz="half" idx="15"/>
          </p:nvPr>
        </p:nvSpPr>
        <p:spPr/>
        <p:txBody>
          <a:bodyPr/>
          <a:lstStyle/>
          <a:p>
            <a:fld id="{8411FAB8-613F-3546-B84F-43F9554BAD31}" type="datetime1">
              <a:rPr lang="nb-NO" smtClean="0"/>
              <a:t>18.09.2026</a:t>
            </a:fld>
            <a:endParaRPr lang="en-GB"/>
          </a:p>
        </p:txBody>
      </p:sp>
      <p:sp>
        <p:nvSpPr>
          <p:cNvPr id="5" name="TekstSylinder 50">
            <a:extLst>
              <a:ext uri="{FF2B5EF4-FFF2-40B4-BE49-F238E27FC236}">
                <a16:creationId xmlns:a16="http://schemas.microsoft.com/office/drawing/2014/main" id="{5C216E72-AE69-1709-1DEA-8A036429A22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/>
          <p:nvPr userDrawn="1"/>
        </p:nvSpPr>
        <p:spPr>
          <a:xfrm>
            <a:off x="12627096" y="4105715"/>
            <a:ext cx="2178795" cy="2032530"/>
          </a:xfrm>
          <a:prstGeom prst="rect">
            <a:avLst/>
          </a:prstGeom>
          <a:noFill/>
        </p:spPr>
        <p:txBody>
          <a:bodyPr wrap="square" lIns="0" tIns="108000" rIns="0" bIns="0" rtlCol="0">
            <a:spAutoFit/>
          </a:bodyPr>
          <a:lstStyle>
            <a:defPPr>
              <a:defRPr lang="en-NO"/>
            </a:defPPr>
            <a:lvl1pPr>
              <a:spcAft>
                <a:spcPts val="600"/>
              </a:spcAft>
              <a:defRPr b="0" i="0">
                <a:cs typeface="Arial" panose="020B0604020202020204" pitchFamily="34" charset="0"/>
              </a:defRPr>
            </a:lvl1pPr>
          </a:lstStyle>
          <a:p>
            <a:pPr lvl="0"/>
            <a:r>
              <a:rPr lang="nb" sz="1200" b="0" i="0" noProof="1">
                <a:solidFill>
                  <a:srgbClr val="070451"/>
                </a:solidFill>
                <a:latin typeface="+mj-lt"/>
                <a:cs typeface="TelenorEvolutionPPT-Light" panose="020B0604020202020204" charset="0"/>
              </a:rPr>
              <a:t>Endre farger</a:t>
            </a:r>
          </a:p>
          <a:p>
            <a:pPr lvl="0">
              <a:lnSpc>
                <a:spcPct val="120000"/>
              </a:lnSpc>
            </a:pPr>
            <a:r>
              <a:rPr lang="nb" sz="800" b="0" i="0" noProof="1">
                <a:solidFill>
                  <a:srgbClr val="070451"/>
                </a:solidFill>
                <a:latin typeface="+mj-lt"/>
                <a:cs typeface="TelenorEvolutionPPT-Light" panose="020B0604020202020204" charset="0"/>
              </a:rPr>
              <a:t>Gjør følgende for å endre bakgrunnsfarge:</a:t>
            </a:r>
          </a:p>
          <a:p>
            <a:pPr lvl="0">
              <a:lnSpc>
                <a:spcPct val="110000"/>
              </a:lnSpc>
            </a:pPr>
            <a:r>
              <a:rPr lang="nb" sz="800" b="0" i="0" noProof="1">
                <a:solidFill>
                  <a:srgbClr val="070451"/>
                </a:solidFill>
                <a:cs typeface="TelenorEvolutionPPT-Light" panose="020B0604020202020204" charset="0"/>
              </a:rPr>
              <a:t>Høyreklikk på lysbildet ditt, velg "formater bakgrunn" for å åpne "formatruten".</a:t>
            </a:r>
          </a:p>
          <a:p>
            <a:pPr lvl="0">
              <a:lnSpc>
                <a:spcPct val="110000"/>
              </a:lnSpc>
            </a:pPr>
            <a:r>
              <a:rPr lang="nb" sz="800" b="0" i="0" noProof="1">
                <a:solidFill>
                  <a:srgbClr val="070451"/>
                </a:solidFill>
                <a:cs typeface="TelenorEvolutionPPT-Light" panose="020B0604020202020204" charset="0"/>
              </a:rPr>
              <a:t>I formatruten velger du «Heldekkende fyll» og endrer «fyllfarge». </a:t>
            </a:r>
          </a:p>
          <a:p>
            <a:pPr lvl="0">
              <a:lnSpc>
                <a:spcPct val="110000"/>
              </a:lnSpc>
            </a:pPr>
            <a:r>
              <a:rPr lang="nb" sz="800" b="0" i="0" noProof="1">
                <a:solidFill>
                  <a:srgbClr val="070451"/>
                </a:solidFill>
                <a:cs typeface="TelenorEvolutionPPT-Light" panose="020B0604020202020204" charset="0"/>
              </a:rPr>
              <a:t>Bruk en av temafargene </a:t>
            </a:r>
            <a:r>
              <a:rPr lang="nb" sz="800" b="0" i="0" noProof="1">
                <a:solidFill>
                  <a:srgbClr val="070451"/>
                </a:solidFill>
                <a:latin typeface="+mj-lt"/>
                <a:cs typeface="TelenorEvolutionPPT-Light" panose="020B0604020202020204" charset="0"/>
              </a:rPr>
              <a:t>eller</a:t>
            </a:r>
            <a:r>
              <a:rPr lang="nb" sz="800" b="0" i="0" noProof="1">
                <a:solidFill>
                  <a:srgbClr val="070451"/>
                </a:solidFill>
                <a:cs typeface="TelenorEvolutionPPT-Light" panose="020B0604020202020204" charset="0"/>
              </a:rPr>
              <a:t> velg "flere farger" og bruk pipetten til å øyedroppe en av </a:t>
            </a:r>
            <a:r>
              <a:rPr lang="nb" sz="800" b="0" i="0" noProof="1">
                <a:solidFill>
                  <a:srgbClr val="070451"/>
                </a:solidFill>
                <a:latin typeface="+mj-lt"/>
                <a:cs typeface="TelenorEvolutionPPT-Light" panose="020B0604020202020204" charset="0"/>
              </a:rPr>
              <a:t>bakgrunnsfargene</a:t>
            </a:r>
            <a:r>
              <a:rPr lang="nb" sz="800" b="0" i="0" noProof="1">
                <a:solidFill>
                  <a:srgbClr val="070451"/>
                </a:solidFill>
                <a:cs typeface="TelenorEvolutionPPT-Light" panose="020B0604020202020204" charset="0"/>
              </a:rPr>
              <a:t>  fra dette panelet.</a:t>
            </a:r>
          </a:p>
          <a:p>
            <a:pPr lvl="0">
              <a:lnSpc>
                <a:spcPct val="110000"/>
              </a:lnSpc>
            </a:pPr>
            <a:r>
              <a:rPr lang="nb" sz="800" b="0" i="0" noProof="1">
                <a:solidFill>
                  <a:srgbClr val="070451"/>
                </a:solidFill>
                <a:cs typeface="TelenorEvolutionPPT-Light" panose="020B0604020202020204" charset="0"/>
              </a:rPr>
              <a:t>Sørg alltid for tilstrekkelig kontrast mellom bakgrunn, tekst og logo.</a:t>
            </a:r>
            <a:endParaRPr lang="en-GB" sz="1100" b="0" i="0" noProof="1">
              <a:solidFill>
                <a:srgbClr val="070451"/>
              </a:solidFill>
              <a:cs typeface="TelenorEvolutionPPT-Light" panose="020B060402020202020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55206655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:adec="http://schemas.microsoft.com/office/drawing/2017/decorative" xmlns:a16="http://schemas.microsoft.com/office/drawing/2014/main" xmlns="">
      <p:transition spd="med">
        <p:fade/>
      </p:transition>
    </mc:Fallback>
  </mc:AlternateContent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wo Content Dark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Section title">
            <a:extLst>
              <a:ext uri="{FF2B5EF4-FFF2-40B4-BE49-F238E27FC236}">
                <a16:creationId xmlns:a16="http://schemas.microsoft.com/office/drawing/2014/main" id="{00C45E7F-BC29-BA43-01DF-232789AC0C98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540072" y="504001"/>
            <a:ext cx="724651" cy="252377"/>
          </a:xfrm>
        </p:spPr>
        <p:txBody>
          <a:bodyPr wrap="none">
            <a:sp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600">
                <a:solidFill>
                  <a:schemeClr val="accent3"/>
                </a:solidFill>
              </a:defRPr>
            </a:lvl1pPr>
            <a:lvl2pPr marL="216000" indent="0">
              <a:buNone/>
              <a:defRPr sz="1600"/>
            </a:lvl2pPr>
            <a:lvl3pPr marL="468000" indent="0">
              <a:buNone/>
              <a:defRPr sz="1600"/>
            </a:lvl3pPr>
            <a:lvl4pPr marL="720000" indent="0">
              <a:buNone/>
              <a:defRPr sz="1600"/>
            </a:lvl4pPr>
            <a:lvl5pPr marL="938213" indent="0">
              <a:buNone/>
              <a:defRPr sz="1600"/>
            </a:lvl5pPr>
          </a:lstStyle>
          <a:p>
            <a:pPr lvl="0"/>
            <a:r>
              <a:rPr lang="nb"/>
              <a:t>Seksjon</a:t>
            </a:r>
            <a:endParaRPr lang="nb-NO"/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94104984-6B09-F539-3118-ED345DF15774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nb" dirty="0"/>
              <a:t>Klikk for å redigere</a:t>
            </a:r>
            <a:endParaRPr lang="nb-NO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842E14D-E48C-F018-1285-2B447C3DFDCB}"/>
              </a:ext>
            </a:extLst>
          </p:cNvPr>
          <p:cNvSpPr>
            <a:spLocks noGrp="1"/>
          </p:cNvSpPr>
          <p:nvPr>
            <p:ph sz="half" idx="1" hasCustomPrompt="1"/>
          </p:nvPr>
        </p:nvSpPr>
        <p:spPr>
          <a:xfrm>
            <a:off x="540070" y="2015999"/>
            <a:ext cx="5088350" cy="4172075"/>
          </a:xfrm>
        </p:spPr>
        <p:txBody>
          <a:bodyPr/>
          <a:lstStyle/>
          <a:p>
            <a:pPr lvl="0"/>
            <a:r>
              <a:rPr lang="nb" dirty="0"/>
              <a:t>Klikk for å redigere</a:t>
            </a:r>
          </a:p>
          <a:p>
            <a:pPr lvl="1"/>
            <a:r>
              <a:rPr lang="nb" dirty="0"/>
              <a:t>Andre nivå</a:t>
            </a:r>
          </a:p>
          <a:p>
            <a:pPr lvl="2"/>
            <a:r>
              <a:rPr lang="nb" dirty="0"/>
              <a:t>Tredje nivå</a:t>
            </a:r>
          </a:p>
          <a:p>
            <a:pPr lvl="3"/>
            <a:r>
              <a:rPr lang="nb" dirty="0"/>
              <a:t>Fjerde nivå</a:t>
            </a:r>
          </a:p>
          <a:p>
            <a:pPr lvl="4"/>
            <a:r>
              <a:rPr lang="nb" dirty="0"/>
              <a:t>Femte nivå</a:t>
            </a:r>
            <a:endParaRPr lang="nb-NO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3DA34BD-2344-D982-0459-1C111D1EADA1}"/>
              </a:ext>
            </a:extLst>
          </p:cNvPr>
          <p:cNvSpPr>
            <a:spLocks noGrp="1"/>
          </p:cNvSpPr>
          <p:nvPr>
            <p:ph sz="half" idx="2" hasCustomPrompt="1"/>
          </p:nvPr>
        </p:nvSpPr>
        <p:spPr>
          <a:xfrm>
            <a:off x="6563579" y="2015999"/>
            <a:ext cx="5087462" cy="4172075"/>
          </a:xfrm>
        </p:spPr>
        <p:txBody>
          <a:bodyPr/>
          <a:lstStyle/>
          <a:p>
            <a:pPr lvl="0"/>
            <a:r>
              <a:rPr lang="nb" dirty="0"/>
              <a:t>Klikk for å redigere</a:t>
            </a:r>
          </a:p>
          <a:p>
            <a:pPr lvl="1"/>
            <a:r>
              <a:rPr lang="nb" dirty="0"/>
              <a:t>Andre nivå</a:t>
            </a:r>
          </a:p>
          <a:p>
            <a:pPr lvl="2"/>
            <a:r>
              <a:rPr lang="nb" dirty="0"/>
              <a:t>Tredje nivå</a:t>
            </a:r>
          </a:p>
          <a:p>
            <a:pPr lvl="3"/>
            <a:r>
              <a:rPr lang="nb" dirty="0"/>
              <a:t>Fjerde nivå</a:t>
            </a:r>
          </a:p>
          <a:p>
            <a:pPr lvl="4"/>
            <a:r>
              <a:rPr lang="nb" dirty="0"/>
              <a:t>Femte nivå</a:t>
            </a:r>
            <a:endParaRPr lang="nb-NO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E7586A5-F110-DF05-2507-E9A902C1B84C}"/>
              </a:ext>
            </a:extLst>
          </p:cNvPr>
          <p:cNvSpPr>
            <a:spLocks noGrp="1"/>
          </p:cNvSpPr>
          <p:nvPr>
            <p:ph type="dt" sz="half" idx="15"/>
          </p:nvPr>
        </p:nvSpPr>
        <p:spPr/>
        <p:txBody>
          <a:bodyPr/>
          <a:lstStyle/>
          <a:p>
            <a:fld id="{72CD4231-AE0A-3043-A5AF-E22125FD9078}" type="datetime1">
              <a:rPr lang="nb-NO" smtClean="0"/>
              <a:t>18.09.2026</a:t>
            </a:fld>
            <a:endParaRPr lang="en-GB"/>
          </a:p>
        </p:txBody>
      </p:sp>
      <p:sp>
        <p:nvSpPr>
          <p:cNvPr id="10" name="Footer Placeholder 9">
            <a:extLst>
              <a:ext uri="{FF2B5EF4-FFF2-40B4-BE49-F238E27FC236}">
                <a16:creationId xmlns:a16="http://schemas.microsoft.com/office/drawing/2014/main" id="{8CD21B64-DE5B-3F73-675F-AFA169DB2092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11" name="Slide Number Placeholder 10">
            <a:extLst>
              <a:ext uri="{FF2B5EF4-FFF2-40B4-BE49-F238E27FC236}">
                <a16:creationId xmlns:a16="http://schemas.microsoft.com/office/drawing/2014/main" id="{EF503167-D9B5-C41E-3E73-BA6BD966577A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/>
        <p:txBody>
          <a:bodyPr/>
          <a:lstStyle/>
          <a:p>
            <a:fld id="{608810A5-7811-344D-9AE9-EC83104FB54D}" type="slidenum">
              <a:rPr lang="en-GB" smtClean="0"/>
              <a:t>‹#›</a:t>
            </a:fld>
            <a:endParaRPr lang="en-GB"/>
          </a:p>
        </p:txBody>
      </p:sp>
      <p:sp>
        <p:nvSpPr>
          <p:cNvPr id="2" name="TekstSylinder 50">
            <a:extLst>
              <a:ext uri="{FF2B5EF4-FFF2-40B4-BE49-F238E27FC236}">
                <a16:creationId xmlns:a16="http://schemas.microsoft.com/office/drawing/2014/main" id="{7D23DB7A-CAFE-38AA-7DFF-6A520B89796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/>
          <p:nvPr userDrawn="1"/>
        </p:nvSpPr>
        <p:spPr>
          <a:xfrm>
            <a:off x="12627096" y="4105715"/>
            <a:ext cx="2178795" cy="2032530"/>
          </a:xfrm>
          <a:prstGeom prst="rect">
            <a:avLst/>
          </a:prstGeom>
          <a:noFill/>
        </p:spPr>
        <p:txBody>
          <a:bodyPr wrap="square" lIns="0" tIns="108000" rIns="0" bIns="0" rtlCol="0">
            <a:spAutoFit/>
          </a:bodyPr>
          <a:lstStyle>
            <a:defPPr>
              <a:defRPr lang="en-NO"/>
            </a:defPPr>
            <a:lvl1pPr>
              <a:spcAft>
                <a:spcPts val="600"/>
              </a:spcAft>
              <a:defRPr b="0" i="0">
                <a:cs typeface="Arial" panose="020B0604020202020204" pitchFamily="34" charset="0"/>
              </a:defRPr>
            </a:lvl1pPr>
          </a:lstStyle>
          <a:p>
            <a:pPr lvl="0"/>
            <a:r>
              <a:rPr lang="nb" sz="1200" b="0" i="0" noProof="1">
                <a:solidFill>
                  <a:srgbClr val="070451"/>
                </a:solidFill>
                <a:latin typeface="+mj-lt"/>
                <a:cs typeface="TelenorEvolutionPPT-Light" panose="020B0604020202020204" charset="0"/>
              </a:rPr>
              <a:t>Endre farger</a:t>
            </a:r>
          </a:p>
          <a:p>
            <a:pPr lvl="0">
              <a:lnSpc>
                <a:spcPct val="120000"/>
              </a:lnSpc>
            </a:pPr>
            <a:r>
              <a:rPr lang="nb" sz="800" b="0" i="0" noProof="1">
                <a:solidFill>
                  <a:srgbClr val="070451"/>
                </a:solidFill>
                <a:latin typeface="+mj-lt"/>
                <a:cs typeface="TelenorEvolutionPPT-Light" panose="020B0604020202020204" charset="0"/>
              </a:rPr>
              <a:t>Gjør følgende for å endre bakgrunnsfarge:</a:t>
            </a:r>
          </a:p>
          <a:p>
            <a:pPr lvl="0">
              <a:lnSpc>
                <a:spcPct val="110000"/>
              </a:lnSpc>
            </a:pPr>
            <a:r>
              <a:rPr lang="nb" sz="800" b="0" i="0" noProof="1">
                <a:solidFill>
                  <a:srgbClr val="070451"/>
                </a:solidFill>
                <a:cs typeface="TelenorEvolutionPPT-Light" panose="020B0604020202020204" charset="0"/>
              </a:rPr>
              <a:t>Høyreklikk på lysbildet ditt, velg "formater bakgrunn" for å åpne "formatruten".</a:t>
            </a:r>
          </a:p>
          <a:p>
            <a:pPr lvl="0">
              <a:lnSpc>
                <a:spcPct val="110000"/>
              </a:lnSpc>
            </a:pPr>
            <a:r>
              <a:rPr lang="nb" sz="800" b="0" i="0" noProof="1">
                <a:solidFill>
                  <a:srgbClr val="070451"/>
                </a:solidFill>
                <a:cs typeface="TelenorEvolutionPPT-Light" panose="020B0604020202020204" charset="0"/>
              </a:rPr>
              <a:t>I formatruten velger du «Heldekkende fyll» og endrer «fyllfarge». </a:t>
            </a:r>
          </a:p>
          <a:p>
            <a:pPr lvl="0">
              <a:lnSpc>
                <a:spcPct val="110000"/>
              </a:lnSpc>
            </a:pPr>
            <a:r>
              <a:rPr lang="nb" sz="800" b="0" i="0" noProof="1">
                <a:solidFill>
                  <a:srgbClr val="070451"/>
                </a:solidFill>
                <a:cs typeface="TelenorEvolutionPPT-Light" panose="020B0604020202020204" charset="0"/>
              </a:rPr>
              <a:t>Bruk en av temafargene </a:t>
            </a:r>
            <a:r>
              <a:rPr lang="nb" sz="800" b="0" i="0" noProof="1">
                <a:solidFill>
                  <a:srgbClr val="070451"/>
                </a:solidFill>
                <a:latin typeface="+mj-lt"/>
                <a:cs typeface="TelenorEvolutionPPT-Light" panose="020B0604020202020204" charset="0"/>
              </a:rPr>
              <a:t>eller</a:t>
            </a:r>
            <a:r>
              <a:rPr lang="nb" sz="800" b="0" i="0" noProof="1">
                <a:solidFill>
                  <a:srgbClr val="070451"/>
                </a:solidFill>
                <a:cs typeface="TelenorEvolutionPPT-Light" panose="020B0604020202020204" charset="0"/>
              </a:rPr>
              <a:t> velg "flere farger" og bruk pipetten til å øyedroppe en av </a:t>
            </a:r>
            <a:r>
              <a:rPr lang="nb" sz="800" b="0" i="0" noProof="1">
                <a:solidFill>
                  <a:srgbClr val="070451"/>
                </a:solidFill>
                <a:latin typeface="+mj-lt"/>
                <a:cs typeface="TelenorEvolutionPPT-Light" panose="020B0604020202020204" charset="0"/>
              </a:rPr>
              <a:t>bakgrunnsfargene</a:t>
            </a:r>
            <a:r>
              <a:rPr lang="nb" sz="800" b="0" i="0" noProof="1">
                <a:solidFill>
                  <a:srgbClr val="070451"/>
                </a:solidFill>
                <a:cs typeface="TelenorEvolutionPPT-Light" panose="020B0604020202020204" charset="0"/>
              </a:rPr>
              <a:t>  fra dette panelet.</a:t>
            </a:r>
          </a:p>
          <a:p>
            <a:pPr lvl="0">
              <a:lnSpc>
                <a:spcPct val="110000"/>
              </a:lnSpc>
            </a:pPr>
            <a:r>
              <a:rPr lang="nb" sz="800" b="0" i="0" noProof="1">
                <a:solidFill>
                  <a:srgbClr val="070451"/>
                </a:solidFill>
                <a:cs typeface="TelenorEvolutionPPT-Light" panose="020B0604020202020204" charset="0"/>
              </a:rPr>
              <a:t>Sørg alltid for tilstrekkelig kontrast mellom bakgrunn, tekst og logo.</a:t>
            </a:r>
            <a:endParaRPr lang="en-GB" sz="1100" b="0" i="0" noProof="1">
              <a:solidFill>
                <a:srgbClr val="070451"/>
              </a:solidFill>
              <a:cs typeface="TelenorEvolutionPPT-Light" panose="020B060402020202020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892319524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:adec="http://schemas.microsoft.com/office/drawing/2017/decorative" xmlns:a16="http://schemas.microsoft.com/office/drawing/2014/main" xmlns="">
      <p:transition spd="med">
        <p:fade/>
      </p:transition>
    </mc:Fallback>
  </mc:AlternateContent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hree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ection title">
            <a:extLst>
              <a:ext uri="{FF2B5EF4-FFF2-40B4-BE49-F238E27FC236}">
                <a16:creationId xmlns:a16="http://schemas.microsoft.com/office/drawing/2014/main" id="{78625AAD-121D-EF2F-DBE4-EB84C9E8FA35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540072" y="504001"/>
            <a:ext cx="724651" cy="252377"/>
          </a:xfrm>
        </p:spPr>
        <p:txBody>
          <a:bodyPr wrap="none">
            <a:sp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600">
                <a:solidFill>
                  <a:schemeClr val="tx2"/>
                </a:solidFill>
              </a:defRPr>
            </a:lvl1pPr>
            <a:lvl2pPr marL="216000" indent="0">
              <a:buNone/>
              <a:defRPr sz="1600"/>
            </a:lvl2pPr>
            <a:lvl3pPr marL="468000" indent="0">
              <a:buNone/>
              <a:defRPr sz="1600"/>
            </a:lvl3pPr>
            <a:lvl4pPr marL="720000" indent="0">
              <a:buNone/>
              <a:defRPr sz="1600"/>
            </a:lvl4pPr>
            <a:lvl5pPr marL="938213" indent="0">
              <a:buNone/>
              <a:defRPr sz="1600"/>
            </a:lvl5pPr>
          </a:lstStyle>
          <a:p>
            <a:pPr lvl="0"/>
            <a:r>
              <a:rPr lang="nb"/>
              <a:t>Seksjon</a:t>
            </a:r>
            <a:endParaRPr lang="nb-NO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842E14D-E48C-F018-1285-2B447C3DFDCB}"/>
              </a:ext>
            </a:extLst>
          </p:cNvPr>
          <p:cNvSpPr>
            <a:spLocks noGrp="1"/>
          </p:cNvSpPr>
          <p:nvPr>
            <p:ph sz="half" idx="1" hasCustomPrompt="1"/>
          </p:nvPr>
        </p:nvSpPr>
        <p:spPr>
          <a:xfrm>
            <a:off x="540071" y="2015999"/>
            <a:ext cx="3391641" cy="4172075"/>
          </a:xfrm>
        </p:spPr>
        <p:txBody>
          <a:bodyPr/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nb" dirty="0"/>
              <a:t>Klikk for å redigere</a:t>
            </a:r>
          </a:p>
          <a:p>
            <a:pPr lvl="1"/>
            <a:r>
              <a:rPr lang="nb" dirty="0"/>
              <a:t>Andre nivå</a:t>
            </a:r>
          </a:p>
          <a:p>
            <a:pPr lvl="2"/>
            <a:r>
              <a:rPr lang="nb" dirty="0"/>
              <a:t>Tredje nivå</a:t>
            </a:r>
          </a:p>
          <a:p>
            <a:pPr lvl="3"/>
            <a:r>
              <a:rPr lang="nb" dirty="0"/>
              <a:t>Fjerde nivå</a:t>
            </a:r>
          </a:p>
          <a:p>
            <a:pPr lvl="4"/>
            <a:r>
              <a:rPr lang="nb" dirty="0"/>
              <a:t>Femte nivå</a:t>
            </a:r>
            <a:endParaRPr lang="nb-NO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3DA34BD-2344-D982-0459-1C111D1EADA1}"/>
              </a:ext>
            </a:extLst>
          </p:cNvPr>
          <p:cNvSpPr>
            <a:spLocks noGrp="1"/>
          </p:cNvSpPr>
          <p:nvPr>
            <p:ph sz="half" idx="2" hasCustomPrompt="1"/>
          </p:nvPr>
        </p:nvSpPr>
        <p:spPr>
          <a:xfrm>
            <a:off x="4399772" y="2015999"/>
            <a:ext cx="3391641" cy="4172075"/>
          </a:xfrm>
        </p:spPr>
        <p:txBody>
          <a:bodyPr/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nb" dirty="0"/>
              <a:t>Klikk for å redigere</a:t>
            </a:r>
          </a:p>
          <a:p>
            <a:pPr lvl="1"/>
            <a:r>
              <a:rPr lang="nb" dirty="0"/>
              <a:t>Andre nivå</a:t>
            </a:r>
          </a:p>
          <a:p>
            <a:pPr lvl="2"/>
            <a:r>
              <a:rPr lang="nb" dirty="0"/>
              <a:t>Tredje nivå</a:t>
            </a:r>
          </a:p>
          <a:p>
            <a:pPr lvl="3"/>
            <a:r>
              <a:rPr lang="nb" dirty="0"/>
              <a:t>Fjerde nivå</a:t>
            </a:r>
          </a:p>
          <a:p>
            <a:pPr lvl="4"/>
            <a:r>
              <a:rPr lang="nb" dirty="0"/>
              <a:t>Femte nivå</a:t>
            </a:r>
            <a:endParaRPr lang="nb-NO" dirty="0"/>
          </a:p>
        </p:txBody>
      </p:sp>
      <p:sp>
        <p:nvSpPr>
          <p:cNvPr id="8" name="Content Placeholder 3">
            <a:extLst>
              <a:ext uri="{FF2B5EF4-FFF2-40B4-BE49-F238E27FC236}">
                <a16:creationId xmlns:a16="http://schemas.microsoft.com/office/drawing/2014/main" id="{E49D49AB-DD22-3CE0-2328-C5B9E9E4A630}"/>
              </a:ext>
            </a:extLst>
          </p:cNvPr>
          <p:cNvSpPr>
            <a:spLocks noGrp="1"/>
          </p:cNvSpPr>
          <p:nvPr>
            <p:ph sz="half" idx="13" hasCustomPrompt="1"/>
          </p:nvPr>
        </p:nvSpPr>
        <p:spPr>
          <a:xfrm>
            <a:off x="8259474" y="2015999"/>
            <a:ext cx="3391641" cy="4172075"/>
          </a:xfrm>
        </p:spPr>
        <p:txBody>
          <a:bodyPr/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nb" dirty="0"/>
              <a:t>Klikk for å redigere</a:t>
            </a:r>
          </a:p>
          <a:p>
            <a:pPr lvl="1"/>
            <a:r>
              <a:rPr lang="nb" dirty="0"/>
              <a:t>Andre nivå</a:t>
            </a:r>
          </a:p>
          <a:p>
            <a:pPr lvl="2"/>
            <a:r>
              <a:rPr lang="nb" dirty="0"/>
              <a:t>Tredje nivå</a:t>
            </a:r>
          </a:p>
          <a:p>
            <a:pPr lvl="3"/>
            <a:r>
              <a:rPr lang="nb" dirty="0"/>
              <a:t>Fjerde nivå</a:t>
            </a:r>
          </a:p>
          <a:p>
            <a:pPr lvl="4"/>
            <a:r>
              <a:rPr lang="nb" dirty="0"/>
              <a:t>Femte nivå</a:t>
            </a:r>
            <a:endParaRPr lang="nb-NO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8A41E3B6-C790-5BBE-90A1-1E1829DDCA31}"/>
              </a:ext>
            </a:extLst>
          </p:cNvPr>
          <p:cNvSpPr>
            <a:spLocks noGrp="1"/>
          </p:cNvSpPr>
          <p:nvPr>
            <p:ph type="sldNum" sz="quarter" idx="14"/>
          </p:nvPr>
        </p:nvSpPr>
        <p:spPr/>
        <p:txBody>
          <a:bodyPr/>
          <a:lstStyle/>
          <a:p>
            <a:fld id="{608810A5-7811-344D-9AE9-EC83104FB54D}" type="slidenum">
              <a:rPr lang="en-GB" smtClean="0"/>
              <a:t>‹#›</a:t>
            </a:fld>
            <a:endParaRPr lang="en-GB"/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02F8260D-A44C-BCCD-F4FA-A86FE4BB03FF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33D8F756-90B7-FDE9-081D-7C2E6AAAA46A}"/>
              </a:ext>
            </a:extLst>
          </p:cNvPr>
          <p:cNvSpPr>
            <a:spLocks noGrp="1"/>
          </p:cNvSpPr>
          <p:nvPr>
            <p:ph type="dt" sz="half" idx="17"/>
          </p:nvPr>
        </p:nvSpPr>
        <p:spPr/>
        <p:txBody>
          <a:bodyPr/>
          <a:lstStyle/>
          <a:p>
            <a:fld id="{74C072ED-17FD-534D-9CB4-369F4A45AFCF}" type="datetime1">
              <a:rPr lang="nb-NO" smtClean="0"/>
              <a:t>18.09.2026</a:t>
            </a:fld>
            <a:endParaRPr lang="en-GB"/>
          </a:p>
        </p:txBody>
      </p:sp>
      <p:sp>
        <p:nvSpPr>
          <p:cNvPr id="10" name="Title 9">
            <a:extLst>
              <a:ext uri="{FF2B5EF4-FFF2-40B4-BE49-F238E27FC236}">
                <a16:creationId xmlns:a16="http://schemas.microsoft.com/office/drawing/2014/main" id="{C5B5B0CA-69D2-3DF9-3EFA-DA4B0EBCEE0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nb" dirty="0"/>
              <a:t>Klikk for å redigere</a:t>
            </a:r>
            <a:endParaRPr lang="en-GB" dirty="0"/>
          </a:p>
        </p:txBody>
      </p:sp>
      <p:sp>
        <p:nvSpPr>
          <p:cNvPr id="6" name="TekstSylinder 50">
            <a:extLst>
              <a:ext uri="{FF2B5EF4-FFF2-40B4-BE49-F238E27FC236}">
                <a16:creationId xmlns:a16="http://schemas.microsoft.com/office/drawing/2014/main" id="{2BE02FF7-C4FE-5B83-273D-59EEBBBB096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/>
          <p:nvPr userDrawn="1"/>
        </p:nvSpPr>
        <p:spPr>
          <a:xfrm>
            <a:off x="12627096" y="4105715"/>
            <a:ext cx="2178795" cy="2032530"/>
          </a:xfrm>
          <a:prstGeom prst="rect">
            <a:avLst/>
          </a:prstGeom>
          <a:noFill/>
        </p:spPr>
        <p:txBody>
          <a:bodyPr wrap="square" lIns="0" tIns="108000" rIns="0" bIns="0" rtlCol="0">
            <a:spAutoFit/>
          </a:bodyPr>
          <a:lstStyle>
            <a:defPPr>
              <a:defRPr lang="en-NO"/>
            </a:defPPr>
            <a:lvl1pPr>
              <a:spcAft>
                <a:spcPts val="600"/>
              </a:spcAft>
              <a:defRPr b="0" i="0">
                <a:cs typeface="Arial" panose="020B0604020202020204" pitchFamily="34" charset="0"/>
              </a:defRPr>
            </a:lvl1pPr>
          </a:lstStyle>
          <a:p>
            <a:pPr lvl="0"/>
            <a:r>
              <a:rPr lang="nb" sz="1200" b="0" i="0" noProof="1">
                <a:solidFill>
                  <a:srgbClr val="070451"/>
                </a:solidFill>
                <a:latin typeface="+mj-lt"/>
                <a:cs typeface="TelenorEvolutionPPT-Light" panose="020B0604020202020204" charset="0"/>
              </a:rPr>
              <a:t>Endre farger</a:t>
            </a:r>
          </a:p>
          <a:p>
            <a:pPr lvl="0">
              <a:lnSpc>
                <a:spcPct val="120000"/>
              </a:lnSpc>
            </a:pPr>
            <a:r>
              <a:rPr lang="nb" sz="800" b="0" i="0" noProof="1">
                <a:solidFill>
                  <a:srgbClr val="070451"/>
                </a:solidFill>
                <a:latin typeface="+mj-lt"/>
                <a:cs typeface="TelenorEvolutionPPT-Light" panose="020B0604020202020204" charset="0"/>
              </a:rPr>
              <a:t>Gjør følgende for å endre bakgrunnsfarge:</a:t>
            </a:r>
          </a:p>
          <a:p>
            <a:pPr lvl="0">
              <a:lnSpc>
                <a:spcPct val="110000"/>
              </a:lnSpc>
            </a:pPr>
            <a:r>
              <a:rPr lang="nb" sz="800" b="0" i="0" noProof="1">
                <a:solidFill>
                  <a:srgbClr val="070451"/>
                </a:solidFill>
                <a:cs typeface="TelenorEvolutionPPT-Light" panose="020B0604020202020204" charset="0"/>
              </a:rPr>
              <a:t>Høyreklikk på lysbildet ditt, velg "formater bakgrunn" for å åpne "formatruten".</a:t>
            </a:r>
          </a:p>
          <a:p>
            <a:pPr lvl="0">
              <a:lnSpc>
                <a:spcPct val="110000"/>
              </a:lnSpc>
            </a:pPr>
            <a:r>
              <a:rPr lang="nb" sz="800" b="0" i="0" noProof="1">
                <a:solidFill>
                  <a:srgbClr val="070451"/>
                </a:solidFill>
                <a:cs typeface="TelenorEvolutionPPT-Light" panose="020B0604020202020204" charset="0"/>
              </a:rPr>
              <a:t>I formatruten velger du «Heldekkende fyll» og endrer «fyllfarge». </a:t>
            </a:r>
          </a:p>
          <a:p>
            <a:pPr lvl="0">
              <a:lnSpc>
                <a:spcPct val="110000"/>
              </a:lnSpc>
            </a:pPr>
            <a:r>
              <a:rPr lang="nb" sz="800" b="0" i="0" noProof="1">
                <a:solidFill>
                  <a:srgbClr val="070451"/>
                </a:solidFill>
                <a:cs typeface="TelenorEvolutionPPT-Light" panose="020B0604020202020204" charset="0"/>
              </a:rPr>
              <a:t>Bruk en av temafargene </a:t>
            </a:r>
            <a:r>
              <a:rPr lang="nb" sz="800" b="0" i="0" noProof="1">
                <a:solidFill>
                  <a:srgbClr val="070451"/>
                </a:solidFill>
                <a:latin typeface="+mj-lt"/>
                <a:cs typeface="TelenorEvolutionPPT-Light" panose="020B0604020202020204" charset="0"/>
              </a:rPr>
              <a:t>eller</a:t>
            </a:r>
            <a:r>
              <a:rPr lang="nb" sz="800" b="0" i="0" noProof="1">
                <a:solidFill>
                  <a:srgbClr val="070451"/>
                </a:solidFill>
                <a:cs typeface="TelenorEvolutionPPT-Light" panose="020B0604020202020204" charset="0"/>
              </a:rPr>
              <a:t> velg "flere farger" og bruk pipetten til å øyedroppe en av </a:t>
            </a:r>
            <a:r>
              <a:rPr lang="nb" sz="800" b="0" i="0" noProof="1">
                <a:solidFill>
                  <a:srgbClr val="070451"/>
                </a:solidFill>
                <a:latin typeface="+mj-lt"/>
                <a:cs typeface="TelenorEvolutionPPT-Light" panose="020B0604020202020204" charset="0"/>
              </a:rPr>
              <a:t>bakgrunnsfargene</a:t>
            </a:r>
            <a:r>
              <a:rPr lang="nb" sz="800" b="0" i="0" noProof="1">
                <a:solidFill>
                  <a:srgbClr val="070451"/>
                </a:solidFill>
                <a:cs typeface="TelenorEvolutionPPT-Light" panose="020B0604020202020204" charset="0"/>
              </a:rPr>
              <a:t>  fra dette panelet.</a:t>
            </a:r>
          </a:p>
          <a:p>
            <a:pPr lvl="0">
              <a:lnSpc>
                <a:spcPct val="110000"/>
              </a:lnSpc>
            </a:pPr>
            <a:r>
              <a:rPr lang="nb" sz="800" b="0" i="0" noProof="1">
                <a:solidFill>
                  <a:srgbClr val="070451"/>
                </a:solidFill>
                <a:cs typeface="TelenorEvolutionPPT-Light" panose="020B0604020202020204" charset="0"/>
              </a:rPr>
              <a:t>Sørg alltid for tilstrekkelig kontrast mellom bakgrunn, tekst og logo.</a:t>
            </a:r>
            <a:endParaRPr lang="en-GB" sz="1100" b="0" i="0" noProof="1">
              <a:solidFill>
                <a:srgbClr val="070451"/>
              </a:solidFill>
              <a:cs typeface="TelenorEvolutionPPT-Light" panose="020B060402020202020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52580346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:p15="http://schemas.microsoft.com/office/powerpoint/2012/main" xmlns:adec="http://schemas.microsoft.com/office/drawing/2017/decorative" xmlns:a16="http://schemas.microsoft.com/office/drawing/2014/main"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/>
    </p:ext>
  </p:extLst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hree Content Dark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ection title">
            <a:extLst>
              <a:ext uri="{FF2B5EF4-FFF2-40B4-BE49-F238E27FC236}">
                <a16:creationId xmlns:a16="http://schemas.microsoft.com/office/drawing/2014/main" id="{78625AAD-121D-EF2F-DBE4-EB84C9E8FA35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540072" y="504001"/>
            <a:ext cx="724651" cy="252377"/>
          </a:xfrm>
        </p:spPr>
        <p:txBody>
          <a:bodyPr wrap="none">
            <a:sp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600">
                <a:solidFill>
                  <a:schemeClr val="accent3"/>
                </a:solidFill>
              </a:defRPr>
            </a:lvl1pPr>
            <a:lvl2pPr marL="216000" indent="0">
              <a:buNone/>
              <a:defRPr sz="1600"/>
            </a:lvl2pPr>
            <a:lvl3pPr marL="468000" indent="0">
              <a:buNone/>
              <a:defRPr sz="1600"/>
            </a:lvl3pPr>
            <a:lvl4pPr marL="720000" indent="0">
              <a:buNone/>
              <a:defRPr sz="1600"/>
            </a:lvl4pPr>
            <a:lvl5pPr marL="938213" indent="0">
              <a:buNone/>
              <a:defRPr sz="1600"/>
            </a:lvl5pPr>
          </a:lstStyle>
          <a:p>
            <a:pPr lvl="0"/>
            <a:r>
              <a:rPr lang="nb"/>
              <a:t>Seksjon</a:t>
            </a:r>
            <a:endParaRPr lang="nb-NO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842E14D-E48C-F018-1285-2B447C3DFDCB}"/>
              </a:ext>
            </a:extLst>
          </p:cNvPr>
          <p:cNvSpPr>
            <a:spLocks noGrp="1"/>
          </p:cNvSpPr>
          <p:nvPr>
            <p:ph sz="half" idx="1" hasCustomPrompt="1"/>
          </p:nvPr>
        </p:nvSpPr>
        <p:spPr>
          <a:xfrm>
            <a:off x="540071" y="2015999"/>
            <a:ext cx="3391641" cy="4172075"/>
          </a:xfrm>
        </p:spPr>
        <p:txBody>
          <a:bodyPr/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nb" dirty="0"/>
              <a:t>Klikk for å redigere</a:t>
            </a:r>
          </a:p>
          <a:p>
            <a:pPr lvl="1"/>
            <a:r>
              <a:rPr lang="nb" dirty="0"/>
              <a:t>Andre nivå</a:t>
            </a:r>
          </a:p>
          <a:p>
            <a:pPr lvl="2"/>
            <a:r>
              <a:rPr lang="nb" dirty="0"/>
              <a:t>Tredje nivå</a:t>
            </a:r>
          </a:p>
          <a:p>
            <a:pPr lvl="3"/>
            <a:r>
              <a:rPr lang="nb" dirty="0"/>
              <a:t>Fjerde nivå</a:t>
            </a:r>
          </a:p>
          <a:p>
            <a:pPr lvl="4"/>
            <a:r>
              <a:rPr lang="nb" dirty="0"/>
              <a:t>Femte nivå</a:t>
            </a:r>
            <a:endParaRPr lang="nb-NO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3DA34BD-2344-D982-0459-1C111D1EADA1}"/>
              </a:ext>
            </a:extLst>
          </p:cNvPr>
          <p:cNvSpPr>
            <a:spLocks noGrp="1"/>
          </p:cNvSpPr>
          <p:nvPr>
            <p:ph sz="half" idx="2" hasCustomPrompt="1"/>
          </p:nvPr>
        </p:nvSpPr>
        <p:spPr>
          <a:xfrm>
            <a:off x="4399772" y="2015999"/>
            <a:ext cx="3391641" cy="4172075"/>
          </a:xfrm>
        </p:spPr>
        <p:txBody>
          <a:bodyPr/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nb" dirty="0"/>
              <a:t>Klikk for å redigere</a:t>
            </a:r>
          </a:p>
          <a:p>
            <a:pPr lvl="1"/>
            <a:r>
              <a:rPr lang="nb" dirty="0"/>
              <a:t>Andre nivå</a:t>
            </a:r>
          </a:p>
          <a:p>
            <a:pPr lvl="2"/>
            <a:r>
              <a:rPr lang="nb" dirty="0"/>
              <a:t>Tredje nivå</a:t>
            </a:r>
          </a:p>
          <a:p>
            <a:pPr lvl="3"/>
            <a:r>
              <a:rPr lang="nb" dirty="0"/>
              <a:t>Fjerde nivå</a:t>
            </a:r>
          </a:p>
          <a:p>
            <a:pPr lvl="4"/>
            <a:r>
              <a:rPr lang="nb" dirty="0"/>
              <a:t>Femte nivå</a:t>
            </a:r>
            <a:endParaRPr lang="nb-NO" dirty="0"/>
          </a:p>
        </p:txBody>
      </p:sp>
      <p:sp>
        <p:nvSpPr>
          <p:cNvPr id="8" name="Content Placeholder 3">
            <a:extLst>
              <a:ext uri="{FF2B5EF4-FFF2-40B4-BE49-F238E27FC236}">
                <a16:creationId xmlns:a16="http://schemas.microsoft.com/office/drawing/2014/main" id="{E49D49AB-DD22-3CE0-2328-C5B9E9E4A630}"/>
              </a:ext>
            </a:extLst>
          </p:cNvPr>
          <p:cNvSpPr>
            <a:spLocks noGrp="1"/>
          </p:cNvSpPr>
          <p:nvPr>
            <p:ph sz="half" idx="13" hasCustomPrompt="1"/>
          </p:nvPr>
        </p:nvSpPr>
        <p:spPr>
          <a:xfrm>
            <a:off x="8259474" y="2015999"/>
            <a:ext cx="3391641" cy="4172075"/>
          </a:xfrm>
        </p:spPr>
        <p:txBody>
          <a:bodyPr/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nb" dirty="0"/>
              <a:t>Klikk for å redigere</a:t>
            </a:r>
          </a:p>
          <a:p>
            <a:pPr lvl="1"/>
            <a:r>
              <a:rPr lang="nb" dirty="0"/>
              <a:t>Andre nivå</a:t>
            </a:r>
          </a:p>
          <a:p>
            <a:pPr lvl="2"/>
            <a:r>
              <a:rPr lang="nb" dirty="0"/>
              <a:t>Tredje nivå</a:t>
            </a:r>
          </a:p>
          <a:p>
            <a:pPr lvl="3"/>
            <a:r>
              <a:rPr lang="nb" dirty="0"/>
              <a:t>Fjerde nivå</a:t>
            </a:r>
          </a:p>
          <a:p>
            <a:pPr lvl="4"/>
            <a:r>
              <a:rPr lang="nb" dirty="0"/>
              <a:t>Femte nivå</a:t>
            </a:r>
            <a:endParaRPr lang="nb-NO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8A41E3B6-C790-5BBE-90A1-1E1829DDCA31}"/>
              </a:ext>
            </a:extLst>
          </p:cNvPr>
          <p:cNvSpPr>
            <a:spLocks noGrp="1"/>
          </p:cNvSpPr>
          <p:nvPr>
            <p:ph type="sldNum" sz="quarter" idx="14"/>
          </p:nvPr>
        </p:nvSpPr>
        <p:spPr/>
        <p:txBody>
          <a:bodyPr/>
          <a:lstStyle/>
          <a:p>
            <a:fld id="{608810A5-7811-344D-9AE9-EC83104FB54D}" type="slidenum">
              <a:rPr lang="en-GB" smtClean="0"/>
              <a:t>‹#›</a:t>
            </a:fld>
            <a:endParaRPr lang="en-GB"/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02F8260D-A44C-BCCD-F4FA-A86FE4BB03FF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242E183F-1B3D-52A7-11D9-594D24E5F252}"/>
              </a:ext>
            </a:extLst>
          </p:cNvPr>
          <p:cNvSpPr>
            <a:spLocks noGrp="1"/>
          </p:cNvSpPr>
          <p:nvPr>
            <p:ph type="dt" sz="half" idx="17"/>
          </p:nvPr>
        </p:nvSpPr>
        <p:spPr/>
        <p:txBody>
          <a:bodyPr/>
          <a:lstStyle/>
          <a:p>
            <a:fld id="{B815C360-7C96-8C40-B269-0BD063E88660}" type="datetime1">
              <a:rPr lang="nb-NO" smtClean="0"/>
              <a:t>18.09.2026</a:t>
            </a:fld>
            <a:endParaRPr lang="en-GB"/>
          </a:p>
        </p:txBody>
      </p:sp>
      <p:sp>
        <p:nvSpPr>
          <p:cNvPr id="6" name="Tittel 5">
            <a:extLst>
              <a:ext uri="{FF2B5EF4-FFF2-40B4-BE49-F238E27FC236}">
                <a16:creationId xmlns:a16="http://schemas.microsoft.com/office/drawing/2014/main" id="{180C5FB5-029F-BBE6-0787-49B5622A117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nb" dirty="0"/>
              <a:t>Klikk for å redigere</a:t>
            </a:r>
            <a:endParaRPr lang="en-GB" dirty="0"/>
          </a:p>
        </p:txBody>
      </p:sp>
      <p:sp>
        <p:nvSpPr>
          <p:cNvPr id="10" name="TekstSylinder 50">
            <a:extLst>
              <a:ext uri="{FF2B5EF4-FFF2-40B4-BE49-F238E27FC236}">
                <a16:creationId xmlns:a16="http://schemas.microsoft.com/office/drawing/2014/main" id="{D9D8E22D-3A82-FA52-9AB4-006198E486B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/>
          <p:nvPr userDrawn="1"/>
        </p:nvSpPr>
        <p:spPr>
          <a:xfrm>
            <a:off x="12627096" y="4105715"/>
            <a:ext cx="2178795" cy="2032530"/>
          </a:xfrm>
          <a:prstGeom prst="rect">
            <a:avLst/>
          </a:prstGeom>
          <a:noFill/>
        </p:spPr>
        <p:txBody>
          <a:bodyPr wrap="square" lIns="0" tIns="108000" rIns="0" bIns="0" rtlCol="0">
            <a:spAutoFit/>
          </a:bodyPr>
          <a:lstStyle>
            <a:defPPr>
              <a:defRPr lang="en-NO"/>
            </a:defPPr>
            <a:lvl1pPr>
              <a:spcAft>
                <a:spcPts val="600"/>
              </a:spcAft>
              <a:defRPr b="0" i="0">
                <a:cs typeface="Arial" panose="020B0604020202020204" pitchFamily="34" charset="0"/>
              </a:defRPr>
            </a:lvl1pPr>
          </a:lstStyle>
          <a:p>
            <a:pPr lvl="0"/>
            <a:r>
              <a:rPr lang="nb" sz="1200" b="0" i="0" noProof="1">
                <a:solidFill>
                  <a:srgbClr val="070451"/>
                </a:solidFill>
                <a:latin typeface="+mj-lt"/>
                <a:cs typeface="TelenorEvolutionPPT-Light" panose="020B0604020202020204" charset="0"/>
              </a:rPr>
              <a:t>Endre farger</a:t>
            </a:r>
          </a:p>
          <a:p>
            <a:pPr lvl="0">
              <a:lnSpc>
                <a:spcPct val="120000"/>
              </a:lnSpc>
            </a:pPr>
            <a:r>
              <a:rPr lang="nb" sz="800" b="0" i="0" noProof="1">
                <a:solidFill>
                  <a:srgbClr val="070451"/>
                </a:solidFill>
                <a:latin typeface="+mj-lt"/>
                <a:cs typeface="TelenorEvolutionPPT-Light" panose="020B0604020202020204" charset="0"/>
              </a:rPr>
              <a:t>Gjør følgende for å endre bakgrunnsfarge:</a:t>
            </a:r>
          </a:p>
          <a:p>
            <a:pPr lvl="0">
              <a:lnSpc>
                <a:spcPct val="110000"/>
              </a:lnSpc>
            </a:pPr>
            <a:r>
              <a:rPr lang="nb" sz="800" b="0" i="0" noProof="1">
                <a:solidFill>
                  <a:srgbClr val="070451"/>
                </a:solidFill>
                <a:cs typeface="TelenorEvolutionPPT-Light" panose="020B0604020202020204" charset="0"/>
              </a:rPr>
              <a:t>Høyreklikk på lysbildet ditt, velg "formater bakgrunn" for å åpne "formatruten".</a:t>
            </a:r>
          </a:p>
          <a:p>
            <a:pPr lvl="0">
              <a:lnSpc>
                <a:spcPct val="110000"/>
              </a:lnSpc>
            </a:pPr>
            <a:r>
              <a:rPr lang="nb" sz="800" b="0" i="0" noProof="1">
                <a:solidFill>
                  <a:srgbClr val="070451"/>
                </a:solidFill>
                <a:cs typeface="TelenorEvolutionPPT-Light" panose="020B0604020202020204" charset="0"/>
              </a:rPr>
              <a:t>I formatruten velger du «Heldekkende fyll» og endrer «fyllfarge». </a:t>
            </a:r>
          </a:p>
          <a:p>
            <a:pPr lvl="0">
              <a:lnSpc>
                <a:spcPct val="110000"/>
              </a:lnSpc>
            </a:pPr>
            <a:r>
              <a:rPr lang="nb" sz="800" b="0" i="0" noProof="1">
                <a:solidFill>
                  <a:srgbClr val="070451"/>
                </a:solidFill>
                <a:cs typeface="TelenorEvolutionPPT-Light" panose="020B0604020202020204" charset="0"/>
              </a:rPr>
              <a:t>Bruk en av temafargene </a:t>
            </a:r>
            <a:r>
              <a:rPr lang="nb" sz="800" b="0" i="0" noProof="1">
                <a:solidFill>
                  <a:srgbClr val="070451"/>
                </a:solidFill>
                <a:latin typeface="+mj-lt"/>
                <a:cs typeface="TelenorEvolutionPPT-Light" panose="020B0604020202020204" charset="0"/>
              </a:rPr>
              <a:t>eller</a:t>
            </a:r>
            <a:r>
              <a:rPr lang="nb" sz="800" b="0" i="0" noProof="1">
                <a:solidFill>
                  <a:srgbClr val="070451"/>
                </a:solidFill>
                <a:cs typeface="TelenorEvolutionPPT-Light" panose="020B0604020202020204" charset="0"/>
              </a:rPr>
              <a:t> velg "flere farger" og bruk pipetten til å øyedroppe en av </a:t>
            </a:r>
            <a:r>
              <a:rPr lang="nb" sz="800" b="0" i="0" noProof="1">
                <a:solidFill>
                  <a:srgbClr val="070451"/>
                </a:solidFill>
                <a:latin typeface="+mj-lt"/>
                <a:cs typeface="TelenorEvolutionPPT-Light" panose="020B0604020202020204" charset="0"/>
              </a:rPr>
              <a:t>bakgrunnsfargene</a:t>
            </a:r>
            <a:r>
              <a:rPr lang="nb" sz="800" b="0" i="0" noProof="1">
                <a:solidFill>
                  <a:srgbClr val="070451"/>
                </a:solidFill>
                <a:cs typeface="TelenorEvolutionPPT-Light" panose="020B0604020202020204" charset="0"/>
              </a:rPr>
              <a:t>  fra dette panelet.</a:t>
            </a:r>
          </a:p>
          <a:p>
            <a:pPr lvl="0">
              <a:lnSpc>
                <a:spcPct val="110000"/>
              </a:lnSpc>
            </a:pPr>
            <a:r>
              <a:rPr lang="nb" sz="800" b="0" i="0" noProof="1">
                <a:solidFill>
                  <a:srgbClr val="070451"/>
                </a:solidFill>
                <a:cs typeface="TelenorEvolutionPPT-Light" panose="020B0604020202020204" charset="0"/>
              </a:rPr>
              <a:t>Sørg alltid for tilstrekkelig kontrast mellom bakgrunn, tekst og logo.</a:t>
            </a:r>
            <a:endParaRPr lang="en-GB" sz="1100" b="0" i="0" noProof="1">
              <a:solidFill>
                <a:srgbClr val="070451"/>
              </a:solidFill>
              <a:cs typeface="TelenorEvolutionPPT-Light" panose="020B060402020202020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799431740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:p15="http://schemas.microsoft.com/office/powerpoint/2012/main" xmlns:adec="http://schemas.microsoft.com/office/drawing/2017/decorative" xmlns:a16="http://schemas.microsoft.com/office/drawing/2014/main"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/>
    </p:ext>
  </p:extLst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DAD9BE5F-9865-4595-26CD-245C1125A542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 bwMode="gray">
          <a:xfrm>
            <a:off x="6096795" y="0"/>
            <a:ext cx="6095205" cy="6858000"/>
          </a:xfrm>
          <a:prstGeom prst="rect">
            <a:avLst/>
          </a:prstGeom>
          <a:noFill/>
        </p:spPr>
        <p:txBody>
          <a:bodyPr wrap="square" tIns="2880000">
            <a:noAutofit/>
          </a:bodyPr>
          <a:lstStyle>
            <a:lvl1pPr marL="0" marR="0" indent="0" algn="ctr" defTabSz="914400" rtl="0" eaLnBrk="1" fontAlgn="auto" latinLnBrk="0" hangingPunct="1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  <a:defRPr sz="1200"/>
            </a:lvl1pPr>
          </a:lstStyle>
          <a:p>
            <a:pPr marL="0" marR="0" lvl="0" indent="0" algn="ctr" defTabSz="914400" rtl="0" eaLnBrk="1" fontAlgn="auto" latinLnBrk="0" hangingPunct="1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noProof="0"/>
              <a:t>Click icon to add picture</a:t>
            </a:r>
            <a:endParaRPr lang="nb" noProof="0"/>
          </a:p>
        </p:txBody>
      </p:sp>
      <p:sp>
        <p:nvSpPr>
          <p:cNvPr id="2" name="Section title">
            <a:extLst>
              <a:ext uri="{FF2B5EF4-FFF2-40B4-BE49-F238E27FC236}">
                <a16:creationId xmlns:a16="http://schemas.microsoft.com/office/drawing/2014/main" id="{51F922AF-ABF3-8E9E-29BF-28A8A11AA70E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540072" y="504001"/>
            <a:ext cx="724651" cy="252377"/>
          </a:xfrm>
        </p:spPr>
        <p:txBody>
          <a:bodyPr wrap="none">
            <a:sp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600">
                <a:solidFill>
                  <a:schemeClr val="tx2"/>
                </a:solidFill>
              </a:defRPr>
            </a:lvl1pPr>
            <a:lvl2pPr marL="216000" indent="0">
              <a:buNone/>
              <a:defRPr sz="1600"/>
            </a:lvl2pPr>
            <a:lvl3pPr marL="468000" indent="0">
              <a:buNone/>
              <a:defRPr sz="1600"/>
            </a:lvl3pPr>
            <a:lvl4pPr marL="720000" indent="0">
              <a:buNone/>
              <a:defRPr sz="1600"/>
            </a:lvl4pPr>
            <a:lvl5pPr marL="938213" indent="0">
              <a:buNone/>
              <a:defRPr sz="1600"/>
            </a:lvl5pPr>
          </a:lstStyle>
          <a:p>
            <a:pPr lvl="0"/>
            <a:r>
              <a:rPr lang="nb"/>
              <a:t>Seksjon</a:t>
            </a:r>
            <a:endParaRPr lang="nb-NO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842E14D-E48C-F018-1285-2B447C3DFDCB}"/>
              </a:ext>
            </a:extLst>
          </p:cNvPr>
          <p:cNvSpPr>
            <a:spLocks noGrp="1"/>
          </p:cNvSpPr>
          <p:nvPr>
            <p:ph sz="half" idx="1" hasCustomPrompt="1"/>
          </p:nvPr>
        </p:nvSpPr>
        <p:spPr>
          <a:xfrm>
            <a:off x="540070" y="2015999"/>
            <a:ext cx="5088350" cy="4172075"/>
          </a:xfrm>
        </p:spPr>
        <p:txBody>
          <a:bodyPr/>
          <a:lstStyle/>
          <a:p>
            <a:pPr lvl="0"/>
            <a:r>
              <a:rPr lang="nb" dirty="0"/>
              <a:t>Klikk for å redigere</a:t>
            </a:r>
          </a:p>
          <a:p>
            <a:pPr lvl="1"/>
            <a:r>
              <a:rPr lang="nb" dirty="0"/>
              <a:t>Andre nivå</a:t>
            </a:r>
          </a:p>
          <a:p>
            <a:pPr lvl="2"/>
            <a:r>
              <a:rPr lang="nb" dirty="0"/>
              <a:t>Tredje nivå</a:t>
            </a:r>
          </a:p>
          <a:p>
            <a:pPr lvl="3"/>
            <a:r>
              <a:rPr lang="nb" dirty="0"/>
              <a:t>Fjerde nivå</a:t>
            </a:r>
          </a:p>
          <a:p>
            <a:pPr lvl="4"/>
            <a:r>
              <a:rPr lang="nb" dirty="0"/>
              <a:t>Femte nivå</a:t>
            </a:r>
            <a:endParaRPr lang="nb-NO" dirty="0"/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35A0D93E-F20A-BF35-CBC7-06E7A252FDBF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08810A5-7811-344D-9AE9-EC83104FB54D}" type="slidenum">
              <a:rPr lang="en-GB" smtClean="0"/>
              <a:t>‹#›</a:t>
            </a:fld>
            <a:endParaRPr lang="en-GB"/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535EAC70-31DE-1FCE-364B-31F378842F0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FE8D026-F7A3-E725-4DC0-4B17CAF1D9BC}"/>
              </a:ext>
            </a:extLst>
          </p:cNvPr>
          <p:cNvSpPr>
            <a:spLocks noGrp="1"/>
          </p:cNvSpPr>
          <p:nvPr>
            <p:ph type="dt" sz="half" idx="16"/>
          </p:nvPr>
        </p:nvSpPr>
        <p:spPr/>
        <p:txBody>
          <a:bodyPr/>
          <a:lstStyle/>
          <a:p>
            <a:fld id="{6BCA9D67-D9BD-BD48-9DBC-254BA0CDAE9F}" type="datetime1">
              <a:rPr lang="nb-NO" smtClean="0"/>
              <a:t>18.09.2026</a:t>
            </a:fld>
            <a:endParaRPr lang="en-GB"/>
          </a:p>
        </p:txBody>
      </p:sp>
      <p:sp>
        <p:nvSpPr>
          <p:cNvPr id="6" name="Tittel 5">
            <a:extLst>
              <a:ext uri="{FF2B5EF4-FFF2-40B4-BE49-F238E27FC236}">
                <a16:creationId xmlns:a16="http://schemas.microsoft.com/office/drawing/2014/main" id="{1F3C7B05-28F7-0B1A-95A8-340F25EC19F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39999" y="859515"/>
            <a:ext cx="5088350" cy="1123200"/>
          </a:xfrm>
        </p:spPr>
        <p:txBody>
          <a:bodyPr/>
          <a:lstStyle/>
          <a:p>
            <a:r>
              <a:rPr lang="nb" dirty="0"/>
              <a:t>Klikk for å redigere</a:t>
            </a:r>
            <a:endParaRPr lang="en-GB" dirty="0"/>
          </a:p>
        </p:txBody>
      </p:sp>
      <p:sp>
        <p:nvSpPr>
          <p:cNvPr id="9" name="Text Placeholder 13">
            <a:extLst>
              <a:ext uri="{FF2B5EF4-FFF2-40B4-BE49-F238E27FC236}">
                <a16:creationId xmlns:a16="http://schemas.microsoft.com/office/drawing/2014/main" id="{77E0C388-0430-F67E-A814-0D7FB534C23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ChangeAspect="1"/>
          </p:cNvSpPr>
          <p:nvPr>
            <p:ph type="body" sz="quarter" idx="22"/>
          </p:nvPr>
        </p:nvSpPr>
        <p:spPr>
          <a:xfrm>
            <a:off x="11811165" y="6500409"/>
            <a:ext cx="205200" cy="186545"/>
          </a:xfrm>
          <a:blipFill dpi="0" rotWithShape="1"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rcRect/>
            <a:stretch>
              <a:fillRect/>
            </a:stretch>
          </a:blipFill>
        </p:spPr>
        <p:txBody>
          <a:bodyPr>
            <a:normAutofit/>
          </a:bodyPr>
          <a:lstStyle>
            <a:lvl1pPr marL="6350" indent="0">
              <a:buNone/>
              <a:tabLst/>
              <a:defRPr sz="100">
                <a:solidFill>
                  <a:schemeClr val="bg2"/>
                </a:solidFill>
              </a:defRPr>
            </a:lvl1pPr>
            <a:lvl2pPr marL="6350" indent="0">
              <a:buNone/>
              <a:tabLst/>
              <a:defRPr sz="100"/>
            </a:lvl2pPr>
            <a:lvl3pPr marL="6350" indent="0">
              <a:buNone/>
              <a:tabLst/>
              <a:defRPr sz="100"/>
            </a:lvl3pPr>
            <a:lvl4pPr marL="6350" indent="0">
              <a:buNone/>
              <a:tabLst/>
              <a:defRPr sz="100"/>
            </a:lvl4pPr>
            <a:lvl5pPr marL="6350" indent="0">
              <a:buNone/>
              <a:tabLst/>
              <a:defRPr sz="1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kstSylinder 50">
            <a:extLst>
              <a:ext uri="{FF2B5EF4-FFF2-40B4-BE49-F238E27FC236}">
                <a16:creationId xmlns:a16="http://schemas.microsoft.com/office/drawing/2014/main" id="{B1FBEB96-5491-E853-8376-076A25C732B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/>
          <p:nvPr userDrawn="1"/>
        </p:nvSpPr>
        <p:spPr>
          <a:xfrm>
            <a:off x="12627096" y="4105715"/>
            <a:ext cx="2178795" cy="2032530"/>
          </a:xfrm>
          <a:prstGeom prst="rect">
            <a:avLst/>
          </a:prstGeom>
          <a:noFill/>
        </p:spPr>
        <p:txBody>
          <a:bodyPr wrap="square" lIns="0" tIns="108000" rIns="0" bIns="0" rtlCol="0">
            <a:spAutoFit/>
          </a:bodyPr>
          <a:lstStyle>
            <a:defPPr>
              <a:defRPr lang="en-NO"/>
            </a:defPPr>
            <a:lvl1pPr>
              <a:spcAft>
                <a:spcPts val="600"/>
              </a:spcAft>
              <a:defRPr b="0" i="0">
                <a:cs typeface="Arial" panose="020B0604020202020204" pitchFamily="34" charset="0"/>
              </a:defRPr>
            </a:lvl1pPr>
          </a:lstStyle>
          <a:p>
            <a:pPr lvl="0"/>
            <a:r>
              <a:rPr lang="nb" sz="1200" b="0" i="0" noProof="1">
                <a:solidFill>
                  <a:srgbClr val="070451"/>
                </a:solidFill>
                <a:latin typeface="+mj-lt"/>
                <a:cs typeface="TelenorEvolutionPPT-Light" panose="020B0604020202020204" charset="0"/>
              </a:rPr>
              <a:t>Endre farger</a:t>
            </a:r>
          </a:p>
          <a:p>
            <a:pPr lvl="0">
              <a:lnSpc>
                <a:spcPct val="120000"/>
              </a:lnSpc>
            </a:pPr>
            <a:r>
              <a:rPr lang="nb" sz="800" b="0" i="0" noProof="1">
                <a:solidFill>
                  <a:srgbClr val="070451"/>
                </a:solidFill>
                <a:latin typeface="+mj-lt"/>
                <a:cs typeface="TelenorEvolutionPPT-Light" panose="020B0604020202020204" charset="0"/>
              </a:rPr>
              <a:t>Gjør følgende for å endre bakgrunnsfarge:</a:t>
            </a:r>
          </a:p>
          <a:p>
            <a:pPr lvl="0">
              <a:lnSpc>
                <a:spcPct val="110000"/>
              </a:lnSpc>
            </a:pPr>
            <a:r>
              <a:rPr lang="nb" sz="800" b="0" i="0" noProof="1">
                <a:solidFill>
                  <a:srgbClr val="070451"/>
                </a:solidFill>
                <a:cs typeface="TelenorEvolutionPPT-Light" panose="020B0604020202020204" charset="0"/>
              </a:rPr>
              <a:t>Høyreklikk på lysbildet ditt, velg "formater bakgrunn" for å åpne "formatruten".</a:t>
            </a:r>
          </a:p>
          <a:p>
            <a:pPr lvl="0">
              <a:lnSpc>
                <a:spcPct val="110000"/>
              </a:lnSpc>
            </a:pPr>
            <a:r>
              <a:rPr lang="nb" sz="800" b="0" i="0" noProof="1">
                <a:solidFill>
                  <a:srgbClr val="070451"/>
                </a:solidFill>
                <a:cs typeface="TelenorEvolutionPPT-Light" panose="020B0604020202020204" charset="0"/>
              </a:rPr>
              <a:t>I formatruten velger du «Heldekkende fyll» og endrer «fyllfarge». </a:t>
            </a:r>
          </a:p>
          <a:p>
            <a:pPr lvl="0">
              <a:lnSpc>
                <a:spcPct val="110000"/>
              </a:lnSpc>
            </a:pPr>
            <a:r>
              <a:rPr lang="nb" sz="800" b="0" i="0" noProof="1">
                <a:solidFill>
                  <a:srgbClr val="070451"/>
                </a:solidFill>
                <a:cs typeface="TelenorEvolutionPPT-Light" panose="020B0604020202020204" charset="0"/>
              </a:rPr>
              <a:t>Bruk en av temafargene </a:t>
            </a:r>
            <a:r>
              <a:rPr lang="nb" sz="800" b="0" i="0" noProof="1">
                <a:solidFill>
                  <a:srgbClr val="070451"/>
                </a:solidFill>
                <a:latin typeface="+mj-lt"/>
                <a:cs typeface="TelenorEvolutionPPT-Light" panose="020B0604020202020204" charset="0"/>
              </a:rPr>
              <a:t>eller</a:t>
            </a:r>
            <a:r>
              <a:rPr lang="nb" sz="800" b="0" i="0" noProof="1">
                <a:solidFill>
                  <a:srgbClr val="070451"/>
                </a:solidFill>
                <a:cs typeface="TelenorEvolutionPPT-Light" panose="020B0604020202020204" charset="0"/>
              </a:rPr>
              <a:t> velg "flere farger" og bruk pipetten til å øyedroppe en av </a:t>
            </a:r>
            <a:r>
              <a:rPr lang="nb" sz="800" b="0" i="0" noProof="1">
                <a:solidFill>
                  <a:srgbClr val="070451"/>
                </a:solidFill>
                <a:latin typeface="+mj-lt"/>
                <a:cs typeface="TelenorEvolutionPPT-Light" panose="020B0604020202020204" charset="0"/>
              </a:rPr>
              <a:t>bakgrunnsfargene</a:t>
            </a:r>
            <a:r>
              <a:rPr lang="nb" sz="800" b="0" i="0" noProof="1">
                <a:solidFill>
                  <a:srgbClr val="070451"/>
                </a:solidFill>
                <a:cs typeface="TelenorEvolutionPPT-Light" panose="020B0604020202020204" charset="0"/>
              </a:rPr>
              <a:t>  fra dette panelet.</a:t>
            </a:r>
          </a:p>
          <a:p>
            <a:pPr lvl="0">
              <a:lnSpc>
                <a:spcPct val="110000"/>
              </a:lnSpc>
            </a:pPr>
            <a:r>
              <a:rPr lang="nb" sz="800" b="0" i="0" noProof="1">
                <a:solidFill>
                  <a:srgbClr val="070451"/>
                </a:solidFill>
                <a:cs typeface="TelenorEvolutionPPT-Light" panose="020B0604020202020204" charset="0"/>
              </a:rPr>
              <a:t>Sørg alltid for tilstrekkelig kontrast mellom bakgrunn, tekst og logo.</a:t>
            </a:r>
            <a:endParaRPr lang="en-GB" sz="1100" b="0" i="0" noProof="1">
              <a:solidFill>
                <a:srgbClr val="070451"/>
              </a:solidFill>
              <a:cs typeface="TelenorEvolutionPPT-Light" panose="020B060402020202020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742256466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:asvg="http://schemas.microsoft.com/office/drawing/2016/SVG/main" xmlns:adec="http://schemas.microsoft.com/office/drawing/2017/decorative" xmlns:a16="http://schemas.microsoft.com/office/drawing/2014/main" xmlns="">
      <p:transition spd="med">
        <p:fade/>
      </p:transition>
    </mc:Fallback>
  </mc:AlternateContent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Image Dark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ction title">
            <a:extLst>
              <a:ext uri="{FF2B5EF4-FFF2-40B4-BE49-F238E27FC236}">
                <a16:creationId xmlns:a16="http://schemas.microsoft.com/office/drawing/2014/main" id="{51F922AF-ABF3-8E9E-29BF-28A8A11AA70E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540072" y="504001"/>
            <a:ext cx="724651" cy="252377"/>
          </a:xfrm>
        </p:spPr>
        <p:txBody>
          <a:bodyPr wrap="none">
            <a:sp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600">
                <a:solidFill>
                  <a:schemeClr val="accent3"/>
                </a:solidFill>
              </a:defRPr>
            </a:lvl1pPr>
            <a:lvl2pPr marL="216000" indent="0">
              <a:buNone/>
              <a:defRPr sz="1600"/>
            </a:lvl2pPr>
            <a:lvl3pPr marL="468000" indent="0">
              <a:buNone/>
              <a:defRPr sz="1600"/>
            </a:lvl3pPr>
            <a:lvl4pPr marL="720000" indent="0">
              <a:buNone/>
              <a:defRPr sz="1600"/>
            </a:lvl4pPr>
            <a:lvl5pPr marL="938213" indent="0">
              <a:buNone/>
              <a:defRPr sz="1600"/>
            </a:lvl5pPr>
          </a:lstStyle>
          <a:p>
            <a:pPr lvl="0"/>
            <a:r>
              <a:rPr lang="nb"/>
              <a:t>Seksjon</a:t>
            </a:r>
            <a:endParaRPr lang="nb-NO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842E14D-E48C-F018-1285-2B447C3DFDCB}"/>
              </a:ext>
            </a:extLst>
          </p:cNvPr>
          <p:cNvSpPr>
            <a:spLocks noGrp="1"/>
          </p:cNvSpPr>
          <p:nvPr>
            <p:ph sz="half" idx="1" hasCustomPrompt="1"/>
          </p:nvPr>
        </p:nvSpPr>
        <p:spPr>
          <a:xfrm>
            <a:off x="540070" y="2015999"/>
            <a:ext cx="5088350" cy="4172075"/>
          </a:xfrm>
        </p:spPr>
        <p:txBody>
          <a:bodyPr/>
          <a:lstStyle/>
          <a:p>
            <a:pPr lvl="0"/>
            <a:r>
              <a:rPr lang="nb" dirty="0"/>
              <a:t>Klikk for å redigere</a:t>
            </a:r>
          </a:p>
          <a:p>
            <a:pPr lvl="1"/>
            <a:r>
              <a:rPr lang="nb" dirty="0"/>
              <a:t>Andre nivå</a:t>
            </a:r>
          </a:p>
          <a:p>
            <a:pPr lvl="2"/>
            <a:r>
              <a:rPr lang="nb" dirty="0"/>
              <a:t>Tredje nivå</a:t>
            </a:r>
          </a:p>
          <a:p>
            <a:pPr lvl="3"/>
            <a:r>
              <a:rPr lang="nb" dirty="0"/>
              <a:t>Fjerde nivå</a:t>
            </a:r>
          </a:p>
          <a:p>
            <a:pPr lvl="4"/>
            <a:r>
              <a:rPr lang="nb" dirty="0"/>
              <a:t>Femte nivå</a:t>
            </a:r>
            <a:endParaRPr lang="nb-NO" dirty="0"/>
          </a:p>
        </p:txBody>
      </p:sp>
      <p:sp>
        <p:nvSpPr>
          <p:cNvPr id="7" name="Picture Placeholder 6">
            <a:extLst>
              <a:ext uri="{FF2B5EF4-FFF2-40B4-BE49-F238E27FC236}">
                <a16:creationId xmlns:a16="http://schemas.microsoft.com/office/drawing/2014/main" id="{CDEFC025-AAFC-DB1C-E9D4-57997E745C82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 bwMode="gray">
          <a:xfrm>
            <a:off x="6096795" y="0"/>
            <a:ext cx="6095205" cy="6858000"/>
          </a:xfrm>
          <a:prstGeom prst="rect">
            <a:avLst/>
          </a:prstGeom>
          <a:solidFill>
            <a:schemeClr val="bg1"/>
          </a:solidFill>
        </p:spPr>
        <p:txBody>
          <a:bodyPr wrap="square" tIns="2880000">
            <a:noAutofit/>
          </a:bodyPr>
          <a:lstStyle>
            <a:lvl1pPr marL="0" indent="0" algn="ctr">
              <a:buNone/>
              <a:defRPr sz="1200"/>
            </a:lvl1pPr>
          </a:lstStyle>
          <a:p>
            <a:r>
              <a:rPr lang="en-US"/>
              <a:t>Click icon to add picture</a:t>
            </a:r>
            <a:endParaRPr lang="nb-NO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C864503-6AD9-7194-CF17-38B4DFE0D284}"/>
              </a:ext>
            </a:extLst>
          </p:cNvPr>
          <p:cNvSpPr>
            <a:spLocks noGrp="1"/>
          </p:cNvSpPr>
          <p:nvPr>
            <p:ph type="dt" sz="half" idx="16"/>
          </p:nvPr>
        </p:nvSpPr>
        <p:spPr/>
        <p:txBody>
          <a:bodyPr/>
          <a:lstStyle/>
          <a:p>
            <a:fld id="{FFE3286A-4F6F-A84C-B022-A7FE66FD1514}" type="datetime1">
              <a:rPr lang="nb-NO" smtClean="0"/>
              <a:t>18.09.2026</a:t>
            </a:fld>
            <a:endParaRPr lang="en-GB"/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72E2E94C-2832-3553-57B8-9C68B562F338}"/>
              </a:ext>
            </a:extLst>
          </p:cNvPr>
          <p:cNvSpPr>
            <a:spLocks noGrp="1"/>
          </p:cNvSpPr>
          <p:nvPr>
            <p:ph type="ftr" sz="quarter" idx="17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F0AF7F6D-4D69-B368-9433-94E93D9DC4F7}"/>
              </a:ext>
            </a:extLst>
          </p:cNvPr>
          <p:cNvSpPr>
            <a:spLocks noGrp="1"/>
          </p:cNvSpPr>
          <p:nvPr>
            <p:ph type="sldNum" sz="quarter" idx="18"/>
          </p:nvPr>
        </p:nvSpPr>
        <p:spPr/>
        <p:txBody>
          <a:bodyPr/>
          <a:lstStyle/>
          <a:p>
            <a:fld id="{608810A5-7811-344D-9AE9-EC83104FB54D}" type="slidenum">
              <a:rPr lang="en-GB" smtClean="0"/>
              <a:t>‹#›</a:t>
            </a:fld>
            <a:endParaRPr lang="en-GB"/>
          </a:p>
        </p:txBody>
      </p:sp>
      <p:sp>
        <p:nvSpPr>
          <p:cNvPr id="4" name="Tittel 3">
            <a:extLst>
              <a:ext uri="{FF2B5EF4-FFF2-40B4-BE49-F238E27FC236}">
                <a16:creationId xmlns:a16="http://schemas.microsoft.com/office/drawing/2014/main" id="{0D7DE433-B316-2622-1D09-835D1C3C96E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39999" y="859515"/>
            <a:ext cx="5088350" cy="1123200"/>
          </a:xfrm>
        </p:spPr>
        <p:txBody>
          <a:bodyPr/>
          <a:lstStyle/>
          <a:p>
            <a:r>
              <a:rPr lang="nb" dirty="0"/>
              <a:t>Klikk for å redigere</a:t>
            </a:r>
            <a:endParaRPr lang="en-GB" dirty="0"/>
          </a:p>
        </p:txBody>
      </p:sp>
      <p:sp>
        <p:nvSpPr>
          <p:cNvPr id="6" name="Text Placeholder 13">
            <a:extLst>
              <a:ext uri="{FF2B5EF4-FFF2-40B4-BE49-F238E27FC236}">
                <a16:creationId xmlns:a16="http://schemas.microsoft.com/office/drawing/2014/main" id="{50EAA09C-3D65-1B69-DCD4-FFCC13D6B45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ChangeAspect="1"/>
          </p:cNvSpPr>
          <p:nvPr>
            <p:ph type="body" sz="quarter" idx="22"/>
          </p:nvPr>
        </p:nvSpPr>
        <p:spPr>
          <a:xfrm>
            <a:off x="11811165" y="6500409"/>
            <a:ext cx="205200" cy="186545"/>
          </a:xfrm>
          <a:blipFill dpi="0" rotWithShape="1"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rcRect/>
            <a:stretch>
              <a:fillRect/>
            </a:stretch>
          </a:blipFill>
        </p:spPr>
        <p:txBody>
          <a:bodyPr>
            <a:normAutofit/>
          </a:bodyPr>
          <a:lstStyle>
            <a:lvl1pPr marL="6350" indent="0">
              <a:buNone/>
              <a:tabLst/>
              <a:defRPr sz="100">
                <a:solidFill>
                  <a:schemeClr val="bg2"/>
                </a:solidFill>
              </a:defRPr>
            </a:lvl1pPr>
            <a:lvl2pPr marL="6350" indent="0">
              <a:buNone/>
              <a:tabLst/>
              <a:defRPr sz="100"/>
            </a:lvl2pPr>
            <a:lvl3pPr marL="6350" indent="0">
              <a:buNone/>
              <a:tabLst/>
              <a:defRPr sz="100"/>
            </a:lvl3pPr>
            <a:lvl4pPr marL="6350" indent="0">
              <a:buNone/>
              <a:tabLst/>
              <a:defRPr sz="100"/>
            </a:lvl4pPr>
            <a:lvl5pPr marL="6350" indent="0">
              <a:buNone/>
              <a:tabLst/>
              <a:defRPr sz="1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kstSylinder 50">
            <a:extLst>
              <a:ext uri="{FF2B5EF4-FFF2-40B4-BE49-F238E27FC236}">
                <a16:creationId xmlns:a16="http://schemas.microsoft.com/office/drawing/2014/main" id="{C8C5A613-7079-58FA-ECFC-D573771566E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/>
          <p:nvPr userDrawn="1"/>
        </p:nvSpPr>
        <p:spPr>
          <a:xfrm>
            <a:off x="12627096" y="4105715"/>
            <a:ext cx="2178795" cy="2032530"/>
          </a:xfrm>
          <a:prstGeom prst="rect">
            <a:avLst/>
          </a:prstGeom>
          <a:noFill/>
        </p:spPr>
        <p:txBody>
          <a:bodyPr wrap="square" lIns="0" tIns="108000" rIns="0" bIns="0" rtlCol="0">
            <a:spAutoFit/>
          </a:bodyPr>
          <a:lstStyle>
            <a:defPPr>
              <a:defRPr lang="en-NO"/>
            </a:defPPr>
            <a:lvl1pPr>
              <a:spcAft>
                <a:spcPts val="600"/>
              </a:spcAft>
              <a:defRPr b="0" i="0">
                <a:cs typeface="Arial" panose="020B0604020202020204" pitchFamily="34" charset="0"/>
              </a:defRPr>
            </a:lvl1pPr>
          </a:lstStyle>
          <a:p>
            <a:pPr lvl="0"/>
            <a:r>
              <a:rPr lang="nb" sz="1200" b="0" i="0" noProof="1">
                <a:solidFill>
                  <a:srgbClr val="070451"/>
                </a:solidFill>
                <a:latin typeface="+mj-lt"/>
                <a:cs typeface="TelenorEvolutionPPT-Light" panose="020B0604020202020204" charset="0"/>
              </a:rPr>
              <a:t>Endre farger</a:t>
            </a:r>
          </a:p>
          <a:p>
            <a:pPr lvl="0">
              <a:lnSpc>
                <a:spcPct val="120000"/>
              </a:lnSpc>
            </a:pPr>
            <a:r>
              <a:rPr lang="nb" sz="800" b="0" i="0" noProof="1">
                <a:solidFill>
                  <a:srgbClr val="070451"/>
                </a:solidFill>
                <a:latin typeface="+mj-lt"/>
                <a:cs typeface="TelenorEvolutionPPT-Light" panose="020B0604020202020204" charset="0"/>
              </a:rPr>
              <a:t>Gjør følgende for å endre bakgrunnsfarge:</a:t>
            </a:r>
          </a:p>
          <a:p>
            <a:pPr lvl="0">
              <a:lnSpc>
                <a:spcPct val="110000"/>
              </a:lnSpc>
            </a:pPr>
            <a:r>
              <a:rPr lang="nb" sz="800" b="0" i="0" noProof="1">
                <a:solidFill>
                  <a:srgbClr val="070451"/>
                </a:solidFill>
                <a:cs typeface="TelenorEvolutionPPT-Light" panose="020B0604020202020204" charset="0"/>
              </a:rPr>
              <a:t>Høyreklikk på lysbildet ditt, velg "formater bakgrunn" for å åpne "formatruten".</a:t>
            </a:r>
          </a:p>
          <a:p>
            <a:pPr lvl="0">
              <a:lnSpc>
                <a:spcPct val="110000"/>
              </a:lnSpc>
            </a:pPr>
            <a:r>
              <a:rPr lang="nb" sz="800" b="0" i="0" noProof="1">
                <a:solidFill>
                  <a:srgbClr val="070451"/>
                </a:solidFill>
                <a:cs typeface="TelenorEvolutionPPT-Light" panose="020B0604020202020204" charset="0"/>
              </a:rPr>
              <a:t>I formatruten velger du «Heldekkende fyll» og endrer «fyllfarge». </a:t>
            </a:r>
          </a:p>
          <a:p>
            <a:pPr lvl="0">
              <a:lnSpc>
                <a:spcPct val="110000"/>
              </a:lnSpc>
            </a:pPr>
            <a:r>
              <a:rPr lang="nb" sz="800" b="0" i="0" noProof="1">
                <a:solidFill>
                  <a:srgbClr val="070451"/>
                </a:solidFill>
                <a:cs typeface="TelenorEvolutionPPT-Light" panose="020B0604020202020204" charset="0"/>
              </a:rPr>
              <a:t>Bruk en av temafargene </a:t>
            </a:r>
            <a:r>
              <a:rPr lang="nb" sz="800" b="0" i="0" noProof="1">
                <a:solidFill>
                  <a:srgbClr val="070451"/>
                </a:solidFill>
                <a:latin typeface="+mj-lt"/>
                <a:cs typeface="TelenorEvolutionPPT-Light" panose="020B0604020202020204" charset="0"/>
              </a:rPr>
              <a:t>eller</a:t>
            </a:r>
            <a:r>
              <a:rPr lang="nb" sz="800" b="0" i="0" noProof="1">
                <a:solidFill>
                  <a:srgbClr val="070451"/>
                </a:solidFill>
                <a:cs typeface="TelenorEvolutionPPT-Light" panose="020B0604020202020204" charset="0"/>
              </a:rPr>
              <a:t> velg "flere farger" og bruk pipetten til å øyedroppe en av </a:t>
            </a:r>
            <a:r>
              <a:rPr lang="nb" sz="800" b="0" i="0" noProof="1">
                <a:solidFill>
                  <a:srgbClr val="070451"/>
                </a:solidFill>
                <a:latin typeface="+mj-lt"/>
                <a:cs typeface="TelenorEvolutionPPT-Light" panose="020B0604020202020204" charset="0"/>
              </a:rPr>
              <a:t>bakgrunnsfargene</a:t>
            </a:r>
            <a:r>
              <a:rPr lang="nb" sz="800" b="0" i="0" noProof="1">
                <a:solidFill>
                  <a:srgbClr val="070451"/>
                </a:solidFill>
                <a:cs typeface="TelenorEvolutionPPT-Light" panose="020B0604020202020204" charset="0"/>
              </a:rPr>
              <a:t>  fra dette panelet.</a:t>
            </a:r>
          </a:p>
          <a:p>
            <a:pPr lvl="0">
              <a:lnSpc>
                <a:spcPct val="110000"/>
              </a:lnSpc>
            </a:pPr>
            <a:r>
              <a:rPr lang="nb" sz="800" b="0" i="0" noProof="1">
                <a:solidFill>
                  <a:srgbClr val="070451"/>
                </a:solidFill>
                <a:cs typeface="TelenorEvolutionPPT-Light" panose="020B0604020202020204" charset="0"/>
              </a:rPr>
              <a:t>Sørg alltid for tilstrekkelig kontrast mellom bakgrunn, tekst og logo.</a:t>
            </a:r>
            <a:endParaRPr lang="en-GB" sz="1100" b="0" i="0" noProof="1">
              <a:solidFill>
                <a:srgbClr val="070451"/>
              </a:solidFill>
              <a:cs typeface="TelenorEvolutionPPT-Light" panose="020B060402020202020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16618493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:asvg="http://schemas.microsoft.com/office/drawing/2016/SVG/main" xmlns:adec="http://schemas.microsoft.com/office/drawing/2017/decorative" xmlns:a16="http://schemas.microsoft.com/office/drawing/2014/main" xmlns="">
      <p:transition spd="med">
        <p:fade/>
      </p:transition>
    </mc:Fallback>
  </mc:AlternateContent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ong 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ection title">
            <a:extLst>
              <a:ext uri="{FF2B5EF4-FFF2-40B4-BE49-F238E27FC236}">
                <a16:creationId xmlns:a16="http://schemas.microsoft.com/office/drawing/2014/main" id="{649C69DC-E98A-99A8-62D2-45C8024624DB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540072" y="504001"/>
            <a:ext cx="724651" cy="252377"/>
          </a:xfrm>
        </p:spPr>
        <p:txBody>
          <a:bodyPr wrap="none">
            <a:sp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600">
                <a:solidFill>
                  <a:schemeClr val="tx2"/>
                </a:solidFill>
              </a:defRPr>
            </a:lvl1pPr>
            <a:lvl2pPr marL="216000" indent="0">
              <a:buNone/>
              <a:defRPr sz="1600"/>
            </a:lvl2pPr>
            <a:lvl3pPr marL="468000" indent="0">
              <a:buNone/>
              <a:defRPr sz="1600"/>
            </a:lvl3pPr>
            <a:lvl4pPr marL="720000" indent="0">
              <a:buNone/>
              <a:defRPr sz="1600"/>
            </a:lvl4pPr>
            <a:lvl5pPr marL="938213" indent="0">
              <a:buNone/>
              <a:defRPr sz="1600"/>
            </a:lvl5pPr>
          </a:lstStyle>
          <a:p>
            <a:pPr lvl="0"/>
            <a:r>
              <a:rPr lang="nb"/>
              <a:t>Seksjon</a:t>
            </a:r>
            <a:endParaRPr lang="nb-NO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BA1FABA-7059-F446-D4CA-567DE37D532C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6096794" y="941901"/>
            <a:ext cx="5554323" cy="5246173"/>
          </a:xfrm>
        </p:spPr>
        <p:txBody>
          <a:bodyPr/>
          <a:lstStyle/>
          <a:p>
            <a:pPr lvl="0"/>
            <a:r>
              <a:rPr lang="nb" dirty="0"/>
              <a:t>Klikk for å redigere</a:t>
            </a:r>
          </a:p>
          <a:p>
            <a:pPr lvl="1"/>
            <a:r>
              <a:rPr lang="nb" dirty="0"/>
              <a:t>Andre nivå</a:t>
            </a:r>
          </a:p>
          <a:p>
            <a:pPr lvl="2"/>
            <a:r>
              <a:rPr lang="nb" dirty="0"/>
              <a:t>Tredje nivå</a:t>
            </a:r>
          </a:p>
          <a:p>
            <a:pPr lvl="3"/>
            <a:r>
              <a:rPr lang="nb" dirty="0"/>
              <a:t>Fjerde nivå</a:t>
            </a:r>
          </a:p>
          <a:p>
            <a:pPr lvl="4"/>
            <a:r>
              <a:rPr lang="nb" dirty="0"/>
              <a:t>Femte nivå</a:t>
            </a:r>
            <a:endParaRPr lang="nb-NO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7515C8A-7C4E-C092-CCE9-157348AE1B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8810A5-7811-344D-9AE9-EC83104FB54D}" type="slidenum">
              <a:rPr lang="en-GB" smtClean="0"/>
              <a:t>‹#›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63984F5-EC0C-34C5-8171-4C225E37899F}"/>
              </a:ext>
            </a:extLst>
          </p:cNvPr>
          <p:cNvSpPr>
            <a:spLocks noGrp="1"/>
          </p:cNvSpPr>
          <p:nvPr>
            <p:ph type="ftr" sz="quarter" idx="13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7924C779-2C98-F48F-1931-EEECB9053770}"/>
              </a:ext>
            </a:extLst>
          </p:cNvPr>
          <p:cNvSpPr>
            <a:spLocks noGrp="1"/>
          </p:cNvSpPr>
          <p:nvPr>
            <p:ph type="dt" sz="half" idx="15"/>
          </p:nvPr>
        </p:nvSpPr>
        <p:spPr/>
        <p:txBody>
          <a:bodyPr/>
          <a:lstStyle/>
          <a:p>
            <a:fld id="{D3B811D1-B507-754E-8685-9640AFEB5E10}" type="datetime1">
              <a:rPr lang="nb-NO" smtClean="0"/>
              <a:t>18.09.2026</a:t>
            </a:fld>
            <a:endParaRPr lang="en-GB"/>
          </a:p>
        </p:txBody>
      </p:sp>
      <p:sp>
        <p:nvSpPr>
          <p:cNvPr id="9" name="Tittel 8">
            <a:extLst>
              <a:ext uri="{FF2B5EF4-FFF2-40B4-BE49-F238E27FC236}">
                <a16:creationId xmlns:a16="http://schemas.microsoft.com/office/drawing/2014/main" id="{11D5C898-71C6-6972-6D33-F856F2477DB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39999" y="859515"/>
            <a:ext cx="5086800" cy="5328560"/>
          </a:xfrm>
        </p:spPr>
        <p:txBody>
          <a:bodyPr/>
          <a:lstStyle/>
          <a:p>
            <a:r>
              <a:rPr lang="nb" dirty="0"/>
              <a:t>Klikk for å redigere</a:t>
            </a:r>
            <a:endParaRPr lang="en-GB" dirty="0"/>
          </a:p>
        </p:txBody>
      </p:sp>
      <p:sp>
        <p:nvSpPr>
          <p:cNvPr id="6" name="TekstSylinder 50">
            <a:extLst>
              <a:ext uri="{FF2B5EF4-FFF2-40B4-BE49-F238E27FC236}">
                <a16:creationId xmlns:a16="http://schemas.microsoft.com/office/drawing/2014/main" id="{6454A34A-BFEE-ED5C-7EC4-6BC9EE0C976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/>
          <p:nvPr userDrawn="1"/>
        </p:nvSpPr>
        <p:spPr>
          <a:xfrm>
            <a:off x="12627096" y="4105715"/>
            <a:ext cx="2178795" cy="2032530"/>
          </a:xfrm>
          <a:prstGeom prst="rect">
            <a:avLst/>
          </a:prstGeom>
          <a:noFill/>
        </p:spPr>
        <p:txBody>
          <a:bodyPr wrap="square" lIns="0" tIns="108000" rIns="0" bIns="0" rtlCol="0">
            <a:spAutoFit/>
          </a:bodyPr>
          <a:lstStyle>
            <a:defPPr>
              <a:defRPr lang="en-NO"/>
            </a:defPPr>
            <a:lvl1pPr>
              <a:spcAft>
                <a:spcPts val="600"/>
              </a:spcAft>
              <a:defRPr b="0" i="0">
                <a:cs typeface="Arial" panose="020B0604020202020204" pitchFamily="34" charset="0"/>
              </a:defRPr>
            </a:lvl1pPr>
          </a:lstStyle>
          <a:p>
            <a:pPr lvl="0"/>
            <a:r>
              <a:rPr lang="nb" sz="1200" b="0" i="0" noProof="1">
                <a:solidFill>
                  <a:srgbClr val="070451"/>
                </a:solidFill>
                <a:latin typeface="+mj-lt"/>
                <a:cs typeface="TelenorEvolutionPPT-Light" panose="020B0604020202020204" charset="0"/>
              </a:rPr>
              <a:t>Endre farger</a:t>
            </a:r>
          </a:p>
          <a:p>
            <a:pPr lvl="0">
              <a:lnSpc>
                <a:spcPct val="120000"/>
              </a:lnSpc>
            </a:pPr>
            <a:r>
              <a:rPr lang="nb" sz="800" b="0" i="0" noProof="1">
                <a:solidFill>
                  <a:srgbClr val="070451"/>
                </a:solidFill>
                <a:latin typeface="+mj-lt"/>
                <a:cs typeface="TelenorEvolutionPPT-Light" panose="020B0604020202020204" charset="0"/>
              </a:rPr>
              <a:t>Gjør følgende for å endre bakgrunnsfarge:</a:t>
            </a:r>
          </a:p>
          <a:p>
            <a:pPr lvl="0">
              <a:lnSpc>
                <a:spcPct val="110000"/>
              </a:lnSpc>
            </a:pPr>
            <a:r>
              <a:rPr lang="nb" sz="800" b="0" i="0" noProof="1">
                <a:solidFill>
                  <a:srgbClr val="070451"/>
                </a:solidFill>
                <a:cs typeface="TelenorEvolutionPPT-Light" panose="020B0604020202020204" charset="0"/>
              </a:rPr>
              <a:t>Høyreklikk på lysbildet ditt, velg "formater bakgrunn" for å åpne "formatruten".</a:t>
            </a:r>
          </a:p>
          <a:p>
            <a:pPr lvl="0">
              <a:lnSpc>
                <a:spcPct val="110000"/>
              </a:lnSpc>
            </a:pPr>
            <a:r>
              <a:rPr lang="nb" sz="800" b="0" i="0" noProof="1">
                <a:solidFill>
                  <a:srgbClr val="070451"/>
                </a:solidFill>
                <a:cs typeface="TelenorEvolutionPPT-Light" panose="020B0604020202020204" charset="0"/>
              </a:rPr>
              <a:t>I formatruten velger du «Heldekkende fyll» og endrer «fyllfarge». </a:t>
            </a:r>
          </a:p>
          <a:p>
            <a:pPr lvl="0">
              <a:lnSpc>
                <a:spcPct val="110000"/>
              </a:lnSpc>
            </a:pPr>
            <a:r>
              <a:rPr lang="nb" sz="800" b="0" i="0" noProof="1">
                <a:solidFill>
                  <a:srgbClr val="070451"/>
                </a:solidFill>
                <a:cs typeface="TelenorEvolutionPPT-Light" panose="020B0604020202020204" charset="0"/>
              </a:rPr>
              <a:t>Bruk en av temafargene </a:t>
            </a:r>
            <a:r>
              <a:rPr lang="nb" sz="800" b="0" i="0" noProof="1">
                <a:solidFill>
                  <a:srgbClr val="070451"/>
                </a:solidFill>
                <a:latin typeface="+mj-lt"/>
                <a:cs typeface="TelenorEvolutionPPT-Light" panose="020B0604020202020204" charset="0"/>
              </a:rPr>
              <a:t>eller</a:t>
            </a:r>
            <a:r>
              <a:rPr lang="nb" sz="800" b="0" i="0" noProof="1">
                <a:solidFill>
                  <a:srgbClr val="070451"/>
                </a:solidFill>
                <a:cs typeface="TelenorEvolutionPPT-Light" panose="020B0604020202020204" charset="0"/>
              </a:rPr>
              <a:t> velg "flere farger" og bruk pipetten til å øyedroppe en av </a:t>
            </a:r>
            <a:r>
              <a:rPr lang="nb" sz="800" b="0" i="0" noProof="1">
                <a:solidFill>
                  <a:srgbClr val="070451"/>
                </a:solidFill>
                <a:latin typeface="+mj-lt"/>
                <a:cs typeface="TelenorEvolutionPPT-Light" panose="020B0604020202020204" charset="0"/>
              </a:rPr>
              <a:t>bakgrunnsfargene</a:t>
            </a:r>
            <a:r>
              <a:rPr lang="nb" sz="800" b="0" i="0" noProof="1">
                <a:solidFill>
                  <a:srgbClr val="070451"/>
                </a:solidFill>
                <a:cs typeface="TelenorEvolutionPPT-Light" panose="020B0604020202020204" charset="0"/>
              </a:rPr>
              <a:t>  fra dette panelet.</a:t>
            </a:r>
          </a:p>
          <a:p>
            <a:pPr lvl="0">
              <a:lnSpc>
                <a:spcPct val="110000"/>
              </a:lnSpc>
            </a:pPr>
            <a:r>
              <a:rPr lang="nb" sz="800" b="0" i="0" noProof="1">
                <a:solidFill>
                  <a:srgbClr val="070451"/>
                </a:solidFill>
                <a:cs typeface="TelenorEvolutionPPT-Light" panose="020B0604020202020204" charset="0"/>
              </a:rPr>
              <a:t>Sørg alltid for tilstrekkelig kontrast mellom bakgrunn, tekst og logo.</a:t>
            </a:r>
            <a:endParaRPr lang="en-GB" sz="1100" b="0" i="0" noProof="1">
              <a:solidFill>
                <a:srgbClr val="070451"/>
              </a:solidFill>
              <a:cs typeface="TelenorEvolutionPPT-Light" panose="020B060402020202020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62146940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:adec="http://schemas.microsoft.com/office/drawing/2017/decorative" xmlns:a16="http://schemas.microsoft.com/office/drawing/2014/main" xmlns="">
      <p:transition spd="med">
        <p:fade/>
      </p:transition>
    </mc:Fallback>
  </mc:AlternateContent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ong title and Content Dark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ection title">
            <a:extLst>
              <a:ext uri="{FF2B5EF4-FFF2-40B4-BE49-F238E27FC236}">
                <a16:creationId xmlns:a16="http://schemas.microsoft.com/office/drawing/2014/main" id="{649C69DC-E98A-99A8-62D2-45C8024624DB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540072" y="504001"/>
            <a:ext cx="724651" cy="252377"/>
          </a:xfrm>
        </p:spPr>
        <p:txBody>
          <a:bodyPr wrap="none">
            <a:sp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600">
                <a:solidFill>
                  <a:schemeClr val="accent3"/>
                </a:solidFill>
              </a:defRPr>
            </a:lvl1pPr>
            <a:lvl2pPr marL="216000" indent="0">
              <a:buNone/>
              <a:defRPr sz="1600"/>
            </a:lvl2pPr>
            <a:lvl3pPr marL="468000" indent="0">
              <a:buNone/>
              <a:defRPr sz="1600"/>
            </a:lvl3pPr>
            <a:lvl4pPr marL="720000" indent="0">
              <a:buNone/>
              <a:defRPr sz="1600"/>
            </a:lvl4pPr>
            <a:lvl5pPr marL="938213" indent="0">
              <a:buNone/>
              <a:defRPr sz="1600"/>
            </a:lvl5pPr>
          </a:lstStyle>
          <a:p>
            <a:pPr lvl="0"/>
            <a:r>
              <a:rPr lang="nb"/>
              <a:t>Seksjon</a:t>
            </a:r>
            <a:endParaRPr lang="nb-NO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BA1FABA-7059-F446-D4CA-567DE37D532C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6096794" y="941901"/>
            <a:ext cx="5554323" cy="5246173"/>
          </a:xfrm>
        </p:spPr>
        <p:txBody>
          <a:bodyPr/>
          <a:lstStyle/>
          <a:p>
            <a:pPr lvl="0"/>
            <a:r>
              <a:rPr lang="nb" dirty="0"/>
              <a:t>Klikk for å redigere</a:t>
            </a:r>
          </a:p>
          <a:p>
            <a:pPr lvl="1"/>
            <a:r>
              <a:rPr lang="nb" dirty="0"/>
              <a:t>Andre nivå</a:t>
            </a:r>
          </a:p>
          <a:p>
            <a:pPr lvl="2"/>
            <a:r>
              <a:rPr lang="nb" dirty="0"/>
              <a:t>Tredje nivå</a:t>
            </a:r>
          </a:p>
          <a:p>
            <a:pPr lvl="3"/>
            <a:r>
              <a:rPr lang="nb" dirty="0"/>
              <a:t>Fjerde nivå</a:t>
            </a:r>
          </a:p>
          <a:p>
            <a:pPr lvl="4"/>
            <a:r>
              <a:rPr lang="nb" dirty="0"/>
              <a:t>Femte nivå</a:t>
            </a:r>
            <a:endParaRPr lang="nb-NO" dirty="0"/>
          </a:p>
        </p:txBody>
      </p:sp>
      <p:sp>
        <p:nvSpPr>
          <p:cNvPr id="6" name="Date Placeholder 5">
            <a:extLst>
              <a:ext uri="{FF2B5EF4-FFF2-40B4-BE49-F238E27FC236}">
                <a16:creationId xmlns:a16="http://schemas.microsoft.com/office/drawing/2014/main" id="{97602F6A-8EA9-0DEF-7E6D-41BB94B076A6}"/>
              </a:ext>
            </a:extLst>
          </p:cNvPr>
          <p:cNvSpPr>
            <a:spLocks noGrp="1"/>
          </p:cNvSpPr>
          <p:nvPr>
            <p:ph type="dt" sz="half" idx="15"/>
          </p:nvPr>
        </p:nvSpPr>
        <p:spPr/>
        <p:txBody>
          <a:bodyPr/>
          <a:lstStyle/>
          <a:p>
            <a:fld id="{55054DCB-E7F3-E449-A722-033BE53DD820}" type="datetime1">
              <a:rPr lang="nb-NO" smtClean="0"/>
              <a:t>18.09.2026</a:t>
            </a:fld>
            <a:endParaRPr lang="en-GB"/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CCDC988D-329E-A6D8-4B26-5B17D95DF7F0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1AC977A4-84E1-8D4C-6141-734A77CADAD7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/>
        <p:txBody>
          <a:bodyPr/>
          <a:lstStyle/>
          <a:p>
            <a:fld id="{608810A5-7811-344D-9AE9-EC83104FB54D}" type="slidenum">
              <a:rPr lang="en-GB" smtClean="0"/>
              <a:t>‹#›</a:t>
            </a:fld>
            <a:endParaRPr lang="en-GB"/>
          </a:p>
        </p:txBody>
      </p:sp>
      <p:sp>
        <p:nvSpPr>
          <p:cNvPr id="2" name="Tittel 1">
            <a:extLst>
              <a:ext uri="{FF2B5EF4-FFF2-40B4-BE49-F238E27FC236}">
                <a16:creationId xmlns:a16="http://schemas.microsoft.com/office/drawing/2014/main" id="{C570C98A-A54B-C27E-0000-AC1ADAA6976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39999" y="859515"/>
            <a:ext cx="5086800" cy="5328560"/>
          </a:xfrm>
        </p:spPr>
        <p:txBody>
          <a:bodyPr/>
          <a:lstStyle/>
          <a:p>
            <a:r>
              <a:rPr lang="nb" dirty="0"/>
              <a:t>Klikk for å redigere</a:t>
            </a:r>
            <a:endParaRPr lang="en-GB" dirty="0"/>
          </a:p>
        </p:txBody>
      </p:sp>
      <p:sp>
        <p:nvSpPr>
          <p:cNvPr id="5" name="TekstSylinder 50">
            <a:extLst>
              <a:ext uri="{FF2B5EF4-FFF2-40B4-BE49-F238E27FC236}">
                <a16:creationId xmlns:a16="http://schemas.microsoft.com/office/drawing/2014/main" id="{850E3B4B-78DD-85F2-8813-8C74EDF4E6E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/>
          <p:nvPr userDrawn="1"/>
        </p:nvSpPr>
        <p:spPr>
          <a:xfrm>
            <a:off x="12627096" y="4105715"/>
            <a:ext cx="2178795" cy="2032530"/>
          </a:xfrm>
          <a:prstGeom prst="rect">
            <a:avLst/>
          </a:prstGeom>
          <a:noFill/>
        </p:spPr>
        <p:txBody>
          <a:bodyPr wrap="square" lIns="0" tIns="108000" rIns="0" bIns="0" rtlCol="0">
            <a:spAutoFit/>
          </a:bodyPr>
          <a:lstStyle>
            <a:defPPr>
              <a:defRPr lang="en-NO"/>
            </a:defPPr>
            <a:lvl1pPr>
              <a:spcAft>
                <a:spcPts val="600"/>
              </a:spcAft>
              <a:defRPr b="0" i="0">
                <a:cs typeface="Arial" panose="020B0604020202020204" pitchFamily="34" charset="0"/>
              </a:defRPr>
            </a:lvl1pPr>
          </a:lstStyle>
          <a:p>
            <a:pPr lvl="0"/>
            <a:r>
              <a:rPr lang="nb" sz="1200" b="0" i="0" noProof="1">
                <a:solidFill>
                  <a:srgbClr val="070451"/>
                </a:solidFill>
                <a:latin typeface="+mj-lt"/>
                <a:cs typeface="TelenorEvolutionPPT-Light" panose="020B0604020202020204" charset="0"/>
              </a:rPr>
              <a:t>Endre farger</a:t>
            </a:r>
          </a:p>
          <a:p>
            <a:pPr lvl="0">
              <a:lnSpc>
                <a:spcPct val="120000"/>
              </a:lnSpc>
            </a:pPr>
            <a:r>
              <a:rPr lang="nb" sz="800" b="0" i="0" noProof="1">
                <a:solidFill>
                  <a:srgbClr val="070451"/>
                </a:solidFill>
                <a:latin typeface="+mj-lt"/>
                <a:cs typeface="TelenorEvolutionPPT-Light" panose="020B0604020202020204" charset="0"/>
              </a:rPr>
              <a:t>Gjør følgende for å endre bakgrunnsfarge:</a:t>
            </a:r>
          </a:p>
          <a:p>
            <a:pPr lvl="0">
              <a:lnSpc>
                <a:spcPct val="110000"/>
              </a:lnSpc>
            </a:pPr>
            <a:r>
              <a:rPr lang="nb" sz="800" b="0" i="0" noProof="1">
                <a:solidFill>
                  <a:srgbClr val="070451"/>
                </a:solidFill>
                <a:cs typeface="TelenorEvolutionPPT-Light" panose="020B0604020202020204" charset="0"/>
              </a:rPr>
              <a:t>Høyreklikk på lysbildet ditt, velg "formater bakgrunn" for å åpne "formatruten".</a:t>
            </a:r>
          </a:p>
          <a:p>
            <a:pPr lvl="0">
              <a:lnSpc>
                <a:spcPct val="110000"/>
              </a:lnSpc>
            </a:pPr>
            <a:r>
              <a:rPr lang="nb" sz="800" b="0" i="0" noProof="1">
                <a:solidFill>
                  <a:srgbClr val="070451"/>
                </a:solidFill>
                <a:cs typeface="TelenorEvolutionPPT-Light" panose="020B0604020202020204" charset="0"/>
              </a:rPr>
              <a:t>I formatruten velger du «Heldekkende fyll» og endrer «fyllfarge». </a:t>
            </a:r>
          </a:p>
          <a:p>
            <a:pPr lvl="0">
              <a:lnSpc>
                <a:spcPct val="110000"/>
              </a:lnSpc>
            </a:pPr>
            <a:r>
              <a:rPr lang="nb" sz="800" b="0" i="0" noProof="1">
                <a:solidFill>
                  <a:srgbClr val="070451"/>
                </a:solidFill>
                <a:cs typeface="TelenorEvolutionPPT-Light" panose="020B0604020202020204" charset="0"/>
              </a:rPr>
              <a:t>Bruk en av temafargene </a:t>
            </a:r>
            <a:r>
              <a:rPr lang="nb" sz="800" b="0" i="0" noProof="1">
                <a:solidFill>
                  <a:srgbClr val="070451"/>
                </a:solidFill>
                <a:latin typeface="+mj-lt"/>
                <a:cs typeface="TelenorEvolutionPPT-Light" panose="020B0604020202020204" charset="0"/>
              </a:rPr>
              <a:t>eller</a:t>
            </a:r>
            <a:r>
              <a:rPr lang="nb" sz="800" b="0" i="0" noProof="1">
                <a:solidFill>
                  <a:srgbClr val="070451"/>
                </a:solidFill>
                <a:cs typeface="TelenorEvolutionPPT-Light" panose="020B0604020202020204" charset="0"/>
              </a:rPr>
              <a:t> velg "flere farger" og bruk pipetten til å øyedroppe en av </a:t>
            </a:r>
            <a:r>
              <a:rPr lang="nb" sz="800" b="0" i="0" noProof="1">
                <a:solidFill>
                  <a:srgbClr val="070451"/>
                </a:solidFill>
                <a:latin typeface="+mj-lt"/>
                <a:cs typeface="TelenorEvolutionPPT-Light" panose="020B0604020202020204" charset="0"/>
              </a:rPr>
              <a:t>bakgrunnsfargene</a:t>
            </a:r>
            <a:r>
              <a:rPr lang="nb" sz="800" b="0" i="0" noProof="1">
                <a:solidFill>
                  <a:srgbClr val="070451"/>
                </a:solidFill>
                <a:cs typeface="TelenorEvolutionPPT-Light" panose="020B0604020202020204" charset="0"/>
              </a:rPr>
              <a:t>  fra dette panelet.</a:t>
            </a:r>
          </a:p>
          <a:p>
            <a:pPr lvl="0">
              <a:lnSpc>
                <a:spcPct val="110000"/>
              </a:lnSpc>
            </a:pPr>
            <a:r>
              <a:rPr lang="nb" sz="800" b="0" i="0" noProof="1">
                <a:solidFill>
                  <a:srgbClr val="070451"/>
                </a:solidFill>
                <a:cs typeface="TelenorEvolutionPPT-Light" panose="020B0604020202020204" charset="0"/>
              </a:rPr>
              <a:t>Sørg alltid for tilstrekkelig kontrast mellom bakgrunn, tekst og logo.</a:t>
            </a:r>
            <a:endParaRPr lang="en-GB" sz="1100" b="0" i="0" noProof="1">
              <a:solidFill>
                <a:srgbClr val="070451"/>
              </a:solidFill>
              <a:cs typeface="TelenorEvolutionPPT-Light" panose="020B060402020202020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779362776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:adec="http://schemas.microsoft.com/office/drawing/2017/decorative" xmlns:a16="http://schemas.microsoft.com/office/drawing/2014/main" xmlns="">
      <p:transition spd="med">
        <p:fade/>
      </p:transition>
    </mc:Fallback>
  </mc:AlternateContent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ong title and Content Mid split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5E5DF7D0-ED21-EA04-E848-15117CA92EA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0" y="0"/>
            <a:ext cx="6096001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/>
          <a:lstStyle/>
          <a:p>
            <a:pPr algn="ctr">
              <a:lnSpc>
                <a:spcPct val="90000"/>
              </a:lnSpc>
              <a:spcAft>
                <a:spcPts val="1000"/>
              </a:spcAft>
            </a:pPr>
            <a:endParaRPr lang="en-US" sz="1800" err="1"/>
          </a:p>
        </p:txBody>
      </p:sp>
      <p:sp>
        <p:nvSpPr>
          <p:cNvPr id="5" name="Section title">
            <a:extLst>
              <a:ext uri="{FF2B5EF4-FFF2-40B4-BE49-F238E27FC236}">
                <a16:creationId xmlns:a16="http://schemas.microsoft.com/office/drawing/2014/main" id="{434061EB-80E4-5790-900D-B98FE574BE06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540072" y="504001"/>
            <a:ext cx="724651" cy="252377"/>
          </a:xfrm>
        </p:spPr>
        <p:txBody>
          <a:bodyPr wrap="none">
            <a:sp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600">
                <a:solidFill>
                  <a:schemeClr val="bg2"/>
                </a:solidFill>
              </a:defRPr>
            </a:lvl1pPr>
            <a:lvl2pPr marL="216000" indent="0">
              <a:buNone/>
              <a:defRPr sz="1600"/>
            </a:lvl2pPr>
            <a:lvl3pPr marL="468000" indent="0">
              <a:buNone/>
              <a:defRPr sz="1600"/>
            </a:lvl3pPr>
            <a:lvl4pPr marL="720000" indent="0">
              <a:buNone/>
              <a:defRPr sz="1600"/>
            </a:lvl4pPr>
            <a:lvl5pPr marL="938213" indent="0">
              <a:buNone/>
              <a:defRPr sz="1600"/>
            </a:lvl5pPr>
          </a:lstStyle>
          <a:p>
            <a:pPr lvl="0"/>
            <a:r>
              <a:rPr lang="nb"/>
              <a:t>Seksjon</a:t>
            </a:r>
            <a:endParaRPr lang="nb-NO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842E14D-E48C-F018-1285-2B447C3DFDCB}"/>
              </a:ext>
            </a:extLst>
          </p:cNvPr>
          <p:cNvSpPr>
            <a:spLocks noGrp="1"/>
          </p:cNvSpPr>
          <p:nvPr>
            <p:ph sz="half" idx="1" hasCustomPrompt="1"/>
          </p:nvPr>
        </p:nvSpPr>
        <p:spPr>
          <a:xfrm>
            <a:off x="6563579" y="944654"/>
            <a:ext cx="5091571" cy="5243421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nb" dirty="0"/>
              <a:t>Klikk for å redigere</a:t>
            </a:r>
          </a:p>
          <a:p>
            <a:pPr lvl="1"/>
            <a:r>
              <a:rPr lang="nb" dirty="0"/>
              <a:t>Andre nivå</a:t>
            </a:r>
          </a:p>
          <a:p>
            <a:pPr lvl="2"/>
            <a:r>
              <a:rPr lang="nb" dirty="0"/>
              <a:t>Tredje nivå</a:t>
            </a:r>
          </a:p>
          <a:p>
            <a:pPr lvl="3"/>
            <a:r>
              <a:rPr lang="nb" dirty="0"/>
              <a:t>Fjerde nivå</a:t>
            </a:r>
          </a:p>
          <a:p>
            <a:pPr lvl="4"/>
            <a:r>
              <a:rPr lang="nb" dirty="0"/>
              <a:t>Femte nivå</a:t>
            </a:r>
            <a:endParaRPr lang="nb-NO" dirty="0"/>
          </a:p>
        </p:txBody>
      </p:sp>
      <p:sp>
        <p:nvSpPr>
          <p:cNvPr id="9" name="Date Placeholder 8">
            <a:extLst>
              <a:ext uri="{FF2B5EF4-FFF2-40B4-BE49-F238E27FC236}">
                <a16:creationId xmlns:a16="http://schemas.microsoft.com/office/drawing/2014/main" id="{134FFE69-9039-F90F-2A2A-B17E85816537}"/>
              </a:ext>
            </a:extLst>
          </p:cNvPr>
          <p:cNvSpPr>
            <a:spLocks noGrp="1"/>
          </p:cNvSpPr>
          <p:nvPr>
            <p:ph type="dt" sz="half" idx="15"/>
          </p:nvPr>
        </p:nvSpPr>
        <p:spPr/>
        <p:txBody>
          <a:bodyPr/>
          <a:lstStyle/>
          <a:p>
            <a:fld id="{0B62AE21-A135-314A-8CDB-D738DB74C731}" type="datetime1">
              <a:rPr lang="nb-NO" smtClean="0"/>
              <a:t>18.09.2026</a:t>
            </a:fld>
            <a:endParaRPr lang="en-GB"/>
          </a:p>
        </p:txBody>
      </p:sp>
      <p:sp>
        <p:nvSpPr>
          <p:cNvPr id="10" name="Footer Placeholder 9">
            <a:extLst>
              <a:ext uri="{FF2B5EF4-FFF2-40B4-BE49-F238E27FC236}">
                <a16:creationId xmlns:a16="http://schemas.microsoft.com/office/drawing/2014/main" id="{3BBCCABB-4655-F6BD-3D1A-43A56934F25C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/>
        <p:txBody>
          <a:bodyPr/>
          <a:lstStyle>
            <a:lvl1pPr>
              <a:defRPr>
                <a:solidFill>
                  <a:schemeClr val="bg2"/>
                </a:solidFill>
              </a:defRPr>
            </a:lvl1pPr>
          </a:lstStyle>
          <a:p>
            <a:endParaRPr lang="en-GB"/>
          </a:p>
        </p:txBody>
      </p:sp>
      <p:sp>
        <p:nvSpPr>
          <p:cNvPr id="11" name="Slide Number Placeholder 10">
            <a:extLst>
              <a:ext uri="{FF2B5EF4-FFF2-40B4-BE49-F238E27FC236}">
                <a16:creationId xmlns:a16="http://schemas.microsoft.com/office/drawing/2014/main" id="{ED69D1C4-E336-A11B-57BF-5649DFDA8F15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/>
        <p:txBody>
          <a:bodyPr/>
          <a:lstStyle/>
          <a:p>
            <a:fld id="{608810A5-7811-344D-9AE9-EC83104FB54D}" type="slidenum">
              <a:rPr lang="en-GB" smtClean="0"/>
              <a:t>‹#›</a:t>
            </a:fld>
            <a:endParaRPr lang="en-GB"/>
          </a:p>
        </p:txBody>
      </p:sp>
      <p:sp>
        <p:nvSpPr>
          <p:cNvPr id="6" name="Tittel 5">
            <a:extLst>
              <a:ext uri="{FF2B5EF4-FFF2-40B4-BE49-F238E27FC236}">
                <a16:creationId xmlns:a16="http://schemas.microsoft.com/office/drawing/2014/main" id="{199E3E61-D10A-EE5F-3F14-F35EA543876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39999" y="859515"/>
            <a:ext cx="5086800" cy="5328560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nb" dirty="0"/>
              <a:t>Klikk for å redigere</a:t>
            </a:r>
            <a:endParaRPr lang="en-GB" dirty="0"/>
          </a:p>
        </p:txBody>
      </p:sp>
      <p:sp>
        <p:nvSpPr>
          <p:cNvPr id="7" name="TekstSylinder 50">
            <a:extLst>
              <a:ext uri="{FF2B5EF4-FFF2-40B4-BE49-F238E27FC236}">
                <a16:creationId xmlns:a16="http://schemas.microsoft.com/office/drawing/2014/main" id="{66A95B51-EA65-04ED-7FAA-19967F6D438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/>
          <p:nvPr userDrawn="1"/>
        </p:nvSpPr>
        <p:spPr>
          <a:xfrm>
            <a:off x="12627096" y="4105715"/>
            <a:ext cx="2178795" cy="2183469"/>
          </a:xfrm>
          <a:prstGeom prst="rect">
            <a:avLst/>
          </a:prstGeom>
          <a:noFill/>
        </p:spPr>
        <p:txBody>
          <a:bodyPr wrap="square" lIns="0" tIns="108000" rIns="0" bIns="0" rtlCol="0">
            <a:spAutoFit/>
          </a:bodyPr>
          <a:lstStyle>
            <a:defPPr>
              <a:defRPr lang="en-NO"/>
            </a:defPPr>
            <a:lvl1pPr>
              <a:spcAft>
                <a:spcPts val="600"/>
              </a:spcAft>
              <a:defRPr b="0" i="0">
                <a:cs typeface="Arial" panose="020B0604020202020204" pitchFamily="34" charset="0"/>
              </a:defRPr>
            </a:lvl1pPr>
          </a:lstStyle>
          <a:p>
            <a:pPr lvl="0"/>
            <a:r>
              <a:rPr lang="nb" sz="1200" b="0" i="0" noProof="1">
                <a:solidFill>
                  <a:srgbClr val="070451"/>
                </a:solidFill>
                <a:latin typeface="+mj-lt"/>
                <a:cs typeface="TelenorEvolutionPPT-Light" panose="020B0604020202020204" charset="0"/>
              </a:rPr>
              <a:t>Endre farger</a:t>
            </a:r>
          </a:p>
          <a:p>
            <a:pPr lvl="0">
              <a:lnSpc>
                <a:spcPct val="120000"/>
              </a:lnSpc>
            </a:pPr>
            <a:r>
              <a:rPr lang="nb" sz="800" b="0" i="0" noProof="1">
                <a:solidFill>
                  <a:srgbClr val="070451"/>
                </a:solidFill>
                <a:latin typeface="+mj-lt"/>
                <a:cs typeface="TelenorEvolutionPPT-Light" panose="020B0604020202020204" charset="0"/>
              </a:rPr>
              <a:t>Hvis du vil endre bakgrunnsfarge på høyre side av dette lysbildet, gjør du følgende:</a:t>
            </a:r>
          </a:p>
          <a:p>
            <a:pPr lvl="0">
              <a:lnSpc>
                <a:spcPct val="110000"/>
              </a:lnSpc>
            </a:pPr>
            <a:r>
              <a:rPr lang="nb" sz="800" b="0" i="0" noProof="1">
                <a:solidFill>
                  <a:srgbClr val="070451"/>
                </a:solidFill>
                <a:cs typeface="TelenorEvolutionPPT-Light" panose="020B0604020202020204" charset="0"/>
              </a:rPr>
              <a:t>Høyreklikk på lysbildet ditt, velg "formater bakgrunn" for å åpne "formatruten".</a:t>
            </a:r>
          </a:p>
          <a:p>
            <a:pPr lvl="0">
              <a:lnSpc>
                <a:spcPct val="110000"/>
              </a:lnSpc>
            </a:pPr>
            <a:r>
              <a:rPr lang="nb" sz="800" b="0" i="0" noProof="1">
                <a:solidFill>
                  <a:srgbClr val="070451"/>
                </a:solidFill>
                <a:cs typeface="TelenorEvolutionPPT-Light" panose="020B0604020202020204" charset="0"/>
              </a:rPr>
              <a:t>I formatruten velger du «Heldekkende fyll» og endrer «fyllfarge». </a:t>
            </a:r>
          </a:p>
          <a:p>
            <a:pPr lvl="0">
              <a:lnSpc>
                <a:spcPct val="110000"/>
              </a:lnSpc>
            </a:pPr>
            <a:r>
              <a:rPr lang="nb" sz="800" b="0" i="0" noProof="1">
                <a:solidFill>
                  <a:srgbClr val="070451"/>
                </a:solidFill>
                <a:cs typeface="TelenorEvolutionPPT-Light" panose="020B0604020202020204" charset="0"/>
              </a:rPr>
              <a:t>Bruk en av temafargene </a:t>
            </a:r>
            <a:r>
              <a:rPr lang="nb" sz="800" b="0" i="0" noProof="1">
                <a:solidFill>
                  <a:srgbClr val="070451"/>
                </a:solidFill>
                <a:latin typeface="+mj-lt"/>
                <a:cs typeface="TelenorEvolutionPPT-Light" panose="020B0604020202020204" charset="0"/>
              </a:rPr>
              <a:t>eller</a:t>
            </a:r>
            <a:r>
              <a:rPr lang="nb" sz="800" b="0" i="0" noProof="1">
                <a:solidFill>
                  <a:srgbClr val="070451"/>
                </a:solidFill>
                <a:cs typeface="TelenorEvolutionPPT-Light" panose="020B0604020202020204" charset="0"/>
              </a:rPr>
              <a:t> velg "flere farger" og bruk pipetten til å øyedroppe en av </a:t>
            </a:r>
            <a:r>
              <a:rPr lang="nb" sz="800" b="0" i="0" noProof="1">
                <a:solidFill>
                  <a:srgbClr val="070451"/>
                </a:solidFill>
                <a:latin typeface="+mj-lt"/>
                <a:cs typeface="TelenorEvolutionPPT-Light" panose="020B0604020202020204" charset="0"/>
              </a:rPr>
              <a:t>bakgrunnsfargene</a:t>
            </a:r>
            <a:r>
              <a:rPr lang="nb" sz="800" b="0" i="0" noProof="1">
                <a:solidFill>
                  <a:srgbClr val="070451"/>
                </a:solidFill>
                <a:cs typeface="TelenorEvolutionPPT-Light" panose="020B0604020202020204" charset="0"/>
              </a:rPr>
              <a:t>  fra dette panelet.</a:t>
            </a:r>
          </a:p>
          <a:p>
            <a:pPr lvl="0">
              <a:lnSpc>
                <a:spcPct val="110000"/>
              </a:lnSpc>
            </a:pPr>
            <a:r>
              <a:rPr lang="nb" sz="800" b="0" i="0" noProof="1">
                <a:solidFill>
                  <a:srgbClr val="070451"/>
                </a:solidFill>
                <a:cs typeface="TelenorEvolutionPPT-Light" panose="020B0604020202020204" charset="0"/>
              </a:rPr>
              <a:t>Sørg alltid for tilstrekkelig kontrast mellom bakgrunn, tekst og logo.</a:t>
            </a:r>
            <a:endParaRPr lang="en-GB" sz="1100" b="0" i="0" noProof="1">
              <a:solidFill>
                <a:srgbClr val="070451"/>
              </a:solidFill>
              <a:cs typeface="TelenorEvolutionPPT-Light" panose="020B060402020202020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5181591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:p15="http://schemas.microsoft.com/office/powerpoint/2012/main" xmlns:adec="http://schemas.microsoft.com/office/drawing/2017/decorative" xmlns:a16="http://schemas.microsoft.com/office/drawing/2014/main"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>
        <p15:guide id="1" orient="horz" pos="612">
          <p15:clr>
            <a:srgbClr val="FBAE40"/>
          </p15:clr>
        </p15:guide>
      </p15:sldGuideLst>
    </p:ext>
  </p:extLst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ong title and Content Soft spli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5E5DF7D0-ED21-EA04-E848-15117CA92EA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0"/>
            <a:ext cx="6096001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/>
          <a:lstStyle/>
          <a:p>
            <a:pPr algn="ctr">
              <a:lnSpc>
                <a:spcPct val="90000"/>
              </a:lnSpc>
              <a:spcAft>
                <a:spcPts val="1000"/>
              </a:spcAft>
            </a:pPr>
            <a:endParaRPr lang="en-US" sz="1800" err="1"/>
          </a:p>
        </p:txBody>
      </p:sp>
      <p:sp>
        <p:nvSpPr>
          <p:cNvPr id="5" name="Section title">
            <a:extLst>
              <a:ext uri="{FF2B5EF4-FFF2-40B4-BE49-F238E27FC236}">
                <a16:creationId xmlns:a16="http://schemas.microsoft.com/office/drawing/2014/main" id="{434061EB-80E4-5790-900D-B98FE574BE06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540072" y="504001"/>
            <a:ext cx="724651" cy="252377"/>
          </a:xfrm>
        </p:spPr>
        <p:txBody>
          <a:bodyPr wrap="none">
            <a:sp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600">
                <a:solidFill>
                  <a:schemeClr val="bg2"/>
                </a:solidFill>
              </a:defRPr>
            </a:lvl1pPr>
            <a:lvl2pPr marL="216000" indent="0">
              <a:buNone/>
              <a:defRPr sz="1600"/>
            </a:lvl2pPr>
            <a:lvl3pPr marL="468000" indent="0">
              <a:buNone/>
              <a:defRPr sz="1600"/>
            </a:lvl3pPr>
            <a:lvl4pPr marL="720000" indent="0">
              <a:buNone/>
              <a:defRPr sz="1600"/>
            </a:lvl4pPr>
            <a:lvl5pPr marL="938213" indent="0">
              <a:buNone/>
              <a:defRPr sz="1600"/>
            </a:lvl5pPr>
          </a:lstStyle>
          <a:p>
            <a:pPr lvl="0"/>
            <a:r>
              <a:rPr lang="nb"/>
              <a:t>Seksjon</a:t>
            </a:r>
            <a:endParaRPr lang="nb-NO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842E14D-E48C-F018-1285-2B447C3DFDCB}"/>
              </a:ext>
            </a:extLst>
          </p:cNvPr>
          <p:cNvSpPr>
            <a:spLocks noGrp="1"/>
          </p:cNvSpPr>
          <p:nvPr>
            <p:ph sz="half" idx="1" hasCustomPrompt="1"/>
          </p:nvPr>
        </p:nvSpPr>
        <p:spPr>
          <a:xfrm>
            <a:off x="6563579" y="944654"/>
            <a:ext cx="5091571" cy="5243421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nb" dirty="0"/>
              <a:t>Klikk for å redigere</a:t>
            </a:r>
          </a:p>
          <a:p>
            <a:pPr lvl="1"/>
            <a:r>
              <a:rPr lang="nb" dirty="0"/>
              <a:t>Andre nivå</a:t>
            </a:r>
          </a:p>
          <a:p>
            <a:pPr lvl="2"/>
            <a:r>
              <a:rPr lang="nb" dirty="0"/>
              <a:t>Tredje nivå</a:t>
            </a:r>
          </a:p>
          <a:p>
            <a:pPr lvl="3"/>
            <a:r>
              <a:rPr lang="nb" dirty="0"/>
              <a:t>Fjerde nivå</a:t>
            </a:r>
          </a:p>
          <a:p>
            <a:pPr lvl="4"/>
            <a:r>
              <a:rPr lang="nb" dirty="0"/>
              <a:t>Femte nivå</a:t>
            </a:r>
            <a:endParaRPr lang="nb-NO" dirty="0"/>
          </a:p>
        </p:txBody>
      </p:sp>
      <p:sp>
        <p:nvSpPr>
          <p:cNvPr id="6" name="Date Placeholder 5">
            <a:extLst>
              <a:ext uri="{FF2B5EF4-FFF2-40B4-BE49-F238E27FC236}">
                <a16:creationId xmlns:a16="http://schemas.microsoft.com/office/drawing/2014/main" id="{C9469C1C-43D0-5345-4FBB-753AE898727D}"/>
              </a:ext>
            </a:extLst>
          </p:cNvPr>
          <p:cNvSpPr>
            <a:spLocks noGrp="1"/>
          </p:cNvSpPr>
          <p:nvPr>
            <p:ph type="dt" sz="half" idx="15"/>
          </p:nvPr>
        </p:nvSpPr>
        <p:spPr/>
        <p:txBody>
          <a:bodyPr/>
          <a:lstStyle/>
          <a:p>
            <a:fld id="{67E6CF1B-F983-454F-8BCA-766C8E5E55A6}" type="datetime1">
              <a:rPr lang="nb-NO" smtClean="0"/>
              <a:t>18.09.2026</a:t>
            </a:fld>
            <a:endParaRPr lang="en-GB"/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BDA0DD14-EE1D-D586-9775-4C2841C29C3B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endParaRPr lang="en-GB"/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3B4785BD-DF18-2270-B9A9-DE063D9BD909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/>
        <p:txBody>
          <a:bodyPr/>
          <a:lstStyle/>
          <a:p>
            <a:fld id="{608810A5-7811-344D-9AE9-EC83104FB54D}" type="slidenum">
              <a:rPr lang="en-GB" smtClean="0"/>
              <a:t>‹#›</a:t>
            </a:fld>
            <a:endParaRPr lang="en-GB"/>
          </a:p>
        </p:txBody>
      </p:sp>
      <p:sp>
        <p:nvSpPr>
          <p:cNvPr id="9" name="Tittel 8">
            <a:extLst>
              <a:ext uri="{FF2B5EF4-FFF2-40B4-BE49-F238E27FC236}">
                <a16:creationId xmlns:a16="http://schemas.microsoft.com/office/drawing/2014/main" id="{E41C3E4D-D68E-B096-032D-03BA5598DF1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39999" y="859515"/>
            <a:ext cx="5086800" cy="5328560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nb" dirty="0"/>
              <a:t>Klikk for å redigere</a:t>
            </a:r>
            <a:endParaRPr lang="en-GB" dirty="0"/>
          </a:p>
        </p:txBody>
      </p:sp>
      <p:sp>
        <p:nvSpPr>
          <p:cNvPr id="4" name="TekstSylinder 50">
            <a:extLst>
              <a:ext uri="{FF2B5EF4-FFF2-40B4-BE49-F238E27FC236}">
                <a16:creationId xmlns:a16="http://schemas.microsoft.com/office/drawing/2014/main" id="{09C7E65C-AA43-E20C-EB8B-224ACE9A377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/>
          <p:nvPr userDrawn="1"/>
        </p:nvSpPr>
        <p:spPr>
          <a:xfrm>
            <a:off x="12627096" y="4105715"/>
            <a:ext cx="2178795" cy="2183469"/>
          </a:xfrm>
          <a:prstGeom prst="rect">
            <a:avLst/>
          </a:prstGeom>
          <a:noFill/>
        </p:spPr>
        <p:txBody>
          <a:bodyPr wrap="square" lIns="0" tIns="108000" rIns="0" bIns="0" rtlCol="0">
            <a:spAutoFit/>
          </a:bodyPr>
          <a:lstStyle>
            <a:defPPr>
              <a:defRPr lang="en-NO"/>
            </a:defPPr>
            <a:lvl1pPr>
              <a:spcAft>
                <a:spcPts val="600"/>
              </a:spcAft>
              <a:defRPr b="0" i="0">
                <a:cs typeface="Arial" panose="020B0604020202020204" pitchFamily="34" charset="0"/>
              </a:defRPr>
            </a:lvl1pPr>
          </a:lstStyle>
          <a:p>
            <a:pPr lvl="0"/>
            <a:r>
              <a:rPr lang="nb" sz="1200" b="0" i="0" noProof="1">
                <a:solidFill>
                  <a:srgbClr val="070451"/>
                </a:solidFill>
                <a:latin typeface="+mj-lt"/>
                <a:cs typeface="TelenorEvolutionPPT-Light" panose="020B0604020202020204" charset="0"/>
              </a:rPr>
              <a:t>Endre farger</a:t>
            </a:r>
          </a:p>
          <a:p>
            <a:pPr lvl="0">
              <a:lnSpc>
                <a:spcPct val="120000"/>
              </a:lnSpc>
            </a:pPr>
            <a:r>
              <a:rPr lang="nb" sz="800" b="0" i="0" noProof="1">
                <a:solidFill>
                  <a:srgbClr val="070451"/>
                </a:solidFill>
                <a:latin typeface="+mj-lt"/>
                <a:cs typeface="TelenorEvolutionPPT-Light" panose="020B0604020202020204" charset="0"/>
              </a:rPr>
              <a:t>Hvis du vil endre bakgrunnsfarge på høyre side av dette lysbildet, gjør du følgende:</a:t>
            </a:r>
          </a:p>
          <a:p>
            <a:pPr lvl="0">
              <a:lnSpc>
                <a:spcPct val="110000"/>
              </a:lnSpc>
            </a:pPr>
            <a:r>
              <a:rPr lang="nb" sz="800" b="0" i="0" noProof="1">
                <a:solidFill>
                  <a:srgbClr val="070451"/>
                </a:solidFill>
                <a:cs typeface="TelenorEvolutionPPT-Light" panose="020B0604020202020204" charset="0"/>
              </a:rPr>
              <a:t>Høyreklikk på lysbildet ditt, velg "formater bakgrunn" for å åpne "formatruten".</a:t>
            </a:r>
          </a:p>
          <a:p>
            <a:pPr lvl="0">
              <a:lnSpc>
                <a:spcPct val="110000"/>
              </a:lnSpc>
            </a:pPr>
            <a:r>
              <a:rPr lang="nb" sz="800" b="0" i="0" noProof="1">
                <a:solidFill>
                  <a:srgbClr val="070451"/>
                </a:solidFill>
                <a:cs typeface="TelenorEvolutionPPT-Light" panose="020B0604020202020204" charset="0"/>
              </a:rPr>
              <a:t>I formatruten velger du «Heldekkende fyll» og endrer «fyllfarge». </a:t>
            </a:r>
          </a:p>
          <a:p>
            <a:pPr lvl="0">
              <a:lnSpc>
                <a:spcPct val="110000"/>
              </a:lnSpc>
            </a:pPr>
            <a:r>
              <a:rPr lang="nb" sz="800" b="0" i="0" noProof="1">
                <a:solidFill>
                  <a:srgbClr val="070451"/>
                </a:solidFill>
                <a:cs typeface="TelenorEvolutionPPT-Light" panose="020B0604020202020204" charset="0"/>
              </a:rPr>
              <a:t>Bruk en av temafargene </a:t>
            </a:r>
            <a:r>
              <a:rPr lang="nb" sz="800" b="0" i="0" noProof="1">
                <a:solidFill>
                  <a:srgbClr val="070451"/>
                </a:solidFill>
                <a:latin typeface="+mj-lt"/>
                <a:cs typeface="TelenorEvolutionPPT-Light" panose="020B0604020202020204" charset="0"/>
              </a:rPr>
              <a:t>eller</a:t>
            </a:r>
            <a:r>
              <a:rPr lang="nb" sz="800" b="0" i="0" noProof="1">
                <a:solidFill>
                  <a:srgbClr val="070451"/>
                </a:solidFill>
                <a:cs typeface="TelenorEvolutionPPT-Light" panose="020B0604020202020204" charset="0"/>
              </a:rPr>
              <a:t> velg "flere farger" og bruk pipetten til å øyedroppe en av </a:t>
            </a:r>
            <a:r>
              <a:rPr lang="nb" sz="800" b="0" i="0" noProof="1">
                <a:solidFill>
                  <a:srgbClr val="070451"/>
                </a:solidFill>
                <a:latin typeface="+mj-lt"/>
                <a:cs typeface="TelenorEvolutionPPT-Light" panose="020B0604020202020204" charset="0"/>
              </a:rPr>
              <a:t>bakgrunnsfargene</a:t>
            </a:r>
            <a:r>
              <a:rPr lang="nb" sz="800" b="0" i="0" noProof="1">
                <a:solidFill>
                  <a:srgbClr val="070451"/>
                </a:solidFill>
                <a:cs typeface="TelenorEvolutionPPT-Light" panose="020B0604020202020204" charset="0"/>
              </a:rPr>
              <a:t>  fra dette panelet.</a:t>
            </a:r>
          </a:p>
          <a:p>
            <a:pPr lvl="0">
              <a:lnSpc>
                <a:spcPct val="110000"/>
              </a:lnSpc>
            </a:pPr>
            <a:r>
              <a:rPr lang="nb" sz="800" b="0" i="0" noProof="1">
                <a:solidFill>
                  <a:srgbClr val="070451"/>
                </a:solidFill>
                <a:cs typeface="TelenorEvolutionPPT-Light" panose="020B0604020202020204" charset="0"/>
              </a:rPr>
              <a:t>Sørg alltid for tilstrekkelig kontrast mellom bakgrunn, tekst og logo.</a:t>
            </a:r>
            <a:endParaRPr lang="en-GB" sz="1100" b="0" i="0" noProof="1">
              <a:solidFill>
                <a:srgbClr val="070451"/>
              </a:solidFill>
              <a:cs typeface="TelenorEvolutionPPT-Light" panose="020B060402020202020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855385902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:p15="http://schemas.microsoft.com/office/powerpoint/2012/main" xmlns:adec="http://schemas.microsoft.com/office/drawing/2017/decorative" xmlns:a16="http://schemas.microsoft.com/office/drawing/2014/main"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>
        <p15:guide id="1" orient="horz" pos="612">
          <p15:clr>
            <a:srgbClr val="FBAE40"/>
          </p15:clr>
        </p15:guide>
      </p15:sldGuideLst>
    </p:ext>
  </p:extLst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Section title">
            <a:extLst>
              <a:ext uri="{FF2B5EF4-FFF2-40B4-BE49-F238E27FC236}">
                <a16:creationId xmlns:a16="http://schemas.microsoft.com/office/drawing/2014/main" id="{7C983ED9-314D-9A08-FCE1-9049C5CA20D4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540072" y="504001"/>
            <a:ext cx="724651" cy="252377"/>
          </a:xfrm>
        </p:spPr>
        <p:txBody>
          <a:bodyPr wrap="none">
            <a:sp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600">
                <a:solidFill>
                  <a:schemeClr val="tx2"/>
                </a:solidFill>
              </a:defRPr>
            </a:lvl1pPr>
            <a:lvl2pPr marL="216000" indent="0">
              <a:buNone/>
              <a:defRPr sz="1600"/>
            </a:lvl2pPr>
            <a:lvl3pPr marL="468000" indent="0">
              <a:buNone/>
              <a:defRPr sz="1600"/>
            </a:lvl3pPr>
            <a:lvl4pPr marL="720000" indent="0">
              <a:buNone/>
              <a:defRPr sz="1600"/>
            </a:lvl4pPr>
            <a:lvl5pPr marL="938213" indent="0">
              <a:buNone/>
              <a:defRPr sz="1600"/>
            </a:lvl5pPr>
          </a:lstStyle>
          <a:p>
            <a:pPr lvl="0"/>
            <a:r>
              <a:rPr lang="nb"/>
              <a:t>Seksjon</a:t>
            </a:r>
            <a:endParaRPr lang="nb-NO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A9F76A3-9772-2EB1-0FBF-6D46B7DAD07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nb" dirty="0"/>
              <a:t>Klikk for å redigere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E78E6DF-7BCA-4393-B3FE-DBBACFCB62AC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fld id="{608810A5-7811-344D-9AE9-EC83104FB54D}" type="slidenum">
              <a:rPr lang="en-GB" smtClean="0"/>
              <a:t>‹#›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E2DD893-DFEC-B426-E5C4-94BFE949A43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77032F68-9716-EC7E-5673-4871298F032D}"/>
              </a:ext>
            </a:extLst>
          </p:cNvPr>
          <p:cNvSpPr>
            <a:spLocks noGrp="1"/>
          </p:cNvSpPr>
          <p:nvPr>
            <p:ph type="dt" sz="half" idx="15"/>
          </p:nvPr>
        </p:nvSpPr>
        <p:spPr/>
        <p:txBody>
          <a:bodyPr/>
          <a:lstStyle/>
          <a:p>
            <a:fld id="{ACF2B031-2066-9040-A7A4-04FEFABA58EB}" type="datetime1">
              <a:rPr lang="nb-NO" smtClean="0"/>
              <a:t>18.09.2026</a:t>
            </a:fld>
            <a:endParaRPr lang="en-GB"/>
          </a:p>
        </p:txBody>
      </p:sp>
      <p:sp>
        <p:nvSpPr>
          <p:cNvPr id="3" name="TekstSylinder 50">
            <a:extLst>
              <a:ext uri="{FF2B5EF4-FFF2-40B4-BE49-F238E27FC236}">
                <a16:creationId xmlns:a16="http://schemas.microsoft.com/office/drawing/2014/main" id="{93DEEDD7-1F06-18A0-FFE9-0D81D8214AB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/>
          <p:nvPr userDrawn="1"/>
        </p:nvSpPr>
        <p:spPr>
          <a:xfrm>
            <a:off x="12627096" y="4105715"/>
            <a:ext cx="2178795" cy="2032530"/>
          </a:xfrm>
          <a:prstGeom prst="rect">
            <a:avLst/>
          </a:prstGeom>
          <a:noFill/>
        </p:spPr>
        <p:txBody>
          <a:bodyPr wrap="square" lIns="0" tIns="108000" rIns="0" bIns="0" rtlCol="0">
            <a:spAutoFit/>
          </a:bodyPr>
          <a:lstStyle>
            <a:defPPr>
              <a:defRPr lang="en-NO"/>
            </a:defPPr>
            <a:lvl1pPr>
              <a:spcAft>
                <a:spcPts val="600"/>
              </a:spcAft>
              <a:defRPr b="0" i="0">
                <a:cs typeface="Arial" panose="020B0604020202020204" pitchFamily="34" charset="0"/>
              </a:defRPr>
            </a:lvl1pPr>
          </a:lstStyle>
          <a:p>
            <a:pPr lvl="0"/>
            <a:r>
              <a:rPr lang="nb" sz="1200" b="0" i="0" noProof="1">
                <a:solidFill>
                  <a:srgbClr val="070451"/>
                </a:solidFill>
                <a:latin typeface="+mj-lt"/>
                <a:cs typeface="TelenorEvolutionPPT-Light" panose="020B0604020202020204" charset="0"/>
              </a:rPr>
              <a:t>Endre farger</a:t>
            </a:r>
          </a:p>
          <a:p>
            <a:pPr lvl="0">
              <a:lnSpc>
                <a:spcPct val="120000"/>
              </a:lnSpc>
            </a:pPr>
            <a:r>
              <a:rPr lang="nb" sz="800" b="0" i="0" noProof="1">
                <a:solidFill>
                  <a:srgbClr val="070451"/>
                </a:solidFill>
                <a:latin typeface="+mj-lt"/>
                <a:cs typeface="TelenorEvolutionPPT-Light" panose="020B0604020202020204" charset="0"/>
              </a:rPr>
              <a:t>Gjør følgende for å endre bakgrunnsfarge:</a:t>
            </a:r>
          </a:p>
          <a:p>
            <a:pPr lvl="0">
              <a:lnSpc>
                <a:spcPct val="110000"/>
              </a:lnSpc>
            </a:pPr>
            <a:r>
              <a:rPr lang="nb" sz="800" b="0" i="0" noProof="1">
                <a:solidFill>
                  <a:srgbClr val="070451"/>
                </a:solidFill>
                <a:cs typeface="TelenorEvolutionPPT-Light" panose="020B0604020202020204" charset="0"/>
              </a:rPr>
              <a:t>Høyreklikk på lysbildet ditt, velg "formater bakgrunn" for å åpne "formatruten".</a:t>
            </a:r>
          </a:p>
          <a:p>
            <a:pPr lvl="0">
              <a:lnSpc>
                <a:spcPct val="110000"/>
              </a:lnSpc>
            </a:pPr>
            <a:r>
              <a:rPr lang="nb" sz="800" b="0" i="0" noProof="1">
                <a:solidFill>
                  <a:srgbClr val="070451"/>
                </a:solidFill>
                <a:cs typeface="TelenorEvolutionPPT-Light" panose="020B0604020202020204" charset="0"/>
              </a:rPr>
              <a:t>I formatruten velger du «Heldekkende fyll» og endrer «fyllfarge». </a:t>
            </a:r>
          </a:p>
          <a:p>
            <a:pPr lvl="0">
              <a:lnSpc>
                <a:spcPct val="110000"/>
              </a:lnSpc>
            </a:pPr>
            <a:r>
              <a:rPr lang="nb" sz="800" b="0" i="0" noProof="1">
                <a:solidFill>
                  <a:srgbClr val="070451"/>
                </a:solidFill>
                <a:cs typeface="TelenorEvolutionPPT-Light" panose="020B0604020202020204" charset="0"/>
              </a:rPr>
              <a:t>Bruk en av temafargene </a:t>
            </a:r>
            <a:r>
              <a:rPr lang="nb" sz="800" b="0" i="0" noProof="1">
                <a:solidFill>
                  <a:srgbClr val="070451"/>
                </a:solidFill>
                <a:latin typeface="+mj-lt"/>
                <a:cs typeface="TelenorEvolutionPPT-Light" panose="020B0604020202020204" charset="0"/>
              </a:rPr>
              <a:t>eller</a:t>
            </a:r>
            <a:r>
              <a:rPr lang="nb" sz="800" b="0" i="0" noProof="1">
                <a:solidFill>
                  <a:srgbClr val="070451"/>
                </a:solidFill>
                <a:cs typeface="TelenorEvolutionPPT-Light" panose="020B0604020202020204" charset="0"/>
              </a:rPr>
              <a:t> velg "flere farger" og bruk pipetten til å øyedroppe en av </a:t>
            </a:r>
            <a:r>
              <a:rPr lang="nb" sz="800" b="0" i="0" noProof="1">
                <a:solidFill>
                  <a:srgbClr val="070451"/>
                </a:solidFill>
                <a:latin typeface="+mj-lt"/>
                <a:cs typeface="TelenorEvolutionPPT-Light" panose="020B0604020202020204" charset="0"/>
              </a:rPr>
              <a:t>bakgrunnsfargene</a:t>
            </a:r>
            <a:r>
              <a:rPr lang="nb" sz="800" b="0" i="0" noProof="1">
                <a:solidFill>
                  <a:srgbClr val="070451"/>
                </a:solidFill>
                <a:cs typeface="TelenorEvolutionPPT-Light" panose="020B0604020202020204" charset="0"/>
              </a:rPr>
              <a:t>  fra dette panelet.</a:t>
            </a:r>
          </a:p>
          <a:p>
            <a:pPr lvl="0">
              <a:lnSpc>
                <a:spcPct val="110000"/>
              </a:lnSpc>
            </a:pPr>
            <a:r>
              <a:rPr lang="nb" sz="800" b="0" i="0" noProof="1">
                <a:solidFill>
                  <a:srgbClr val="070451"/>
                </a:solidFill>
                <a:cs typeface="TelenorEvolutionPPT-Light" panose="020B0604020202020204" charset="0"/>
              </a:rPr>
              <a:t>Sørg alltid for tilstrekkelig kontrast mellom bakgrunn, tekst og logo.</a:t>
            </a:r>
            <a:endParaRPr lang="en-GB" sz="1100" b="0" i="0" noProof="1">
              <a:solidFill>
                <a:srgbClr val="070451"/>
              </a:solidFill>
              <a:cs typeface="TelenorEvolutionPPT-Light" panose="020B060402020202020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25851979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:adec="http://schemas.microsoft.com/office/drawing/2017/decorative" xmlns:a16="http://schemas.microsoft.com/office/drawing/2014/main" xmlns="">
      <p:transition spd="med">
        <p:fade/>
      </p:transition>
    </mc:Fallback>
  </mc:AlternateContent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Only Dark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Section title">
            <a:extLst>
              <a:ext uri="{FF2B5EF4-FFF2-40B4-BE49-F238E27FC236}">
                <a16:creationId xmlns:a16="http://schemas.microsoft.com/office/drawing/2014/main" id="{7C983ED9-314D-9A08-FCE1-9049C5CA20D4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540072" y="504001"/>
            <a:ext cx="724651" cy="252377"/>
          </a:xfrm>
        </p:spPr>
        <p:txBody>
          <a:bodyPr wrap="none">
            <a:sp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600">
                <a:solidFill>
                  <a:schemeClr val="accent3"/>
                </a:solidFill>
              </a:defRPr>
            </a:lvl1pPr>
            <a:lvl2pPr marL="216000" indent="0">
              <a:buNone/>
              <a:defRPr sz="1600"/>
            </a:lvl2pPr>
            <a:lvl3pPr marL="468000" indent="0">
              <a:buNone/>
              <a:defRPr sz="1600"/>
            </a:lvl3pPr>
            <a:lvl4pPr marL="720000" indent="0">
              <a:buNone/>
              <a:defRPr sz="1600"/>
            </a:lvl4pPr>
            <a:lvl5pPr marL="938213" indent="0">
              <a:buNone/>
              <a:defRPr sz="1600"/>
            </a:lvl5pPr>
          </a:lstStyle>
          <a:p>
            <a:pPr lvl="0"/>
            <a:r>
              <a:rPr lang="nb"/>
              <a:t>Seksjon</a:t>
            </a:r>
            <a:endParaRPr lang="nb-NO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A9F76A3-9772-2EB1-0FBF-6D46B7DAD07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nb" dirty="0"/>
              <a:t>Klikk for å redigere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E78E6DF-7BCA-4393-B3FE-DBBACFCB62AC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fld id="{608810A5-7811-344D-9AE9-EC83104FB54D}" type="slidenum">
              <a:rPr lang="en-GB" smtClean="0"/>
              <a:t>‹#›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E2DD893-DFEC-B426-E5C4-94BFE949A43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77032F68-9716-EC7E-5673-4871298F032D}"/>
              </a:ext>
            </a:extLst>
          </p:cNvPr>
          <p:cNvSpPr>
            <a:spLocks noGrp="1"/>
          </p:cNvSpPr>
          <p:nvPr>
            <p:ph type="dt" sz="half" idx="15"/>
          </p:nvPr>
        </p:nvSpPr>
        <p:spPr/>
        <p:txBody>
          <a:bodyPr/>
          <a:lstStyle/>
          <a:p>
            <a:fld id="{ACF2B031-2066-9040-A7A4-04FEFABA58EB}" type="datetime1">
              <a:rPr lang="nb-NO" smtClean="0"/>
              <a:t>18.09.2026</a:t>
            </a:fld>
            <a:endParaRPr lang="en-GB"/>
          </a:p>
        </p:txBody>
      </p:sp>
      <p:sp>
        <p:nvSpPr>
          <p:cNvPr id="3" name="TekstSylinder 50">
            <a:extLst>
              <a:ext uri="{FF2B5EF4-FFF2-40B4-BE49-F238E27FC236}">
                <a16:creationId xmlns:a16="http://schemas.microsoft.com/office/drawing/2014/main" id="{B0A5F520-26AD-EB30-4146-4C8CCF867DE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/>
          <p:nvPr userDrawn="1"/>
        </p:nvSpPr>
        <p:spPr>
          <a:xfrm>
            <a:off x="12627096" y="4105715"/>
            <a:ext cx="2178795" cy="2032530"/>
          </a:xfrm>
          <a:prstGeom prst="rect">
            <a:avLst/>
          </a:prstGeom>
          <a:noFill/>
        </p:spPr>
        <p:txBody>
          <a:bodyPr wrap="square" lIns="0" tIns="108000" rIns="0" bIns="0" rtlCol="0">
            <a:spAutoFit/>
          </a:bodyPr>
          <a:lstStyle>
            <a:defPPr>
              <a:defRPr lang="en-NO"/>
            </a:defPPr>
            <a:lvl1pPr>
              <a:spcAft>
                <a:spcPts val="600"/>
              </a:spcAft>
              <a:defRPr b="0" i="0">
                <a:cs typeface="Arial" panose="020B0604020202020204" pitchFamily="34" charset="0"/>
              </a:defRPr>
            </a:lvl1pPr>
          </a:lstStyle>
          <a:p>
            <a:pPr lvl="0"/>
            <a:r>
              <a:rPr lang="nb" sz="1200" b="0" i="0" noProof="1">
                <a:solidFill>
                  <a:srgbClr val="070451"/>
                </a:solidFill>
                <a:latin typeface="+mj-lt"/>
                <a:cs typeface="TelenorEvolutionPPT-Light" panose="020B0604020202020204" charset="0"/>
              </a:rPr>
              <a:t>Endre farger</a:t>
            </a:r>
          </a:p>
          <a:p>
            <a:pPr lvl="0">
              <a:lnSpc>
                <a:spcPct val="120000"/>
              </a:lnSpc>
            </a:pPr>
            <a:r>
              <a:rPr lang="nb" sz="800" b="0" i="0" noProof="1">
                <a:solidFill>
                  <a:srgbClr val="070451"/>
                </a:solidFill>
                <a:latin typeface="+mj-lt"/>
                <a:cs typeface="TelenorEvolutionPPT-Light" panose="020B0604020202020204" charset="0"/>
              </a:rPr>
              <a:t>Gjør følgende for å endre bakgrunnsfarge:</a:t>
            </a:r>
          </a:p>
          <a:p>
            <a:pPr lvl="0">
              <a:lnSpc>
                <a:spcPct val="110000"/>
              </a:lnSpc>
            </a:pPr>
            <a:r>
              <a:rPr lang="nb" sz="800" b="0" i="0" noProof="1">
                <a:solidFill>
                  <a:srgbClr val="070451"/>
                </a:solidFill>
                <a:cs typeface="TelenorEvolutionPPT-Light" panose="020B0604020202020204" charset="0"/>
              </a:rPr>
              <a:t>Høyreklikk på lysbildet ditt, velg "formater bakgrunn" for å åpne "formatruten".</a:t>
            </a:r>
          </a:p>
          <a:p>
            <a:pPr lvl="0">
              <a:lnSpc>
                <a:spcPct val="110000"/>
              </a:lnSpc>
            </a:pPr>
            <a:r>
              <a:rPr lang="nb" sz="800" b="0" i="0" noProof="1">
                <a:solidFill>
                  <a:srgbClr val="070451"/>
                </a:solidFill>
                <a:cs typeface="TelenorEvolutionPPT-Light" panose="020B0604020202020204" charset="0"/>
              </a:rPr>
              <a:t>I formatruten velger du «Heldekkende fyll» og endrer «fyllfarge». </a:t>
            </a:r>
          </a:p>
          <a:p>
            <a:pPr lvl="0">
              <a:lnSpc>
                <a:spcPct val="110000"/>
              </a:lnSpc>
            </a:pPr>
            <a:r>
              <a:rPr lang="nb" sz="800" b="0" i="0" noProof="1">
                <a:solidFill>
                  <a:srgbClr val="070451"/>
                </a:solidFill>
                <a:cs typeface="TelenorEvolutionPPT-Light" panose="020B0604020202020204" charset="0"/>
              </a:rPr>
              <a:t>Bruk en av temafargene </a:t>
            </a:r>
            <a:r>
              <a:rPr lang="nb" sz="800" b="0" i="0" noProof="1">
                <a:solidFill>
                  <a:srgbClr val="070451"/>
                </a:solidFill>
                <a:latin typeface="+mj-lt"/>
                <a:cs typeface="TelenorEvolutionPPT-Light" panose="020B0604020202020204" charset="0"/>
              </a:rPr>
              <a:t>eller</a:t>
            </a:r>
            <a:r>
              <a:rPr lang="nb" sz="800" b="0" i="0" noProof="1">
                <a:solidFill>
                  <a:srgbClr val="070451"/>
                </a:solidFill>
                <a:cs typeface="TelenorEvolutionPPT-Light" panose="020B0604020202020204" charset="0"/>
              </a:rPr>
              <a:t> velg "flere farger" og bruk pipetten til å øyedroppe en av </a:t>
            </a:r>
            <a:r>
              <a:rPr lang="nb" sz="800" b="0" i="0" noProof="1">
                <a:solidFill>
                  <a:srgbClr val="070451"/>
                </a:solidFill>
                <a:latin typeface="+mj-lt"/>
                <a:cs typeface="TelenorEvolutionPPT-Light" panose="020B0604020202020204" charset="0"/>
              </a:rPr>
              <a:t>bakgrunnsfargene</a:t>
            </a:r>
            <a:r>
              <a:rPr lang="nb" sz="800" b="0" i="0" noProof="1">
                <a:solidFill>
                  <a:srgbClr val="070451"/>
                </a:solidFill>
                <a:cs typeface="TelenorEvolutionPPT-Light" panose="020B0604020202020204" charset="0"/>
              </a:rPr>
              <a:t>  fra dette panelet.</a:t>
            </a:r>
          </a:p>
          <a:p>
            <a:pPr lvl="0">
              <a:lnSpc>
                <a:spcPct val="110000"/>
              </a:lnSpc>
            </a:pPr>
            <a:r>
              <a:rPr lang="nb" sz="800" b="0" i="0" noProof="1">
                <a:solidFill>
                  <a:srgbClr val="070451"/>
                </a:solidFill>
                <a:cs typeface="TelenorEvolutionPPT-Light" panose="020B0604020202020204" charset="0"/>
              </a:rPr>
              <a:t>Sørg alltid for tilstrekkelig kontrast mellom bakgrunn, tekst og logo.</a:t>
            </a:r>
            <a:endParaRPr lang="en-GB" sz="1100" b="0" i="0" noProof="1">
              <a:solidFill>
                <a:srgbClr val="070451"/>
              </a:solidFill>
              <a:cs typeface="TelenorEvolutionPPT-Light" panose="020B060402020202020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01632941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:adec="http://schemas.microsoft.com/office/drawing/2017/decorative" xmlns:a16="http://schemas.microsoft.com/office/drawing/2014/main" xmlns="">
      <p:transition spd="med">
        <p:fade/>
      </p:transition>
    </mc:Fallback>
  </mc:AlternateContent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only Mid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Section title">
            <a:extLst>
              <a:ext uri="{FF2B5EF4-FFF2-40B4-BE49-F238E27FC236}">
                <a16:creationId xmlns:a16="http://schemas.microsoft.com/office/drawing/2014/main" id="{7C983ED9-314D-9A08-FCE1-9049C5CA20D4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540072" y="504001"/>
            <a:ext cx="724651" cy="252377"/>
          </a:xfrm>
        </p:spPr>
        <p:txBody>
          <a:bodyPr wrap="none">
            <a:sp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600">
                <a:solidFill>
                  <a:schemeClr val="tx2"/>
                </a:solidFill>
              </a:defRPr>
            </a:lvl1pPr>
            <a:lvl2pPr marL="216000" indent="0">
              <a:buNone/>
              <a:defRPr sz="1600"/>
            </a:lvl2pPr>
            <a:lvl3pPr marL="468000" indent="0">
              <a:buNone/>
              <a:defRPr sz="1600"/>
            </a:lvl3pPr>
            <a:lvl4pPr marL="720000" indent="0">
              <a:buNone/>
              <a:defRPr sz="1600"/>
            </a:lvl4pPr>
            <a:lvl5pPr marL="938213" indent="0">
              <a:buNone/>
              <a:defRPr sz="1600"/>
            </a:lvl5pPr>
          </a:lstStyle>
          <a:p>
            <a:pPr lvl="0"/>
            <a:r>
              <a:rPr lang="nb"/>
              <a:t>Seksjon</a:t>
            </a:r>
            <a:endParaRPr lang="nb-NO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A9F76A3-9772-2EB1-0FBF-6D46B7DAD07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39998" y="859515"/>
            <a:ext cx="8640000" cy="1123200"/>
          </a:xfrm>
        </p:spPr>
        <p:txBody>
          <a:bodyPr/>
          <a:lstStyle>
            <a:lvl1pPr>
              <a:defRPr sz="4500" b="1" i="1">
                <a:latin typeface="+mj-lt"/>
              </a:defRPr>
            </a:lvl1pPr>
          </a:lstStyle>
          <a:p>
            <a:r>
              <a:rPr lang="nb" dirty="0"/>
              <a:t>Klikk for å redigere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18885A1-54BB-EE9B-F962-8B6360ECE23C}"/>
              </a:ext>
            </a:extLst>
          </p:cNvPr>
          <p:cNvSpPr>
            <a:spLocks noGrp="1"/>
          </p:cNvSpPr>
          <p:nvPr>
            <p:ph type="dt" sz="half" idx="15"/>
          </p:nvPr>
        </p:nvSpPr>
        <p:spPr/>
        <p:txBody>
          <a:bodyPr/>
          <a:lstStyle/>
          <a:p>
            <a:fld id="{3537F03E-C082-744C-9348-E53F11F09F47}" type="datetime1">
              <a:rPr lang="nb-NO" smtClean="0"/>
              <a:t>18.09.2026</a:t>
            </a:fld>
            <a:endParaRPr lang="en-GB"/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0C401ACA-E9F2-E265-F6E4-D3455440710E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1D9E9AE9-185C-D954-A026-E04B1904DF73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/>
        <p:txBody>
          <a:bodyPr/>
          <a:lstStyle/>
          <a:p>
            <a:fld id="{608810A5-7811-344D-9AE9-EC83104FB54D}" type="slidenum">
              <a:rPr lang="en-GB" smtClean="0"/>
              <a:t>‹#›</a:t>
            </a:fld>
            <a:endParaRPr lang="en-GB"/>
          </a:p>
        </p:txBody>
      </p:sp>
      <p:sp>
        <p:nvSpPr>
          <p:cNvPr id="3" name="TekstSylinder 50">
            <a:extLst>
              <a:ext uri="{FF2B5EF4-FFF2-40B4-BE49-F238E27FC236}">
                <a16:creationId xmlns:a16="http://schemas.microsoft.com/office/drawing/2014/main" id="{19208820-B208-3762-A18F-A8FB143E6F5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/>
          <p:nvPr userDrawn="1"/>
        </p:nvSpPr>
        <p:spPr>
          <a:xfrm>
            <a:off x="12627096" y="4105715"/>
            <a:ext cx="2178795" cy="2032530"/>
          </a:xfrm>
          <a:prstGeom prst="rect">
            <a:avLst/>
          </a:prstGeom>
          <a:noFill/>
        </p:spPr>
        <p:txBody>
          <a:bodyPr wrap="square" lIns="0" tIns="108000" rIns="0" bIns="0" rtlCol="0">
            <a:spAutoFit/>
          </a:bodyPr>
          <a:lstStyle>
            <a:defPPr>
              <a:defRPr lang="en-NO"/>
            </a:defPPr>
            <a:lvl1pPr>
              <a:spcAft>
                <a:spcPts val="600"/>
              </a:spcAft>
              <a:defRPr b="0" i="0">
                <a:cs typeface="Arial" panose="020B0604020202020204" pitchFamily="34" charset="0"/>
              </a:defRPr>
            </a:lvl1pPr>
          </a:lstStyle>
          <a:p>
            <a:pPr lvl="0"/>
            <a:r>
              <a:rPr lang="nb" sz="1200" b="0" i="0" noProof="1">
                <a:solidFill>
                  <a:srgbClr val="070451"/>
                </a:solidFill>
                <a:latin typeface="+mj-lt"/>
                <a:cs typeface="TelenorEvolutionPPT-Light" panose="020B0604020202020204" charset="0"/>
              </a:rPr>
              <a:t>Endre farger</a:t>
            </a:r>
          </a:p>
          <a:p>
            <a:pPr lvl="0">
              <a:lnSpc>
                <a:spcPct val="120000"/>
              </a:lnSpc>
            </a:pPr>
            <a:r>
              <a:rPr lang="nb" sz="800" b="0" i="0" noProof="1">
                <a:solidFill>
                  <a:srgbClr val="070451"/>
                </a:solidFill>
                <a:latin typeface="+mj-lt"/>
                <a:cs typeface="TelenorEvolutionPPT-Light" panose="020B0604020202020204" charset="0"/>
              </a:rPr>
              <a:t>Gjør følgende for å endre bakgrunnsfarge:</a:t>
            </a:r>
          </a:p>
          <a:p>
            <a:pPr lvl="0">
              <a:lnSpc>
                <a:spcPct val="110000"/>
              </a:lnSpc>
            </a:pPr>
            <a:r>
              <a:rPr lang="nb" sz="800" b="0" i="0" noProof="1">
                <a:solidFill>
                  <a:srgbClr val="070451"/>
                </a:solidFill>
                <a:cs typeface="TelenorEvolutionPPT-Light" panose="020B0604020202020204" charset="0"/>
              </a:rPr>
              <a:t>Høyreklikk på lysbildet ditt, velg "formater bakgrunn" for å åpne "formatruten".</a:t>
            </a:r>
          </a:p>
          <a:p>
            <a:pPr lvl="0">
              <a:lnSpc>
                <a:spcPct val="110000"/>
              </a:lnSpc>
            </a:pPr>
            <a:r>
              <a:rPr lang="nb" sz="800" b="0" i="0" noProof="1">
                <a:solidFill>
                  <a:srgbClr val="070451"/>
                </a:solidFill>
                <a:cs typeface="TelenorEvolutionPPT-Light" panose="020B0604020202020204" charset="0"/>
              </a:rPr>
              <a:t>I formatruten velger du «Heldekkende fyll» og endrer «fyllfarge». </a:t>
            </a:r>
          </a:p>
          <a:p>
            <a:pPr lvl="0">
              <a:lnSpc>
                <a:spcPct val="110000"/>
              </a:lnSpc>
            </a:pPr>
            <a:r>
              <a:rPr lang="nb" sz="800" b="0" i="0" noProof="1">
                <a:solidFill>
                  <a:srgbClr val="070451"/>
                </a:solidFill>
                <a:cs typeface="TelenorEvolutionPPT-Light" panose="020B0604020202020204" charset="0"/>
              </a:rPr>
              <a:t>Bruk en av temafargene </a:t>
            </a:r>
            <a:r>
              <a:rPr lang="nb" sz="800" b="0" i="0" noProof="1">
                <a:solidFill>
                  <a:srgbClr val="070451"/>
                </a:solidFill>
                <a:latin typeface="+mj-lt"/>
                <a:cs typeface="TelenorEvolutionPPT-Light" panose="020B0604020202020204" charset="0"/>
              </a:rPr>
              <a:t>eller</a:t>
            </a:r>
            <a:r>
              <a:rPr lang="nb" sz="800" b="0" i="0" noProof="1">
                <a:solidFill>
                  <a:srgbClr val="070451"/>
                </a:solidFill>
                <a:cs typeface="TelenorEvolutionPPT-Light" panose="020B0604020202020204" charset="0"/>
              </a:rPr>
              <a:t> velg "flere farger" og bruk pipetten til å øyedroppe en av </a:t>
            </a:r>
            <a:r>
              <a:rPr lang="nb" sz="800" b="0" i="0" noProof="1">
                <a:solidFill>
                  <a:srgbClr val="070451"/>
                </a:solidFill>
                <a:latin typeface="+mj-lt"/>
                <a:cs typeface="TelenorEvolutionPPT-Light" panose="020B0604020202020204" charset="0"/>
              </a:rPr>
              <a:t>bakgrunnsfargene</a:t>
            </a:r>
            <a:r>
              <a:rPr lang="nb" sz="800" b="0" i="0" noProof="1">
                <a:solidFill>
                  <a:srgbClr val="070451"/>
                </a:solidFill>
                <a:cs typeface="TelenorEvolutionPPT-Light" panose="020B0604020202020204" charset="0"/>
              </a:rPr>
              <a:t>  fra dette panelet.</a:t>
            </a:r>
          </a:p>
          <a:p>
            <a:pPr lvl="0">
              <a:lnSpc>
                <a:spcPct val="110000"/>
              </a:lnSpc>
            </a:pPr>
            <a:r>
              <a:rPr lang="nb" sz="800" b="0" i="0" noProof="1">
                <a:solidFill>
                  <a:srgbClr val="070451"/>
                </a:solidFill>
                <a:cs typeface="TelenorEvolutionPPT-Light" panose="020B0604020202020204" charset="0"/>
              </a:rPr>
              <a:t>Sørg alltid for tilstrekkelig kontrast mellom bakgrunn, tekst og logo.</a:t>
            </a:r>
            <a:endParaRPr lang="en-GB" sz="1100" b="0" i="0" noProof="1">
              <a:solidFill>
                <a:srgbClr val="070451"/>
              </a:solidFill>
              <a:cs typeface="TelenorEvolutionPPT-Light" panose="020B060402020202020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991894839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:p15="http://schemas.microsoft.com/office/powerpoint/2012/main" xmlns:adec="http://schemas.microsoft.com/office/drawing/2017/decorative" xmlns:a16="http://schemas.microsoft.com/office/drawing/2014/main"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/>
    </p:ext>
  </p:extLst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1ADB737-BBA1-D441-1FB6-01D052B3B3A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40071" y="504001"/>
            <a:ext cx="724557" cy="292388"/>
          </a:xfrm>
        </p:spPr>
        <p:txBody>
          <a:bodyPr wrap="none">
            <a:spAutoFit/>
          </a:bodyPr>
          <a:lstStyle>
            <a:lvl1pPr>
              <a:lnSpc>
                <a:spcPct val="100000"/>
              </a:lnSpc>
              <a:defRPr sz="1600"/>
            </a:lvl1pPr>
          </a:lstStyle>
          <a:p>
            <a:r>
              <a:rPr lang="nb"/>
              <a:t>Seksjon</a:t>
            </a:r>
            <a:endParaRPr lang="nb-NO"/>
          </a:p>
        </p:txBody>
      </p:sp>
      <p:sp>
        <p:nvSpPr>
          <p:cNvPr id="9" name="Date Placeholder 8">
            <a:extLst>
              <a:ext uri="{FF2B5EF4-FFF2-40B4-BE49-F238E27FC236}">
                <a16:creationId xmlns:a16="http://schemas.microsoft.com/office/drawing/2014/main" id="{C822A581-7119-3836-D55F-04CF4404D31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9F88EA-ADA6-554F-BA1C-78255CBA13AD}" type="datetime1">
              <a:rPr lang="nb-NO" smtClean="0"/>
              <a:t>18.09.2026</a:t>
            </a:fld>
            <a:endParaRPr lang="en-GB"/>
          </a:p>
        </p:txBody>
      </p:sp>
      <p:sp>
        <p:nvSpPr>
          <p:cNvPr id="10" name="Footer Placeholder 9">
            <a:extLst>
              <a:ext uri="{FF2B5EF4-FFF2-40B4-BE49-F238E27FC236}">
                <a16:creationId xmlns:a16="http://schemas.microsoft.com/office/drawing/2014/main" id="{95C709FF-7147-B96E-1794-0CE8E103EC7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11" name="Slide Number Placeholder 10">
            <a:extLst>
              <a:ext uri="{FF2B5EF4-FFF2-40B4-BE49-F238E27FC236}">
                <a16:creationId xmlns:a16="http://schemas.microsoft.com/office/drawing/2014/main" id="{4A479E0C-8BA9-F45A-DDDD-968B3BFA6B6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8810A5-7811-344D-9AE9-EC83104FB54D}" type="slidenum">
              <a:rPr lang="en-GB" smtClean="0"/>
              <a:t>‹#›</a:t>
            </a:fld>
            <a:endParaRPr lang="en-GB"/>
          </a:p>
        </p:txBody>
      </p:sp>
      <p:sp>
        <p:nvSpPr>
          <p:cNvPr id="3" name="TekstSylinder 50">
            <a:extLst>
              <a:ext uri="{FF2B5EF4-FFF2-40B4-BE49-F238E27FC236}">
                <a16:creationId xmlns:a16="http://schemas.microsoft.com/office/drawing/2014/main" id="{6DE18FA5-E550-2C0F-29A7-8A808C63628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/>
          <p:nvPr userDrawn="1"/>
        </p:nvSpPr>
        <p:spPr>
          <a:xfrm>
            <a:off x="12627096" y="4105715"/>
            <a:ext cx="2178795" cy="2032530"/>
          </a:xfrm>
          <a:prstGeom prst="rect">
            <a:avLst/>
          </a:prstGeom>
          <a:noFill/>
        </p:spPr>
        <p:txBody>
          <a:bodyPr wrap="square" lIns="0" tIns="108000" rIns="0" bIns="0" rtlCol="0">
            <a:spAutoFit/>
          </a:bodyPr>
          <a:lstStyle>
            <a:defPPr>
              <a:defRPr lang="en-NO"/>
            </a:defPPr>
            <a:lvl1pPr>
              <a:spcAft>
                <a:spcPts val="600"/>
              </a:spcAft>
              <a:defRPr b="0" i="0">
                <a:cs typeface="Arial" panose="020B0604020202020204" pitchFamily="34" charset="0"/>
              </a:defRPr>
            </a:lvl1pPr>
          </a:lstStyle>
          <a:p>
            <a:pPr lvl="0"/>
            <a:r>
              <a:rPr lang="nb" sz="1200" b="0" i="0" noProof="1">
                <a:solidFill>
                  <a:srgbClr val="070451"/>
                </a:solidFill>
                <a:latin typeface="+mj-lt"/>
                <a:cs typeface="TelenorEvolutionPPT-Light" panose="020B0604020202020204" charset="0"/>
              </a:rPr>
              <a:t>Endre farger</a:t>
            </a:r>
          </a:p>
          <a:p>
            <a:pPr lvl="0">
              <a:lnSpc>
                <a:spcPct val="120000"/>
              </a:lnSpc>
            </a:pPr>
            <a:r>
              <a:rPr lang="nb" sz="800" b="0" i="0" noProof="1">
                <a:solidFill>
                  <a:srgbClr val="070451"/>
                </a:solidFill>
                <a:latin typeface="+mj-lt"/>
                <a:cs typeface="TelenorEvolutionPPT-Light" panose="020B0604020202020204" charset="0"/>
              </a:rPr>
              <a:t>Gjør følgende for å endre bakgrunnsfarge:</a:t>
            </a:r>
          </a:p>
          <a:p>
            <a:pPr lvl="0">
              <a:lnSpc>
                <a:spcPct val="110000"/>
              </a:lnSpc>
            </a:pPr>
            <a:r>
              <a:rPr lang="nb" sz="800" b="0" i="0" noProof="1">
                <a:solidFill>
                  <a:srgbClr val="070451"/>
                </a:solidFill>
                <a:cs typeface="TelenorEvolutionPPT-Light" panose="020B0604020202020204" charset="0"/>
              </a:rPr>
              <a:t>Høyreklikk på lysbildet ditt, velg "formater bakgrunn" for å åpne "formatruten".</a:t>
            </a:r>
          </a:p>
          <a:p>
            <a:pPr lvl="0">
              <a:lnSpc>
                <a:spcPct val="110000"/>
              </a:lnSpc>
            </a:pPr>
            <a:r>
              <a:rPr lang="nb" sz="800" b="0" i="0" noProof="1">
                <a:solidFill>
                  <a:srgbClr val="070451"/>
                </a:solidFill>
                <a:cs typeface="TelenorEvolutionPPT-Light" panose="020B0604020202020204" charset="0"/>
              </a:rPr>
              <a:t>I formatruten velger du «Heldekkende fyll» og endrer «fyllfarge». </a:t>
            </a:r>
          </a:p>
          <a:p>
            <a:pPr lvl="0">
              <a:lnSpc>
                <a:spcPct val="110000"/>
              </a:lnSpc>
            </a:pPr>
            <a:r>
              <a:rPr lang="nb" sz="800" b="0" i="0" noProof="1">
                <a:solidFill>
                  <a:srgbClr val="070451"/>
                </a:solidFill>
                <a:cs typeface="TelenorEvolutionPPT-Light" panose="020B0604020202020204" charset="0"/>
              </a:rPr>
              <a:t>Bruk en av temafargene </a:t>
            </a:r>
            <a:r>
              <a:rPr lang="nb" sz="800" b="0" i="0" noProof="1">
                <a:solidFill>
                  <a:srgbClr val="070451"/>
                </a:solidFill>
                <a:latin typeface="+mj-lt"/>
                <a:cs typeface="TelenorEvolutionPPT-Light" panose="020B0604020202020204" charset="0"/>
              </a:rPr>
              <a:t>eller</a:t>
            </a:r>
            <a:r>
              <a:rPr lang="nb" sz="800" b="0" i="0" noProof="1">
                <a:solidFill>
                  <a:srgbClr val="070451"/>
                </a:solidFill>
                <a:cs typeface="TelenorEvolutionPPT-Light" panose="020B0604020202020204" charset="0"/>
              </a:rPr>
              <a:t> velg "flere farger" og bruk pipetten til å øyedroppe en av </a:t>
            </a:r>
            <a:r>
              <a:rPr lang="nb" sz="800" b="0" i="0" noProof="1">
                <a:solidFill>
                  <a:srgbClr val="070451"/>
                </a:solidFill>
                <a:latin typeface="+mj-lt"/>
                <a:cs typeface="TelenorEvolutionPPT-Light" panose="020B0604020202020204" charset="0"/>
              </a:rPr>
              <a:t>bakgrunnsfargene</a:t>
            </a:r>
            <a:r>
              <a:rPr lang="nb" sz="800" b="0" i="0" noProof="1">
                <a:solidFill>
                  <a:srgbClr val="070451"/>
                </a:solidFill>
                <a:cs typeface="TelenorEvolutionPPT-Light" panose="020B0604020202020204" charset="0"/>
              </a:rPr>
              <a:t>  fra dette panelet.</a:t>
            </a:r>
          </a:p>
          <a:p>
            <a:pPr lvl="0">
              <a:lnSpc>
                <a:spcPct val="110000"/>
              </a:lnSpc>
            </a:pPr>
            <a:r>
              <a:rPr lang="nb" sz="800" b="0" i="0" noProof="1">
                <a:solidFill>
                  <a:srgbClr val="070451"/>
                </a:solidFill>
                <a:cs typeface="TelenorEvolutionPPT-Light" panose="020B0604020202020204" charset="0"/>
              </a:rPr>
              <a:t>Sørg alltid for tilstrekkelig kontrast mellom bakgrunn, tekst og logo.</a:t>
            </a:r>
            <a:endParaRPr lang="en-GB" sz="1100" b="0" i="0" noProof="1">
              <a:solidFill>
                <a:srgbClr val="070451"/>
              </a:solidFill>
              <a:cs typeface="TelenorEvolutionPPT-Light" panose="020B060402020202020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04450137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:adec="http://schemas.microsoft.com/office/drawing/2017/decorative" xmlns:a16="http://schemas.microsoft.com/office/drawing/2014/main" xmlns="">
      <p:transition spd="med">
        <p:fade/>
      </p:transition>
    </mc:Fallback>
  </mc:AlternateContent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Blank Dark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1ADB737-BBA1-D441-1FB6-01D052B3B3A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40071" y="504001"/>
            <a:ext cx="724557" cy="292388"/>
          </a:xfrm>
        </p:spPr>
        <p:txBody>
          <a:bodyPr wrap="none">
            <a:spAutoFit/>
          </a:bodyPr>
          <a:lstStyle>
            <a:lvl1pPr>
              <a:lnSpc>
                <a:spcPct val="100000"/>
              </a:lnSpc>
              <a:defRPr sz="1600"/>
            </a:lvl1pPr>
          </a:lstStyle>
          <a:p>
            <a:r>
              <a:rPr lang="nb"/>
              <a:t>Seksjon</a:t>
            </a:r>
            <a:endParaRPr lang="nb-NO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AE3839D-E356-406C-F658-8D54D4FC32C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86C10E-F96E-394D-B3CC-AC5D39981C18}" type="datetime1">
              <a:rPr lang="nb-NO" smtClean="0"/>
              <a:t>18.09.2026</a:t>
            </a:fld>
            <a:endParaRPr lang="en-GB"/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CE7C9463-E37C-710A-46F1-FAA12A02559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1FD3633C-83AF-F473-B47E-4FFC1F36A27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8810A5-7811-344D-9AE9-EC83104FB54D}" type="slidenum">
              <a:rPr lang="en-GB" smtClean="0"/>
              <a:t>‹#›</a:t>
            </a:fld>
            <a:endParaRPr lang="en-GB"/>
          </a:p>
        </p:txBody>
      </p:sp>
      <p:sp>
        <p:nvSpPr>
          <p:cNvPr id="3" name="TekstSylinder 50">
            <a:extLst>
              <a:ext uri="{FF2B5EF4-FFF2-40B4-BE49-F238E27FC236}">
                <a16:creationId xmlns:a16="http://schemas.microsoft.com/office/drawing/2014/main" id="{2FB7E2D4-5F95-C2A6-DA6C-B5A39505BB2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/>
          <p:nvPr userDrawn="1"/>
        </p:nvSpPr>
        <p:spPr>
          <a:xfrm>
            <a:off x="12627096" y="4105715"/>
            <a:ext cx="2178795" cy="2032530"/>
          </a:xfrm>
          <a:prstGeom prst="rect">
            <a:avLst/>
          </a:prstGeom>
          <a:noFill/>
        </p:spPr>
        <p:txBody>
          <a:bodyPr wrap="square" lIns="0" tIns="108000" rIns="0" bIns="0" rtlCol="0">
            <a:spAutoFit/>
          </a:bodyPr>
          <a:lstStyle>
            <a:defPPr>
              <a:defRPr lang="en-NO"/>
            </a:defPPr>
            <a:lvl1pPr>
              <a:spcAft>
                <a:spcPts val="600"/>
              </a:spcAft>
              <a:defRPr b="0" i="0">
                <a:cs typeface="Arial" panose="020B0604020202020204" pitchFamily="34" charset="0"/>
              </a:defRPr>
            </a:lvl1pPr>
          </a:lstStyle>
          <a:p>
            <a:pPr lvl="0"/>
            <a:r>
              <a:rPr lang="nb" sz="1200" b="0" i="0" noProof="1">
                <a:solidFill>
                  <a:srgbClr val="070451"/>
                </a:solidFill>
                <a:latin typeface="+mj-lt"/>
                <a:cs typeface="TelenorEvolutionPPT-Light" panose="020B0604020202020204" charset="0"/>
              </a:rPr>
              <a:t>Endre farger</a:t>
            </a:r>
          </a:p>
          <a:p>
            <a:pPr lvl="0">
              <a:lnSpc>
                <a:spcPct val="120000"/>
              </a:lnSpc>
            </a:pPr>
            <a:r>
              <a:rPr lang="nb" sz="800" b="0" i="0" noProof="1">
                <a:solidFill>
                  <a:srgbClr val="070451"/>
                </a:solidFill>
                <a:latin typeface="+mj-lt"/>
                <a:cs typeface="TelenorEvolutionPPT-Light" panose="020B0604020202020204" charset="0"/>
              </a:rPr>
              <a:t>Gjør følgende for å endre bakgrunnsfarge:</a:t>
            </a:r>
          </a:p>
          <a:p>
            <a:pPr lvl="0">
              <a:lnSpc>
                <a:spcPct val="110000"/>
              </a:lnSpc>
            </a:pPr>
            <a:r>
              <a:rPr lang="nb" sz="800" b="0" i="0" noProof="1">
                <a:solidFill>
                  <a:srgbClr val="070451"/>
                </a:solidFill>
                <a:cs typeface="TelenorEvolutionPPT-Light" panose="020B0604020202020204" charset="0"/>
              </a:rPr>
              <a:t>Høyreklikk på lysbildet ditt, velg "formater bakgrunn" for å åpne "formatruten".</a:t>
            </a:r>
          </a:p>
          <a:p>
            <a:pPr lvl="0">
              <a:lnSpc>
                <a:spcPct val="110000"/>
              </a:lnSpc>
            </a:pPr>
            <a:r>
              <a:rPr lang="nb" sz="800" b="0" i="0" noProof="1">
                <a:solidFill>
                  <a:srgbClr val="070451"/>
                </a:solidFill>
                <a:cs typeface="TelenorEvolutionPPT-Light" panose="020B0604020202020204" charset="0"/>
              </a:rPr>
              <a:t>I formatruten velger du «Heldekkende fyll» og endrer «fyllfarge». </a:t>
            </a:r>
          </a:p>
          <a:p>
            <a:pPr lvl="0">
              <a:lnSpc>
                <a:spcPct val="110000"/>
              </a:lnSpc>
            </a:pPr>
            <a:r>
              <a:rPr lang="nb" sz="800" b="0" i="0" noProof="1">
                <a:solidFill>
                  <a:srgbClr val="070451"/>
                </a:solidFill>
                <a:cs typeface="TelenorEvolutionPPT-Light" panose="020B0604020202020204" charset="0"/>
              </a:rPr>
              <a:t>Bruk en av temafargene </a:t>
            </a:r>
            <a:r>
              <a:rPr lang="nb" sz="800" b="0" i="0" noProof="1">
                <a:solidFill>
                  <a:srgbClr val="070451"/>
                </a:solidFill>
                <a:latin typeface="+mj-lt"/>
                <a:cs typeface="TelenorEvolutionPPT-Light" panose="020B0604020202020204" charset="0"/>
              </a:rPr>
              <a:t>eller</a:t>
            </a:r>
            <a:r>
              <a:rPr lang="nb" sz="800" b="0" i="0" noProof="1">
                <a:solidFill>
                  <a:srgbClr val="070451"/>
                </a:solidFill>
                <a:cs typeface="TelenorEvolutionPPT-Light" panose="020B0604020202020204" charset="0"/>
              </a:rPr>
              <a:t> velg "flere farger" og bruk pipetten til å øyedroppe en av </a:t>
            </a:r>
            <a:r>
              <a:rPr lang="nb" sz="800" b="0" i="0" noProof="1">
                <a:solidFill>
                  <a:srgbClr val="070451"/>
                </a:solidFill>
                <a:latin typeface="+mj-lt"/>
                <a:cs typeface="TelenorEvolutionPPT-Light" panose="020B0604020202020204" charset="0"/>
              </a:rPr>
              <a:t>bakgrunnsfargene</a:t>
            </a:r>
            <a:r>
              <a:rPr lang="nb" sz="800" b="0" i="0" noProof="1">
                <a:solidFill>
                  <a:srgbClr val="070451"/>
                </a:solidFill>
                <a:cs typeface="TelenorEvolutionPPT-Light" panose="020B0604020202020204" charset="0"/>
              </a:rPr>
              <a:t>  fra dette panelet.</a:t>
            </a:r>
          </a:p>
          <a:p>
            <a:pPr lvl="0">
              <a:lnSpc>
                <a:spcPct val="110000"/>
              </a:lnSpc>
            </a:pPr>
            <a:r>
              <a:rPr lang="nb" sz="800" b="0" i="0" noProof="1">
                <a:solidFill>
                  <a:srgbClr val="070451"/>
                </a:solidFill>
                <a:cs typeface="TelenorEvolutionPPT-Light" panose="020B0604020202020204" charset="0"/>
              </a:rPr>
              <a:t>Sørg alltid for tilstrekkelig kontrast mellom bakgrunn, tekst og logo.</a:t>
            </a:r>
            <a:endParaRPr lang="en-GB" sz="1100" b="0" i="0" noProof="1">
              <a:solidFill>
                <a:srgbClr val="070451"/>
              </a:solidFill>
              <a:cs typeface="TelenorEvolutionPPT-Light" panose="020B060402020202020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891330648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:adec="http://schemas.microsoft.com/office/drawing/2017/decorative" xmlns:a16="http://schemas.microsoft.com/office/drawing/2014/main" xmlns="">
      <p:transition spd="med">
        <p:fade/>
      </p:transition>
    </mc:Fallback>
  </mc:AlternateContent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tatement Soft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Section title">
            <a:extLst>
              <a:ext uri="{FF2B5EF4-FFF2-40B4-BE49-F238E27FC236}">
                <a16:creationId xmlns:a16="http://schemas.microsoft.com/office/drawing/2014/main" id="{0501F295-BAAF-59A9-812D-E95731BA4BA9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540072" y="504001"/>
            <a:ext cx="724651" cy="252377"/>
          </a:xfrm>
        </p:spPr>
        <p:txBody>
          <a:bodyPr wrap="none">
            <a:sp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600">
                <a:solidFill>
                  <a:schemeClr val="tx2"/>
                </a:solidFill>
              </a:defRPr>
            </a:lvl1pPr>
            <a:lvl2pPr marL="216000" indent="0">
              <a:buNone/>
              <a:defRPr sz="1600"/>
            </a:lvl2pPr>
            <a:lvl3pPr marL="468000" indent="0">
              <a:buNone/>
              <a:defRPr sz="1600"/>
            </a:lvl3pPr>
            <a:lvl4pPr marL="720000" indent="0">
              <a:buNone/>
              <a:defRPr sz="1600"/>
            </a:lvl4pPr>
            <a:lvl5pPr marL="938213" indent="0">
              <a:buNone/>
              <a:defRPr sz="1600"/>
            </a:lvl5pPr>
          </a:lstStyle>
          <a:p>
            <a:pPr lvl="0"/>
            <a:r>
              <a:rPr lang="nb"/>
              <a:t>Seksjon</a:t>
            </a:r>
            <a:endParaRPr lang="nb-NO"/>
          </a:p>
        </p:txBody>
      </p:sp>
      <p:sp>
        <p:nvSpPr>
          <p:cNvPr id="3" name="Text Placeholder 13">
            <a:extLst>
              <a:ext uri="{FF2B5EF4-FFF2-40B4-BE49-F238E27FC236}">
                <a16:creationId xmlns:a16="http://schemas.microsoft.com/office/drawing/2014/main" id="{63CF780C-4B46-044F-B5B5-D7C0E1906D79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39820" y="5664635"/>
            <a:ext cx="5087462" cy="665567"/>
          </a:xfrm>
        </p:spPr>
        <p:txBody>
          <a:bodyPr anchor="b" anchorCtr="0">
            <a:spAutoFit/>
          </a:bodyPr>
          <a:lstStyle>
            <a:lvl1pPr marL="0" indent="0">
              <a:lnSpc>
                <a:spcPct val="110000"/>
              </a:lnSpc>
              <a:spcBef>
                <a:spcPts val="0"/>
              </a:spcBef>
              <a:buNone/>
              <a:defRPr sz="1800">
                <a:solidFill>
                  <a:schemeClr val="tx1"/>
                </a:solidFill>
              </a:defRPr>
            </a:lvl1pPr>
            <a:lvl2pPr marL="180975" indent="-180000">
              <a:lnSpc>
                <a:spcPct val="110000"/>
              </a:lnSpc>
              <a:buFont typeface="Arial" panose="020B0604020202020204" pitchFamily="34" charset="0"/>
              <a:buChar char="•"/>
              <a:tabLst/>
              <a:defRPr sz="1800">
                <a:solidFill>
                  <a:schemeClr val="tx1"/>
                </a:solidFill>
              </a:defRPr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</a:lstStyle>
          <a:p>
            <a:pPr lvl="0"/>
            <a:r>
              <a:rPr lang="nb" dirty="0"/>
              <a:t>Klikk for å redigere</a:t>
            </a:r>
          </a:p>
          <a:p>
            <a:pPr lvl="1"/>
            <a:r>
              <a:rPr lang="nb" dirty="0"/>
              <a:t>Andre nivå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7C78F10-F851-E87B-1E51-A098D054FD3C}"/>
              </a:ext>
            </a:extLst>
          </p:cNvPr>
          <p:cNvSpPr>
            <a:spLocks noGrp="1"/>
          </p:cNvSpPr>
          <p:nvPr>
            <p:ph type="dt" sz="half" idx="21"/>
          </p:nvPr>
        </p:nvSpPr>
        <p:spPr>
          <a:xfrm>
            <a:off x="540000" y="10800000"/>
            <a:ext cx="720475" cy="151200"/>
          </a:xfrm>
        </p:spPr>
        <p:txBody>
          <a:bodyPr/>
          <a:lstStyle/>
          <a:p>
            <a:fld id="{D55FE30D-76D0-B04C-9714-53DA24FF403D}" type="datetime1">
              <a:rPr lang="nb-NO" smtClean="0"/>
              <a:t>18.09.2026</a:t>
            </a:fld>
            <a:endParaRPr lang="en-GB"/>
          </a:p>
        </p:txBody>
      </p:sp>
      <p:sp>
        <p:nvSpPr>
          <p:cNvPr id="10" name="Footer Placeholder 9">
            <a:extLst>
              <a:ext uri="{FF2B5EF4-FFF2-40B4-BE49-F238E27FC236}">
                <a16:creationId xmlns:a16="http://schemas.microsoft.com/office/drawing/2014/main" id="{CE74DD96-AB5B-830E-2826-E6C691F5C3CE}"/>
              </a:ext>
            </a:extLst>
          </p:cNvPr>
          <p:cNvSpPr>
            <a:spLocks noGrp="1"/>
          </p:cNvSpPr>
          <p:nvPr>
            <p:ph type="ftr" sz="quarter" idx="22"/>
          </p:nvPr>
        </p:nvSpPr>
        <p:spPr>
          <a:xfrm>
            <a:off x="1260475" y="10800000"/>
            <a:ext cx="9671049" cy="151200"/>
          </a:xfrm>
        </p:spPr>
        <p:txBody>
          <a:bodyPr/>
          <a:lstStyle/>
          <a:p>
            <a:endParaRPr lang="en-GB"/>
          </a:p>
        </p:txBody>
      </p:sp>
      <p:sp>
        <p:nvSpPr>
          <p:cNvPr id="11" name="Slide Number Placeholder 10">
            <a:extLst>
              <a:ext uri="{FF2B5EF4-FFF2-40B4-BE49-F238E27FC236}">
                <a16:creationId xmlns:a16="http://schemas.microsoft.com/office/drawing/2014/main" id="{5F54C595-8626-9C80-6ABA-BFB173793977}"/>
              </a:ext>
            </a:extLst>
          </p:cNvPr>
          <p:cNvSpPr>
            <a:spLocks noGrp="1"/>
          </p:cNvSpPr>
          <p:nvPr>
            <p:ph type="sldNum" sz="quarter" idx="23"/>
          </p:nvPr>
        </p:nvSpPr>
        <p:spPr/>
        <p:txBody>
          <a:bodyPr/>
          <a:lstStyle/>
          <a:p>
            <a:fld id="{608810A5-7811-344D-9AE9-EC83104FB54D}" type="slidenum">
              <a:rPr lang="en-GB" smtClean="0"/>
              <a:t>‹#›</a:t>
            </a:fld>
            <a:endParaRPr lang="en-GB"/>
          </a:p>
        </p:txBody>
      </p:sp>
      <p:sp>
        <p:nvSpPr>
          <p:cNvPr id="6" name="Tittel 5">
            <a:extLst>
              <a:ext uri="{FF2B5EF4-FFF2-40B4-BE49-F238E27FC236}">
                <a16:creationId xmlns:a16="http://schemas.microsoft.com/office/drawing/2014/main" id="{C717AC47-3295-7CE9-88DD-B01B65B2A15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39999" y="950385"/>
            <a:ext cx="11113200" cy="4434415"/>
          </a:xfrm>
        </p:spPr>
        <p:txBody>
          <a:bodyPr>
            <a:normAutofit/>
          </a:bodyPr>
          <a:lstStyle>
            <a:lvl1pPr>
              <a:defRPr sz="6000" b="1" i="1" kern="4000" spc="-100" baseline="0">
                <a:latin typeface="+mj-lt"/>
              </a:defRPr>
            </a:lvl1pPr>
          </a:lstStyle>
          <a:p>
            <a:r>
              <a:rPr lang="nb" dirty="0"/>
              <a:t>Klikk for å redigere</a:t>
            </a:r>
            <a:endParaRPr lang="en-GB" dirty="0"/>
          </a:p>
        </p:txBody>
      </p:sp>
      <p:sp>
        <p:nvSpPr>
          <p:cNvPr id="2" name="TekstSylinder 50">
            <a:extLst>
              <a:ext uri="{FF2B5EF4-FFF2-40B4-BE49-F238E27FC236}">
                <a16:creationId xmlns:a16="http://schemas.microsoft.com/office/drawing/2014/main" id="{DBCB824A-3901-2E26-0727-0C10009E9D9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/>
          <p:nvPr userDrawn="1"/>
        </p:nvSpPr>
        <p:spPr>
          <a:xfrm>
            <a:off x="12627096" y="4105715"/>
            <a:ext cx="2178795" cy="2032530"/>
          </a:xfrm>
          <a:prstGeom prst="rect">
            <a:avLst/>
          </a:prstGeom>
          <a:noFill/>
        </p:spPr>
        <p:txBody>
          <a:bodyPr wrap="square" lIns="0" tIns="108000" rIns="0" bIns="0" rtlCol="0">
            <a:spAutoFit/>
          </a:bodyPr>
          <a:lstStyle>
            <a:defPPr>
              <a:defRPr lang="en-NO"/>
            </a:defPPr>
            <a:lvl1pPr>
              <a:spcAft>
                <a:spcPts val="600"/>
              </a:spcAft>
              <a:defRPr b="0" i="0">
                <a:cs typeface="Arial" panose="020B0604020202020204" pitchFamily="34" charset="0"/>
              </a:defRPr>
            </a:lvl1pPr>
          </a:lstStyle>
          <a:p>
            <a:pPr lvl="0"/>
            <a:r>
              <a:rPr lang="nb" sz="1200" b="0" i="0" noProof="1">
                <a:solidFill>
                  <a:srgbClr val="070451"/>
                </a:solidFill>
                <a:latin typeface="+mj-lt"/>
                <a:cs typeface="TelenorEvolutionPPT-Light" panose="020B0604020202020204" charset="0"/>
              </a:rPr>
              <a:t>Endre farger</a:t>
            </a:r>
          </a:p>
          <a:p>
            <a:pPr lvl="0">
              <a:lnSpc>
                <a:spcPct val="120000"/>
              </a:lnSpc>
            </a:pPr>
            <a:r>
              <a:rPr lang="nb" sz="800" b="0" i="0" noProof="1">
                <a:solidFill>
                  <a:srgbClr val="070451"/>
                </a:solidFill>
                <a:latin typeface="+mj-lt"/>
                <a:cs typeface="TelenorEvolutionPPT-Light" panose="020B0604020202020204" charset="0"/>
              </a:rPr>
              <a:t>Gjør følgende for å endre bakgrunnsfarge:</a:t>
            </a:r>
          </a:p>
          <a:p>
            <a:pPr lvl="0">
              <a:lnSpc>
                <a:spcPct val="110000"/>
              </a:lnSpc>
            </a:pPr>
            <a:r>
              <a:rPr lang="nb" sz="800" b="0" i="0" noProof="1">
                <a:solidFill>
                  <a:srgbClr val="070451"/>
                </a:solidFill>
                <a:cs typeface="TelenorEvolutionPPT-Light" panose="020B0604020202020204" charset="0"/>
              </a:rPr>
              <a:t>Høyreklikk på lysbildet ditt, velg "formater bakgrunn" for å åpne "formatruten".</a:t>
            </a:r>
          </a:p>
          <a:p>
            <a:pPr lvl="0">
              <a:lnSpc>
                <a:spcPct val="110000"/>
              </a:lnSpc>
            </a:pPr>
            <a:r>
              <a:rPr lang="nb" sz="800" b="0" i="0" noProof="1">
                <a:solidFill>
                  <a:srgbClr val="070451"/>
                </a:solidFill>
                <a:cs typeface="TelenorEvolutionPPT-Light" panose="020B0604020202020204" charset="0"/>
              </a:rPr>
              <a:t>I formatruten velger du «Heldekkende fyll» og endrer «fyllfarge». </a:t>
            </a:r>
          </a:p>
          <a:p>
            <a:pPr lvl="0">
              <a:lnSpc>
                <a:spcPct val="110000"/>
              </a:lnSpc>
            </a:pPr>
            <a:r>
              <a:rPr lang="nb" sz="800" b="0" i="0" noProof="1">
                <a:solidFill>
                  <a:srgbClr val="070451"/>
                </a:solidFill>
                <a:cs typeface="TelenorEvolutionPPT-Light" panose="020B0604020202020204" charset="0"/>
              </a:rPr>
              <a:t>Bruk en av temafargene </a:t>
            </a:r>
            <a:r>
              <a:rPr lang="nb" sz="800" b="0" i="0" noProof="1">
                <a:solidFill>
                  <a:srgbClr val="070451"/>
                </a:solidFill>
                <a:latin typeface="+mj-lt"/>
                <a:cs typeface="TelenorEvolutionPPT-Light" panose="020B0604020202020204" charset="0"/>
              </a:rPr>
              <a:t>eller</a:t>
            </a:r>
            <a:r>
              <a:rPr lang="nb" sz="800" b="0" i="0" noProof="1">
                <a:solidFill>
                  <a:srgbClr val="070451"/>
                </a:solidFill>
                <a:cs typeface="TelenorEvolutionPPT-Light" panose="020B0604020202020204" charset="0"/>
              </a:rPr>
              <a:t> velg "flere farger" og bruk pipetten til å øyedroppe en av </a:t>
            </a:r>
            <a:r>
              <a:rPr lang="nb" sz="800" b="0" i="0" noProof="1">
                <a:solidFill>
                  <a:srgbClr val="070451"/>
                </a:solidFill>
                <a:latin typeface="+mj-lt"/>
                <a:cs typeface="TelenorEvolutionPPT-Light" panose="020B0604020202020204" charset="0"/>
              </a:rPr>
              <a:t>bakgrunnsfargene</a:t>
            </a:r>
            <a:r>
              <a:rPr lang="nb" sz="800" b="0" i="0" noProof="1">
                <a:solidFill>
                  <a:srgbClr val="070451"/>
                </a:solidFill>
                <a:cs typeface="TelenorEvolutionPPT-Light" panose="020B0604020202020204" charset="0"/>
              </a:rPr>
              <a:t>  fra dette panelet.</a:t>
            </a:r>
          </a:p>
          <a:p>
            <a:pPr lvl="0">
              <a:lnSpc>
                <a:spcPct val="110000"/>
              </a:lnSpc>
            </a:pPr>
            <a:r>
              <a:rPr lang="nb" sz="800" b="0" i="0" noProof="1">
                <a:solidFill>
                  <a:srgbClr val="070451"/>
                </a:solidFill>
                <a:cs typeface="TelenorEvolutionPPT-Light" panose="020B0604020202020204" charset="0"/>
              </a:rPr>
              <a:t>Sørg alltid for tilstrekkelig kontrast mellom bakgrunn, tekst og logo.</a:t>
            </a:r>
            <a:endParaRPr lang="en-GB" sz="1100" b="0" i="0" noProof="1">
              <a:solidFill>
                <a:srgbClr val="070451"/>
              </a:solidFill>
              <a:cs typeface="TelenorEvolutionPPT-Light" panose="020B060402020202020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45542969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:p15="http://schemas.microsoft.com/office/powerpoint/2012/main" xmlns:adec="http://schemas.microsoft.com/office/drawing/2017/decorative" xmlns:a16="http://schemas.microsoft.com/office/drawing/2014/main"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/>
    </p:ext>
  </p:extLst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tatement Dark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Section title">
            <a:extLst>
              <a:ext uri="{FF2B5EF4-FFF2-40B4-BE49-F238E27FC236}">
                <a16:creationId xmlns:a16="http://schemas.microsoft.com/office/drawing/2014/main" id="{0501F295-BAAF-59A9-812D-E95731BA4BA9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540072" y="504001"/>
            <a:ext cx="724651" cy="252377"/>
          </a:xfrm>
        </p:spPr>
        <p:txBody>
          <a:bodyPr wrap="none">
            <a:sp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600">
                <a:solidFill>
                  <a:schemeClr val="accent3"/>
                </a:solidFill>
              </a:defRPr>
            </a:lvl1pPr>
            <a:lvl2pPr marL="216000" indent="0">
              <a:buNone/>
              <a:defRPr sz="1600"/>
            </a:lvl2pPr>
            <a:lvl3pPr marL="468000" indent="0">
              <a:buNone/>
              <a:defRPr sz="1600"/>
            </a:lvl3pPr>
            <a:lvl4pPr marL="720000" indent="0">
              <a:buNone/>
              <a:defRPr sz="1600"/>
            </a:lvl4pPr>
            <a:lvl5pPr marL="938213" indent="0">
              <a:buNone/>
              <a:defRPr sz="1600"/>
            </a:lvl5pPr>
          </a:lstStyle>
          <a:p>
            <a:pPr lvl="0"/>
            <a:r>
              <a:rPr lang="nb"/>
              <a:t>Seksjon</a:t>
            </a:r>
            <a:endParaRPr lang="nb-NO"/>
          </a:p>
        </p:txBody>
      </p:sp>
      <p:sp>
        <p:nvSpPr>
          <p:cNvPr id="3" name="Text Placeholder 13">
            <a:extLst>
              <a:ext uri="{FF2B5EF4-FFF2-40B4-BE49-F238E27FC236}">
                <a16:creationId xmlns:a16="http://schemas.microsoft.com/office/drawing/2014/main" id="{63CF780C-4B46-044F-B5B5-D7C0E1906D79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39820" y="5664635"/>
            <a:ext cx="5087462" cy="665567"/>
          </a:xfrm>
        </p:spPr>
        <p:txBody>
          <a:bodyPr anchor="b" anchorCtr="0">
            <a:spAutoFit/>
          </a:bodyPr>
          <a:lstStyle>
            <a:lvl1pPr marL="0" indent="0">
              <a:lnSpc>
                <a:spcPct val="110000"/>
              </a:lnSpc>
              <a:spcBef>
                <a:spcPts val="0"/>
              </a:spcBef>
              <a:buNone/>
              <a:defRPr sz="1800">
                <a:solidFill>
                  <a:schemeClr val="tx1"/>
                </a:solidFill>
              </a:defRPr>
            </a:lvl1pPr>
            <a:lvl2pPr marL="180975" indent="-180000">
              <a:lnSpc>
                <a:spcPct val="110000"/>
              </a:lnSpc>
              <a:buFont typeface="Arial" panose="020B0604020202020204" pitchFamily="34" charset="0"/>
              <a:buChar char="•"/>
              <a:tabLst/>
              <a:defRPr sz="1800">
                <a:solidFill>
                  <a:schemeClr val="tx1"/>
                </a:solidFill>
              </a:defRPr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</a:lstStyle>
          <a:p>
            <a:pPr lvl="0"/>
            <a:r>
              <a:rPr lang="nb" dirty="0"/>
              <a:t>Klikk for å redigere</a:t>
            </a:r>
          </a:p>
          <a:p>
            <a:pPr lvl="1"/>
            <a:r>
              <a:rPr lang="nb" dirty="0"/>
              <a:t>Andre nivå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7C78F10-F851-E87B-1E51-A098D054FD3C}"/>
              </a:ext>
            </a:extLst>
          </p:cNvPr>
          <p:cNvSpPr>
            <a:spLocks noGrp="1"/>
          </p:cNvSpPr>
          <p:nvPr>
            <p:ph type="dt" sz="half" idx="21"/>
          </p:nvPr>
        </p:nvSpPr>
        <p:spPr>
          <a:xfrm>
            <a:off x="540000" y="10800000"/>
            <a:ext cx="720475" cy="151200"/>
          </a:xfrm>
        </p:spPr>
        <p:txBody>
          <a:bodyPr/>
          <a:lstStyle/>
          <a:p>
            <a:fld id="{F8CE2160-E85A-A147-A259-E1131CEF1639}" type="datetime1">
              <a:rPr lang="nb-NO" smtClean="0"/>
              <a:t>18.09.2026</a:t>
            </a:fld>
            <a:endParaRPr lang="en-GB"/>
          </a:p>
        </p:txBody>
      </p:sp>
      <p:sp>
        <p:nvSpPr>
          <p:cNvPr id="10" name="Footer Placeholder 9">
            <a:extLst>
              <a:ext uri="{FF2B5EF4-FFF2-40B4-BE49-F238E27FC236}">
                <a16:creationId xmlns:a16="http://schemas.microsoft.com/office/drawing/2014/main" id="{CE74DD96-AB5B-830E-2826-E6C691F5C3CE}"/>
              </a:ext>
            </a:extLst>
          </p:cNvPr>
          <p:cNvSpPr>
            <a:spLocks noGrp="1"/>
          </p:cNvSpPr>
          <p:nvPr>
            <p:ph type="ftr" sz="quarter" idx="22"/>
          </p:nvPr>
        </p:nvSpPr>
        <p:spPr>
          <a:xfrm>
            <a:off x="1260475" y="10800000"/>
            <a:ext cx="9671049" cy="151200"/>
          </a:xfrm>
        </p:spPr>
        <p:txBody>
          <a:bodyPr/>
          <a:lstStyle/>
          <a:p>
            <a:endParaRPr lang="en-GB"/>
          </a:p>
        </p:txBody>
      </p:sp>
      <p:sp>
        <p:nvSpPr>
          <p:cNvPr id="11" name="Slide Number Placeholder 10">
            <a:extLst>
              <a:ext uri="{FF2B5EF4-FFF2-40B4-BE49-F238E27FC236}">
                <a16:creationId xmlns:a16="http://schemas.microsoft.com/office/drawing/2014/main" id="{5F54C595-8626-9C80-6ABA-BFB173793977}"/>
              </a:ext>
            </a:extLst>
          </p:cNvPr>
          <p:cNvSpPr>
            <a:spLocks noGrp="1"/>
          </p:cNvSpPr>
          <p:nvPr>
            <p:ph type="sldNum" sz="quarter" idx="23"/>
          </p:nvPr>
        </p:nvSpPr>
        <p:spPr/>
        <p:txBody>
          <a:bodyPr/>
          <a:lstStyle/>
          <a:p>
            <a:fld id="{608810A5-7811-344D-9AE9-EC83104FB54D}" type="slidenum">
              <a:rPr lang="en-GB" smtClean="0"/>
              <a:t>‹#›</a:t>
            </a:fld>
            <a:endParaRPr lang="en-GB"/>
          </a:p>
        </p:txBody>
      </p:sp>
      <p:sp>
        <p:nvSpPr>
          <p:cNvPr id="6" name="Tittel 5">
            <a:extLst>
              <a:ext uri="{FF2B5EF4-FFF2-40B4-BE49-F238E27FC236}">
                <a16:creationId xmlns:a16="http://schemas.microsoft.com/office/drawing/2014/main" id="{C717AC47-3295-7CE9-88DD-B01B65B2A15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39999" y="950385"/>
            <a:ext cx="11113200" cy="4434415"/>
          </a:xfrm>
        </p:spPr>
        <p:txBody>
          <a:bodyPr>
            <a:normAutofit/>
          </a:bodyPr>
          <a:lstStyle>
            <a:lvl1pPr>
              <a:defRPr sz="6000" b="1" i="1">
                <a:latin typeface="+mj-lt"/>
              </a:defRPr>
            </a:lvl1pPr>
          </a:lstStyle>
          <a:p>
            <a:r>
              <a:rPr lang="nb" dirty="0"/>
              <a:t>Klikk for å redigere</a:t>
            </a:r>
            <a:endParaRPr lang="en-GB" dirty="0"/>
          </a:p>
        </p:txBody>
      </p:sp>
      <p:sp>
        <p:nvSpPr>
          <p:cNvPr id="2" name="TekstSylinder 50">
            <a:extLst>
              <a:ext uri="{FF2B5EF4-FFF2-40B4-BE49-F238E27FC236}">
                <a16:creationId xmlns:a16="http://schemas.microsoft.com/office/drawing/2014/main" id="{00CD05FB-4C11-F47A-AB60-3625F6C3B8D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/>
          <p:nvPr userDrawn="1"/>
        </p:nvSpPr>
        <p:spPr>
          <a:xfrm>
            <a:off x="12627096" y="4105715"/>
            <a:ext cx="2178795" cy="2032530"/>
          </a:xfrm>
          <a:prstGeom prst="rect">
            <a:avLst/>
          </a:prstGeom>
          <a:noFill/>
        </p:spPr>
        <p:txBody>
          <a:bodyPr wrap="square" lIns="0" tIns="108000" rIns="0" bIns="0" rtlCol="0">
            <a:spAutoFit/>
          </a:bodyPr>
          <a:lstStyle>
            <a:defPPr>
              <a:defRPr lang="en-NO"/>
            </a:defPPr>
            <a:lvl1pPr>
              <a:spcAft>
                <a:spcPts val="600"/>
              </a:spcAft>
              <a:defRPr b="0" i="0">
                <a:cs typeface="Arial" panose="020B0604020202020204" pitchFamily="34" charset="0"/>
              </a:defRPr>
            </a:lvl1pPr>
          </a:lstStyle>
          <a:p>
            <a:pPr lvl="0"/>
            <a:r>
              <a:rPr lang="nb" sz="1200" b="0" i="0" noProof="1">
                <a:solidFill>
                  <a:srgbClr val="070451"/>
                </a:solidFill>
                <a:latin typeface="+mj-lt"/>
                <a:cs typeface="TelenorEvolutionPPT-Light" panose="020B0604020202020204" charset="0"/>
              </a:rPr>
              <a:t>Endre farger</a:t>
            </a:r>
          </a:p>
          <a:p>
            <a:pPr lvl="0">
              <a:lnSpc>
                <a:spcPct val="120000"/>
              </a:lnSpc>
            </a:pPr>
            <a:r>
              <a:rPr lang="nb" sz="800" b="0" i="0" noProof="1">
                <a:solidFill>
                  <a:srgbClr val="070451"/>
                </a:solidFill>
                <a:latin typeface="+mj-lt"/>
                <a:cs typeface="TelenorEvolutionPPT-Light" panose="020B0604020202020204" charset="0"/>
              </a:rPr>
              <a:t>Gjør følgende for å endre bakgrunnsfarge:</a:t>
            </a:r>
          </a:p>
          <a:p>
            <a:pPr lvl="0">
              <a:lnSpc>
                <a:spcPct val="110000"/>
              </a:lnSpc>
            </a:pPr>
            <a:r>
              <a:rPr lang="nb" sz="800" b="0" i="0" noProof="1">
                <a:solidFill>
                  <a:srgbClr val="070451"/>
                </a:solidFill>
                <a:cs typeface="TelenorEvolutionPPT-Light" panose="020B0604020202020204" charset="0"/>
              </a:rPr>
              <a:t>Høyreklikk på lysbildet ditt, velg "formater bakgrunn" for å åpne "formatruten".</a:t>
            </a:r>
          </a:p>
          <a:p>
            <a:pPr lvl="0">
              <a:lnSpc>
                <a:spcPct val="110000"/>
              </a:lnSpc>
            </a:pPr>
            <a:r>
              <a:rPr lang="nb" sz="800" b="0" i="0" noProof="1">
                <a:solidFill>
                  <a:srgbClr val="070451"/>
                </a:solidFill>
                <a:cs typeface="TelenorEvolutionPPT-Light" panose="020B0604020202020204" charset="0"/>
              </a:rPr>
              <a:t>I formatruten velger du «Heldekkende fyll» og endrer «fyllfarge». </a:t>
            </a:r>
          </a:p>
          <a:p>
            <a:pPr lvl="0">
              <a:lnSpc>
                <a:spcPct val="110000"/>
              </a:lnSpc>
            </a:pPr>
            <a:r>
              <a:rPr lang="nb" sz="800" b="0" i="0" noProof="1">
                <a:solidFill>
                  <a:srgbClr val="070451"/>
                </a:solidFill>
                <a:cs typeface="TelenorEvolutionPPT-Light" panose="020B0604020202020204" charset="0"/>
              </a:rPr>
              <a:t>Bruk en av temafargene </a:t>
            </a:r>
            <a:r>
              <a:rPr lang="nb" sz="800" b="0" i="0" noProof="1">
                <a:solidFill>
                  <a:srgbClr val="070451"/>
                </a:solidFill>
                <a:latin typeface="+mj-lt"/>
                <a:cs typeface="TelenorEvolutionPPT-Light" panose="020B0604020202020204" charset="0"/>
              </a:rPr>
              <a:t>eller</a:t>
            </a:r>
            <a:r>
              <a:rPr lang="nb" sz="800" b="0" i="0" noProof="1">
                <a:solidFill>
                  <a:srgbClr val="070451"/>
                </a:solidFill>
                <a:cs typeface="TelenorEvolutionPPT-Light" panose="020B0604020202020204" charset="0"/>
              </a:rPr>
              <a:t> velg "flere farger" og bruk pipetten til å øyedroppe en av </a:t>
            </a:r>
            <a:r>
              <a:rPr lang="nb" sz="800" b="0" i="0" noProof="1">
                <a:solidFill>
                  <a:srgbClr val="070451"/>
                </a:solidFill>
                <a:latin typeface="+mj-lt"/>
                <a:cs typeface="TelenorEvolutionPPT-Light" panose="020B0604020202020204" charset="0"/>
              </a:rPr>
              <a:t>bakgrunnsfargene</a:t>
            </a:r>
            <a:r>
              <a:rPr lang="nb" sz="800" b="0" i="0" noProof="1">
                <a:solidFill>
                  <a:srgbClr val="070451"/>
                </a:solidFill>
                <a:cs typeface="TelenorEvolutionPPT-Light" panose="020B0604020202020204" charset="0"/>
              </a:rPr>
              <a:t>  fra dette panelet.</a:t>
            </a:r>
          </a:p>
          <a:p>
            <a:pPr lvl="0">
              <a:lnSpc>
                <a:spcPct val="110000"/>
              </a:lnSpc>
            </a:pPr>
            <a:r>
              <a:rPr lang="nb" sz="800" b="0" i="0" noProof="1">
                <a:solidFill>
                  <a:srgbClr val="070451"/>
                </a:solidFill>
                <a:cs typeface="TelenorEvolutionPPT-Light" panose="020B0604020202020204" charset="0"/>
              </a:rPr>
              <a:t>Sørg alltid for tilstrekkelig kontrast mellom bakgrunn, tekst og logo.</a:t>
            </a:r>
            <a:endParaRPr lang="en-GB" sz="1100" b="0" i="0" noProof="1">
              <a:solidFill>
                <a:srgbClr val="070451"/>
              </a:solidFill>
              <a:cs typeface="TelenorEvolutionPPT-Light" panose="020B060402020202020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80102801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:p15="http://schemas.microsoft.com/office/powerpoint/2012/main" xmlns:adec="http://schemas.microsoft.com/office/drawing/2017/decorative" xmlns:a16="http://schemas.microsoft.com/office/drawing/2014/main"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/>
    </p:ext>
  </p:extLst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ong title Image Mid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 Placeholder 4">
            <a:extLst>
              <a:ext uri="{FF2B5EF4-FFF2-40B4-BE49-F238E27FC236}">
                <a16:creationId xmlns:a16="http://schemas.microsoft.com/office/drawing/2014/main" id="{720BBDE4-EADE-5B93-BD24-220EBDD498F1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6563655" y="504001"/>
            <a:ext cx="724651" cy="252377"/>
          </a:xfrm>
        </p:spPr>
        <p:txBody>
          <a:bodyPr wrap="none">
            <a:sp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600">
                <a:solidFill>
                  <a:schemeClr val="tx2"/>
                </a:solidFill>
              </a:defRPr>
            </a:lvl1pPr>
            <a:lvl2pPr marL="216000" indent="0">
              <a:buNone/>
              <a:defRPr sz="1600"/>
            </a:lvl2pPr>
            <a:lvl3pPr marL="468000" indent="0">
              <a:buNone/>
              <a:defRPr sz="1600"/>
            </a:lvl3pPr>
            <a:lvl4pPr marL="720000" indent="0">
              <a:buNone/>
              <a:defRPr sz="1600"/>
            </a:lvl4pPr>
            <a:lvl5pPr marL="938213" indent="0">
              <a:buNone/>
              <a:defRPr sz="1600"/>
            </a:lvl5pPr>
          </a:lstStyle>
          <a:p>
            <a:pPr lvl="0"/>
            <a:r>
              <a:rPr lang="nb"/>
              <a:t>Seksjon</a:t>
            </a:r>
            <a:endParaRPr lang="nb-NO"/>
          </a:p>
        </p:txBody>
      </p:sp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49BBB3D2-AA50-2CB3-12E7-C5F254F7EA64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6571769" y="5730037"/>
            <a:ext cx="5087462" cy="600164"/>
          </a:xfrm>
        </p:spPr>
        <p:txBody>
          <a:bodyPr anchor="b" anchorCtr="0">
            <a:spAutoFit/>
          </a:bodyPr>
          <a:lstStyle>
            <a:lvl1pPr marL="0" indent="0">
              <a:spcBef>
                <a:spcPts val="0"/>
              </a:spcBef>
              <a:buNone/>
              <a:defRPr sz="1600"/>
            </a:lvl1pPr>
            <a:lvl2pPr marL="180975" indent="-180000">
              <a:buFont typeface="Arial" panose="020B0604020202020204" pitchFamily="34" charset="0"/>
              <a:buChar char="•"/>
              <a:tabLst/>
              <a:defRPr sz="16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</a:lstStyle>
          <a:p>
            <a:pPr lvl="0"/>
            <a:r>
              <a:rPr lang="nb" dirty="0"/>
              <a:t>Klikk for å redigere</a:t>
            </a:r>
          </a:p>
          <a:p>
            <a:pPr lvl="1"/>
            <a:r>
              <a:rPr lang="nb" dirty="0"/>
              <a:t>Andre nivå</a:t>
            </a:r>
          </a:p>
        </p:txBody>
      </p:sp>
      <p:sp>
        <p:nvSpPr>
          <p:cNvPr id="5" name="Picture Placeholder 9">
            <a:extLst>
              <a:ext uri="{FF2B5EF4-FFF2-40B4-BE49-F238E27FC236}">
                <a16:creationId xmlns:a16="http://schemas.microsoft.com/office/drawing/2014/main" id="{48C5624B-9046-D2CE-06A4-8C9537A00279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 bwMode="gray">
          <a:xfrm>
            <a:off x="0" y="0"/>
            <a:ext cx="6095593" cy="6858000"/>
          </a:xfrm>
          <a:prstGeom prst="rect">
            <a:avLst/>
          </a:prstGeom>
          <a:solidFill>
            <a:schemeClr val="bg2"/>
          </a:solidFill>
        </p:spPr>
        <p:txBody>
          <a:bodyPr wrap="square" tIns="2880000">
            <a:noAutofit/>
          </a:bodyPr>
          <a:lstStyle>
            <a:lvl1pPr marL="0" indent="0" algn="ctr">
              <a:buNone/>
              <a:defRPr sz="1400">
                <a:solidFill>
                  <a:schemeClr val="tx1"/>
                </a:solidFill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noProof="0"/>
              <a:t>Click icon to add picture</a:t>
            </a:r>
            <a:endParaRPr lang="nb" noProof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02C5D66-E969-4DD9-8C87-36FD62780D1F}"/>
              </a:ext>
            </a:extLst>
          </p:cNvPr>
          <p:cNvSpPr>
            <a:spLocks noGrp="1"/>
          </p:cNvSpPr>
          <p:nvPr>
            <p:ph type="dt" sz="half" idx="16"/>
          </p:nvPr>
        </p:nvSpPr>
        <p:spPr>
          <a:xfrm>
            <a:off x="540000" y="10800000"/>
            <a:ext cx="720475" cy="151200"/>
          </a:xfrm>
        </p:spPr>
        <p:txBody>
          <a:bodyPr/>
          <a:lstStyle/>
          <a:p>
            <a:fld id="{4C4E72E6-0782-124F-9AFB-F66D50A0A93D}" type="datetime1">
              <a:rPr lang="nb-NO" smtClean="0"/>
              <a:t>18.09.2026</a:t>
            </a:fld>
            <a:endParaRPr lang="en-GB"/>
          </a:p>
        </p:txBody>
      </p:sp>
      <p:sp>
        <p:nvSpPr>
          <p:cNvPr id="10" name="Footer Placeholder 9">
            <a:extLst>
              <a:ext uri="{FF2B5EF4-FFF2-40B4-BE49-F238E27FC236}">
                <a16:creationId xmlns:a16="http://schemas.microsoft.com/office/drawing/2014/main" id="{A711B032-411C-5D8B-2F34-D2C525A76325}"/>
              </a:ext>
            </a:extLst>
          </p:cNvPr>
          <p:cNvSpPr>
            <a:spLocks noGrp="1"/>
          </p:cNvSpPr>
          <p:nvPr>
            <p:ph type="ftr" sz="quarter" idx="17"/>
          </p:nvPr>
        </p:nvSpPr>
        <p:spPr>
          <a:xfrm>
            <a:off x="1260475" y="10800000"/>
            <a:ext cx="9671049" cy="151200"/>
          </a:xfrm>
        </p:spPr>
        <p:txBody>
          <a:bodyPr/>
          <a:lstStyle/>
          <a:p>
            <a:endParaRPr lang="en-GB"/>
          </a:p>
        </p:txBody>
      </p:sp>
      <p:sp>
        <p:nvSpPr>
          <p:cNvPr id="11" name="Slide Number Placeholder 10">
            <a:extLst>
              <a:ext uri="{FF2B5EF4-FFF2-40B4-BE49-F238E27FC236}">
                <a16:creationId xmlns:a16="http://schemas.microsoft.com/office/drawing/2014/main" id="{3BCDEE95-5741-1E39-565D-8740B6F79405}"/>
              </a:ext>
            </a:extLst>
          </p:cNvPr>
          <p:cNvSpPr>
            <a:spLocks noGrp="1"/>
          </p:cNvSpPr>
          <p:nvPr>
            <p:ph type="sldNum" sz="quarter" idx="18"/>
          </p:nvPr>
        </p:nvSpPr>
        <p:spPr/>
        <p:txBody>
          <a:bodyPr/>
          <a:lstStyle/>
          <a:p>
            <a:fld id="{608810A5-7811-344D-9AE9-EC83104FB54D}" type="slidenum">
              <a:rPr lang="en-GB" smtClean="0"/>
              <a:t>‹#›</a:t>
            </a:fld>
            <a:endParaRPr lang="en-GB"/>
          </a:p>
        </p:txBody>
      </p:sp>
      <p:sp>
        <p:nvSpPr>
          <p:cNvPr id="2" name="Tittel 1">
            <a:extLst>
              <a:ext uri="{FF2B5EF4-FFF2-40B4-BE49-F238E27FC236}">
                <a16:creationId xmlns:a16="http://schemas.microsoft.com/office/drawing/2014/main" id="{045504DD-77B7-017B-B0DE-7ECF2CBBD08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563655" y="859515"/>
            <a:ext cx="5089544" cy="489365"/>
          </a:xfrm>
        </p:spPr>
        <p:txBody>
          <a:bodyPr>
            <a:spAutoFit/>
          </a:bodyPr>
          <a:lstStyle/>
          <a:p>
            <a:r>
              <a:rPr lang="nb" dirty="0"/>
              <a:t>Klikk for å redigere</a:t>
            </a:r>
            <a:endParaRPr lang="en-GB" dirty="0"/>
          </a:p>
        </p:txBody>
      </p:sp>
      <p:sp>
        <p:nvSpPr>
          <p:cNvPr id="3" name="TekstSylinder 50">
            <a:extLst>
              <a:ext uri="{FF2B5EF4-FFF2-40B4-BE49-F238E27FC236}">
                <a16:creationId xmlns:a16="http://schemas.microsoft.com/office/drawing/2014/main" id="{C493D4E8-A400-3C83-8AAA-CAE8DD92C38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/>
          <p:nvPr userDrawn="1"/>
        </p:nvSpPr>
        <p:spPr>
          <a:xfrm>
            <a:off x="12627096" y="4105715"/>
            <a:ext cx="2178795" cy="2032530"/>
          </a:xfrm>
          <a:prstGeom prst="rect">
            <a:avLst/>
          </a:prstGeom>
          <a:noFill/>
        </p:spPr>
        <p:txBody>
          <a:bodyPr wrap="square" lIns="0" tIns="108000" rIns="0" bIns="0" rtlCol="0">
            <a:spAutoFit/>
          </a:bodyPr>
          <a:lstStyle>
            <a:defPPr>
              <a:defRPr lang="en-NO"/>
            </a:defPPr>
            <a:lvl1pPr>
              <a:spcAft>
                <a:spcPts val="600"/>
              </a:spcAft>
              <a:defRPr b="0" i="0">
                <a:cs typeface="Arial" panose="020B0604020202020204" pitchFamily="34" charset="0"/>
              </a:defRPr>
            </a:lvl1pPr>
          </a:lstStyle>
          <a:p>
            <a:pPr lvl="0"/>
            <a:r>
              <a:rPr lang="nb" sz="1200" b="0" i="0" noProof="1">
                <a:solidFill>
                  <a:srgbClr val="070451"/>
                </a:solidFill>
                <a:latin typeface="+mj-lt"/>
                <a:cs typeface="TelenorEvolutionPPT-Light" panose="020B0604020202020204" charset="0"/>
              </a:rPr>
              <a:t>Endre farger</a:t>
            </a:r>
          </a:p>
          <a:p>
            <a:pPr lvl="0">
              <a:lnSpc>
                <a:spcPct val="120000"/>
              </a:lnSpc>
            </a:pPr>
            <a:r>
              <a:rPr lang="nb" sz="800" b="0" i="0" noProof="1">
                <a:solidFill>
                  <a:srgbClr val="070451"/>
                </a:solidFill>
                <a:latin typeface="+mj-lt"/>
                <a:cs typeface="TelenorEvolutionPPT-Light" panose="020B0604020202020204" charset="0"/>
              </a:rPr>
              <a:t>Gjør følgende for å endre bakgrunnsfarge:</a:t>
            </a:r>
          </a:p>
          <a:p>
            <a:pPr lvl="0">
              <a:lnSpc>
                <a:spcPct val="110000"/>
              </a:lnSpc>
            </a:pPr>
            <a:r>
              <a:rPr lang="nb" sz="800" b="0" i="0" noProof="1">
                <a:solidFill>
                  <a:srgbClr val="070451"/>
                </a:solidFill>
                <a:cs typeface="TelenorEvolutionPPT-Light" panose="020B0604020202020204" charset="0"/>
              </a:rPr>
              <a:t>Høyreklikk på lysbildet ditt, velg "formater bakgrunn" for å åpne "formatruten".</a:t>
            </a:r>
          </a:p>
          <a:p>
            <a:pPr lvl="0">
              <a:lnSpc>
                <a:spcPct val="110000"/>
              </a:lnSpc>
            </a:pPr>
            <a:r>
              <a:rPr lang="nb" sz="800" b="0" i="0" noProof="1">
                <a:solidFill>
                  <a:srgbClr val="070451"/>
                </a:solidFill>
                <a:cs typeface="TelenorEvolutionPPT-Light" panose="020B0604020202020204" charset="0"/>
              </a:rPr>
              <a:t>I formatruten velger du «Heldekkende fyll» og endrer «fyllfarge». </a:t>
            </a:r>
          </a:p>
          <a:p>
            <a:pPr lvl="0">
              <a:lnSpc>
                <a:spcPct val="110000"/>
              </a:lnSpc>
            </a:pPr>
            <a:r>
              <a:rPr lang="nb" sz="800" b="0" i="0" noProof="1">
                <a:solidFill>
                  <a:srgbClr val="070451"/>
                </a:solidFill>
                <a:cs typeface="TelenorEvolutionPPT-Light" panose="020B0604020202020204" charset="0"/>
              </a:rPr>
              <a:t>Bruk en av temafargene </a:t>
            </a:r>
            <a:r>
              <a:rPr lang="nb" sz="800" b="0" i="0" noProof="1">
                <a:solidFill>
                  <a:srgbClr val="070451"/>
                </a:solidFill>
                <a:latin typeface="+mj-lt"/>
                <a:cs typeface="TelenorEvolutionPPT-Light" panose="020B0604020202020204" charset="0"/>
              </a:rPr>
              <a:t>eller</a:t>
            </a:r>
            <a:r>
              <a:rPr lang="nb" sz="800" b="0" i="0" noProof="1">
                <a:solidFill>
                  <a:srgbClr val="070451"/>
                </a:solidFill>
                <a:cs typeface="TelenorEvolutionPPT-Light" panose="020B0604020202020204" charset="0"/>
              </a:rPr>
              <a:t> velg "flere farger" og bruk pipetten til å øyedroppe en av </a:t>
            </a:r>
            <a:r>
              <a:rPr lang="nb" sz="800" b="0" i="0" noProof="1">
                <a:solidFill>
                  <a:srgbClr val="070451"/>
                </a:solidFill>
                <a:latin typeface="+mj-lt"/>
                <a:cs typeface="TelenorEvolutionPPT-Light" panose="020B0604020202020204" charset="0"/>
              </a:rPr>
              <a:t>bakgrunnsfargene</a:t>
            </a:r>
            <a:r>
              <a:rPr lang="nb" sz="800" b="0" i="0" noProof="1">
                <a:solidFill>
                  <a:srgbClr val="070451"/>
                </a:solidFill>
                <a:cs typeface="TelenorEvolutionPPT-Light" panose="020B0604020202020204" charset="0"/>
              </a:rPr>
              <a:t>  fra dette panelet.</a:t>
            </a:r>
          </a:p>
          <a:p>
            <a:pPr lvl="0">
              <a:lnSpc>
                <a:spcPct val="110000"/>
              </a:lnSpc>
            </a:pPr>
            <a:r>
              <a:rPr lang="nb" sz="800" b="0" i="0" noProof="1">
                <a:solidFill>
                  <a:srgbClr val="070451"/>
                </a:solidFill>
                <a:cs typeface="TelenorEvolutionPPT-Light" panose="020B0604020202020204" charset="0"/>
              </a:rPr>
              <a:t>Sørg alltid for tilstrekkelig kontrast mellom bakgrunn, tekst og logo.</a:t>
            </a:r>
            <a:endParaRPr lang="en-GB" sz="1100" b="0" i="0" noProof="1">
              <a:solidFill>
                <a:srgbClr val="070451"/>
              </a:solidFill>
              <a:cs typeface="TelenorEvolutionPPT-Light" panose="020B060402020202020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579077216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:p15="http://schemas.microsoft.com/office/powerpoint/2012/main" xmlns:adec="http://schemas.microsoft.com/office/drawing/2017/decorative" xmlns:a16="http://schemas.microsoft.com/office/drawing/2014/main"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/>
    </p:ext>
  </p:extLst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ong title Image Soft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ction title">
            <a:extLst>
              <a:ext uri="{FF2B5EF4-FFF2-40B4-BE49-F238E27FC236}">
                <a16:creationId xmlns:a16="http://schemas.microsoft.com/office/drawing/2014/main" id="{A1F5771B-788D-AEEF-2713-C1E0867AF10F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540072" y="504001"/>
            <a:ext cx="724651" cy="252377"/>
          </a:xfrm>
        </p:spPr>
        <p:txBody>
          <a:bodyPr wrap="none">
            <a:sp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600">
                <a:solidFill>
                  <a:schemeClr val="tx2"/>
                </a:solidFill>
              </a:defRPr>
            </a:lvl1pPr>
            <a:lvl2pPr marL="216000" indent="0">
              <a:buNone/>
              <a:defRPr sz="1600"/>
            </a:lvl2pPr>
            <a:lvl3pPr marL="468000" indent="0">
              <a:buNone/>
              <a:defRPr sz="1600"/>
            </a:lvl3pPr>
            <a:lvl4pPr marL="720000" indent="0">
              <a:buNone/>
              <a:defRPr sz="1600"/>
            </a:lvl4pPr>
            <a:lvl5pPr marL="938213" indent="0">
              <a:buNone/>
              <a:defRPr sz="1600"/>
            </a:lvl5pPr>
          </a:lstStyle>
          <a:p>
            <a:pPr lvl="0"/>
            <a:r>
              <a:rPr lang="nb"/>
              <a:t>Seksjon</a:t>
            </a:r>
            <a:endParaRPr lang="nb-NO"/>
          </a:p>
        </p:txBody>
      </p:sp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49BBB3D2-AA50-2CB3-12E7-C5F254F7EA64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39820" y="5730037"/>
            <a:ext cx="5087462" cy="600164"/>
          </a:xfrm>
        </p:spPr>
        <p:txBody>
          <a:bodyPr anchor="b" anchorCtr="0">
            <a:spAutoFit/>
          </a:bodyPr>
          <a:lstStyle>
            <a:lvl1pPr marL="0" indent="0">
              <a:spcBef>
                <a:spcPts val="0"/>
              </a:spcBef>
              <a:buNone/>
              <a:defRPr sz="1600"/>
            </a:lvl1pPr>
            <a:lvl2pPr marL="180975" indent="-180000">
              <a:buFont typeface="Arial" panose="020B0604020202020204" pitchFamily="34" charset="0"/>
              <a:buChar char="•"/>
              <a:tabLst/>
              <a:defRPr sz="16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</a:lstStyle>
          <a:p>
            <a:pPr lvl="0"/>
            <a:r>
              <a:rPr lang="nb" dirty="0"/>
              <a:t>Klikk for å redigere</a:t>
            </a:r>
          </a:p>
          <a:p>
            <a:pPr lvl="1"/>
            <a:r>
              <a:rPr lang="nb" dirty="0"/>
              <a:t>Andre nivå</a:t>
            </a:r>
          </a:p>
        </p:txBody>
      </p:sp>
      <p:sp>
        <p:nvSpPr>
          <p:cNvPr id="10" name="Picture Placeholder 9">
            <a:extLst>
              <a:ext uri="{FF2B5EF4-FFF2-40B4-BE49-F238E27FC236}">
                <a16:creationId xmlns:a16="http://schemas.microsoft.com/office/drawing/2014/main" id="{BC00C893-5B71-7A7E-8592-0278486351B2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 bwMode="gray">
          <a:xfrm>
            <a:off x="6096407" y="0"/>
            <a:ext cx="6095593" cy="6858000"/>
          </a:xfrm>
          <a:prstGeom prst="rect">
            <a:avLst/>
          </a:prstGeom>
          <a:solidFill>
            <a:schemeClr val="bg2"/>
          </a:solidFill>
        </p:spPr>
        <p:txBody>
          <a:bodyPr wrap="square" tIns="2880000">
            <a:noAutofit/>
          </a:bodyPr>
          <a:lstStyle>
            <a:lvl1pPr marL="0" indent="0" algn="ctr">
              <a:buNone/>
              <a:defRPr lang="en-US" sz="1400" b="0" i="0" kern="1200" noProof="0" dirty="0">
                <a:solidFill>
                  <a:schemeClr val="tx1"/>
                </a:solidFill>
                <a:highlight>
                  <a:srgbClr val="E8FDFF"/>
                </a:highlight>
                <a:latin typeface="+mn-lt"/>
                <a:ea typeface="Verdana" panose="020B0604030504040204" pitchFamily="34" charset="0"/>
                <a:cs typeface="+mn-cs"/>
                <a:sym typeface="Verdana" panose="020B0604030504040204" pitchFamily="34" charset="0"/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noProof="0"/>
              <a:t>Click icon to add picture</a:t>
            </a:r>
            <a:endParaRPr lang="nb" noProof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60E36EC-23F6-AB0D-E318-7CC83FB9D298}"/>
              </a:ext>
            </a:extLst>
          </p:cNvPr>
          <p:cNvSpPr>
            <a:spLocks noGrp="1"/>
          </p:cNvSpPr>
          <p:nvPr>
            <p:ph type="dt" sz="half" idx="15"/>
          </p:nvPr>
        </p:nvSpPr>
        <p:spPr>
          <a:xfrm>
            <a:off x="540000" y="10800000"/>
            <a:ext cx="720475" cy="151200"/>
          </a:xfrm>
        </p:spPr>
        <p:txBody>
          <a:bodyPr/>
          <a:lstStyle/>
          <a:p>
            <a:fld id="{EA7789D2-AF95-A04B-AEAA-E368A7EF84CB}" type="datetime1">
              <a:rPr lang="nb-NO" smtClean="0"/>
              <a:t>18.09.2026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597B659-41B1-1E89-181C-34095CEDC5EB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>
          <a:xfrm>
            <a:off x="1260475" y="10800000"/>
            <a:ext cx="9671049" cy="151200"/>
          </a:xfrm>
        </p:spPr>
        <p:txBody>
          <a:bodyPr/>
          <a:lstStyle/>
          <a:p>
            <a:endParaRPr lang="en-GB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225C3AED-6696-54AF-DE69-3815D85969BF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/>
        <p:txBody>
          <a:bodyPr/>
          <a:lstStyle/>
          <a:p>
            <a:fld id="{608810A5-7811-344D-9AE9-EC83104FB54D}" type="slidenum">
              <a:rPr lang="en-GB" smtClean="0"/>
              <a:t>‹#›</a:t>
            </a:fld>
            <a:endParaRPr lang="en-GB"/>
          </a:p>
        </p:txBody>
      </p:sp>
      <p:sp>
        <p:nvSpPr>
          <p:cNvPr id="7" name="Tittel 6">
            <a:extLst>
              <a:ext uri="{FF2B5EF4-FFF2-40B4-BE49-F238E27FC236}">
                <a16:creationId xmlns:a16="http://schemas.microsoft.com/office/drawing/2014/main" id="{CC850A34-FDAE-2CC9-3824-BDBB5D784B2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39999" y="859515"/>
            <a:ext cx="5087283" cy="489365"/>
          </a:xfrm>
        </p:spPr>
        <p:txBody>
          <a:bodyPr>
            <a:spAutoFit/>
          </a:bodyPr>
          <a:lstStyle/>
          <a:p>
            <a:r>
              <a:rPr lang="nb" dirty="0"/>
              <a:t>Klikk for å redigere</a:t>
            </a:r>
            <a:endParaRPr lang="en-GB" dirty="0"/>
          </a:p>
        </p:txBody>
      </p:sp>
      <p:sp>
        <p:nvSpPr>
          <p:cNvPr id="5" name="Text Placeholder 13">
            <a:extLst>
              <a:ext uri="{FF2B5EF4-FFF2-40B4-BE49-F238E27FC236}">
                <a16:creationId xmlns:a16="http://schemas.microsoft.com/office/drawing/2014/main" id="{0CC7E964-D06E-ECF2-3CD1-FF1D800BCB8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ChangeAspect="1"/>
          </p:cNvSpPr>
          <p:nvPr>
            <p:ph type="body" sz="quarter" idx="22"/>
          </p:nvPr>
        </p:nvSpPr>
        <p:spPr>
          <a:xfrm>
            <a:off x="11811165" y="6500409"/>
            <a:ext cx="205200" cy="186545"/>
          </a:xfrm>
          <a:blipFill dpi="0" rotWithShape="1"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rcRect/>
            <a:stretch>
              <a:fillRect/>
            </a:stretch>
          </a:blipFill>
        </p:spPr>
        <p:txBody>
          <a:bodyPr>
            <a:normAutofit/>
          </a:bodyPr>
          <a:lstStyle>
            <a:lvl1pPr marL="6350" indent="0">
              <a:buNone/>
              <a:tabLst/>
              <a:defRPr sz="100">
                <a:solidFill>
                  <a:schemeClr val="bg2"/>
                </a:solidFill>
              </a:defRPr>
            </a:lvl1pPr>
            <a:lvl2pPr marL="6350" indent="0">
              <a:buNone/>
              <a:tabLst/>
              <a:defRPr sz="100"/>
            </a:lvl2pPr>
            <a:lvl3pPr marL="6350" indent="0">
              <a:buNone/>
              <a:tabLst/>
              <a:defRPr sz="100"/>
            </a:lvl3pPr>
            <a:lvl4pPr marL="6350" indent="0">
              <a:buNone/>
              <a:tabLst/>
              <a:defRPr sz="100"/>
            </a:lvl4pPr>
            <a:lvl5pPr marL="6350" indent="0">
              <a:buNone/>
              <a:tabLst/>
              <a:defRPr sz="1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kstSylinder 50">
            <a:extLst>
              <a:ext uri="{FF2B5EF4-FFF2-40B4-BE49-F238E27FC236}">
                <a16:creationId xmlns:a16="http://schemas.microsoft.com/office/drawing/2014/main" id="{D173E98B-6259-DC2A-089E-962FBCC464B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/>
          <p:nvPr userDrawn="1"/>
        </p:nvSpPr>
        <p:spPr>
          <a:xfrm>
            <a:off x="12627096" y="4105715"/>
            <a:ext cx="2178795" cy="2032530"/>
          </a:xfrm>
          <a:prstGeom prst="rect">
            <a:avLst/>
          </a:prstGeom>
          <a:noFill/>
        </p:spPr>
        <p:txBody>
          <a:bodyPr wrap="square" lIns="0" tIns="108000" rIns="0" bIns="0" rtlCol="0">
            <a:spAutoFit/>
          </a:bodyPr>
          <a:lstStyle>
            <a:defPPr>
              <a:defRPr lang="en-NO"/>
            </a:defPPr>
            <a:lvl1pPr>
              <a:spcAft>
                <a:spcPts val="600"/>
              </a:spcAft>
              <a:defRPr b="0" i="0">
                <a:cs typeface="Arial" panose="020B0604020202020204" pitchFamily="34" charset="0"/>
              </a:defRPr>
            </a:lvl1pPr>
          </a:lstStyle>
          <a:p>
            <a:pPr lvl="0"/>
            <a:r>
              <a:rPr lang="nb" sz="1200" b="0" i="0" noProof="1">
                <a:solidFill>
                  <a:srgbClr val="070451"/>
                </a:solidFill>
                <a:latin typeface="+mj-lt"/>
                <a:cs typeface="TelenorEvolutionPPT-Light" panose="020B0604020202020204" charset="0"/>
              </a:rPr>
              <a:t>Endre farger</a:t>
            </a:r>
          </a:p>
          <a:p>
            <a:pPr lvl="0">
              <a:lnSpc>
                <a:spcPct val="120000"/>
              </a:lnSpc>
            </a:pPr>
            <a:r>
              <a:rPr lang="nb" sz="800" b="0" i="0" noProof="1">
                <a:solidFill>
                  <a:srgbClr val="070451"/>
                </a:solidFill>
                <a:latin typeface="+mj-lt"/>
                <a:cs typeface="TelenorEvolutionPPT-Light" panose="020B0604020202020204" charset="0"/>
              </a:rPr>
              <a:t>Gjør følgende for å endre bakgrunnsfarge:</a:t>
            </a:r>
          </a:p>
          <a:p>
            <a:pPr lvl="0">
              <a:lnSpc>
                <a:spcPct val="110000"/>
              </a:lnSpc>
            </a:pPr>
            <a:r>
              <a:rPr lang="nb" sz="800" b="0" i="0" noProof="1">
                <a:solidFill>
                  <a:srgbClr val="070451"/>
                </a:solidFill>
                <a:cs typeface="TelenorEvolutionPPT-Light" panose="020B0604020202020204" charset="0"/>
              </a:rPr>
              <a:t>Høyreklikk på lysbildet ditt, velg "formater bakgrunn" for å åpne "formatruten".</a:t>
            </a:r>
          </a:p>
          <a:p>
            <a:pPr lvl="0">
              <a:lnSpc>
                <a:spcPct val="110000"/>
              </a:lnSpc>
            </a:pPr>
            <a:r>
              <a:rPr lang="nb" sz="800" b="0" i="0" noProof="1">
                <a:solidFill>
                  <a:srgbClr val="070451"/>
                </a:solidFill>
                <a:cs typeface="TelenorEvolutionPPT-Light" panose="020B0604020202020204" charset="0"/>
              </a:rPr>
              <a:t>I formatruten velger du «Heldekkende fyll» og endrer «fyllfarge». </a:t>
            </a:r>
          </a:p>
          <a:p>
            <a:pPr lvl="0">
              <a:lnSpc>
                <a:spcPct val="110000"/>
              </a:lnSpc>
            </a:pPr>
            <a:r>
              <a:rPr lang="nb" sz="800" b="0" i="0" noProof="1">
                <a:solidFill>
                  <a:srgbClr val="070451"/>
                </a:solidFill>
                <a:cs typeface="TelenorEvolutionPPT-Light" panose="020B0604020202020204" charset="0"/>
              </a:rPr>
              <a:t>Bruk en av temafargene </a:t>
            </a:r>
            <a:r>
              <a:rPr lang="nb" sz="800" b="0" i="0" noProof="1">
                <a:solidFill>
                  <a:srgbClr val="070451"/>
                </a:solidFill>
                <a:latin typeface="+mj-lt"/>
                <a:cs typeface="TelenorEvolutionPPT-Light" panose="020B0604020202020204" charset="0"/>
              </a:rPr>
              <a:t>eller</a:t>
            </a:r>
            <a:r>
              <a:rPr lang="nb" sz="800" b="0" i="0" noProof="1">
                <a:solidFill>
                  <a:srgbClr val="070451"/>
                </a:solidFill>
                <a:cs typeface="TelenorEvolutionPPT-Light" panose="020B0604020202020204" charset="0"/>
              </a:rPr>
              <a:t> velg "flere farger" og bruk pipetten til å øyedroppe en av </a:t>
            </a:r>
            <a:r>
              <a:rPr lang="nb" sz="800" b="0" i="0" noProof="1">
                <a:solidFill>
                  <a:srgbClr val="070451"/>
                </a:solidFill>
                <a:latin typeface="+mj-lt"/>
                <a:cs typeface="TelenorEvolutionPPT-Light" panose="020B0604020202020204" charset="0"/>
              </a:rPr>
              <a:t>bakgrunnsfargene</a:t>
            </a:r>
            <a:r>
              <a:rPr lang="nb" sz="800" b="0" i="0" noProof="1">
                <a:solidFill>
                  <a:srgbClr val="070451"/>
                </a:solidFill>
                <a:cs typeface="TelenorEvolutionPPT-Light" panose="020B0604020202020204" charset="0"/>
              </a:rPr>
              <a:t>  fra dette panelet.</a:t>
            </a:r>
          </a:p>
          <a:p>
            <a:pPr lvl="0">
              <a:lnSpc>
                <a:spcPct val="110000"/>
              </a:lnSpc>
            </a:pPr>
            <a:r>
              <a:rPr lang="nb" sz="800" b="0" i="0" noProof="1">
                <a:solidFill>
                  <a:srgbClr val="070451"/>
                </a:solidFill>
                <a:cs typeface="TelenorEvolutionPPT-Light" panose="020B0604020202020204" charset="0"/>
              </a:rPr>
              <a:t>Sørg alltid for tilstrekkelig kontrast mellom bakgrunn, tekst og logo.</a:t>
            </a:r>
            <a:endParaRPr lang="en-GB" sz="1100" b="0" i="0" noProof="1">
              <a:solidFill>
                <a:srgbClr val="070451"/>
              </a:solidFill>
              <a:cs typeface="TelenorEvolutionPPT-Light" panose="020B060402020202020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94307333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:p15="http://schemas.microsoft.com/office/powerpoint/2012/main" xmlns:asvg="http://schemas.microsoft.com/office/drawing/2016/SVG/main" xmlns:adec="http://schemas.microsoft.com/office/drawing/2017/decorative" xmlns:a16="http://schemas.microsoft.com/office/drawing/2014/main"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/>
    </p:ext>
  </p:extLst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ong title images Soft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Section title">
            <a:extLst>
              <a:ext uri="{FF2B5EF4-FFF2-40B4-BE49-F238E27FC236}">
                <a16:creationId xmlns:a16="http://schemas.microsoft.com/office/drawing/2014/main" id="{7257E026-CA26-3A01-D72B-BE2383324B79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540072" y="504001"/>
            <a:ext cx="724651" cy="252377"/>
          </a:xfrm>
        </p:spPr>
        <p:txBody>
          <a:bodyPr wrap="none">
            <a:sp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600">
                <a:solidFill>
                  <a:schemeClr val="tx2"/>
                </a:solidFill>
              </a:defRPr>
            </a:lvl1pPr>
            <a:lvl2pPr marL="216000" indent="0">
              <a:buNone/>
              <a:defRPr sz="1600"/>
            </a:lvl2pPr>
            <a:lvl3pPr marL="468000" indent="0">
              <a:buNone/>
              <a:defRPr sz="1600"/>
            </a:lvl3pPr>
            <a:lvl4pPr marL="720000" indent="0">
              <a:buNone/>
              <a:defRPr sz="1600"/>
            </a:lvl4pPr>
            <a:lvl5pPr marL="938213" indent="0">
              <a:buNone/>
              <a:defRPr sz="1600"/>
            </a:lvl5pPr>
          </a:lstStyle>
          <a:p>
            <a:pPr lvl="0"/>
            <a:r>
              <a:rPr lang="nb"/>
              <a:t>Seksjon</a:t>
            </a:r>
            <a:endParaRPr lang="nb-NO"/>
          </a:p>
        </p:txBody>
      </p:sp>
      <p:sp>
        <p:nvSpPr>
          <p:cNvPr id="2" name="Text Placeholder 13">
            <a:extLst>
              <a:ext uri="{FF2B5EF4-FFF2-40B4-BE49-F238E27FC236}">
                <a16:creationId xmlns:a16="http://schemas.microsoft.com/office/drawing/2014/main" id="{8947E4BA-2F4F-D222-D173-AC11D80B6041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39820" y="5730037"/>
            <a:ext cx="3391091" cy="600164"/>
          </a:xfrm>
        </p:spPr>
        <p:txBody>
          <a:bodyPr wrap="square" rIns="468000" anchor="b" anchorCtr="0">
            <a:spAutoFit/>
          </a:bodyPr>
          <a:lstStyle>
            <a:lvl1pPr marL="0" indent="0">
              <a:spcBef>
                <a:spcPts val="0"/>
              </a:spcBef>
              <a:buNone/>
              <a:defRPr sz="1600">
                <a:solidFill>
                  <a:schemeClr val="tx1"/>
                </a:solidFill>
              </a:defRPr>
            </a:lvl1pPr>
            <a:lvl2pPr marL="180975" indent="-180000">
              <a:buFont typeface="Arial" panose="020B0604020202020204" pitchFamily="34" charset="0"/>
              <a:buChar char="•"/>
              <a:tabLst/>
              <a:defRPr sz="1600">
                <a:solidFill>
                  <a:schemeClr val="tx1"/>
                </a:solidFill>
              </a:defRPr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</a:lstStyle>
          <a:p>
            <a:pPr lvl="0"/>
            <a:r>
              <a:rPr lang="nb" dirty="0"/>
              <a:t>Klikk for å redigere</a:t>
            </a:r>
          </a:p>
          <a:p>
            <a:pPr lvl="1"/>
            <a:r>
              <a:rPr lang="nb" dirty="0"/>
              <a:t>Andre nivå</a:t>
            </a:r>
          </a:p>
        </p:txBody>
      </p:sp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39702681-D8EB-DB5B-543C-E290BF9BAAED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 bwMode="gray">
          <a:xfrm>
            <a:off x="4401693" y="0"/>
            <a:ext cx="3895707" cy="6858000"/>
          </a:xfrm>
          <a:prstGeom prst="rect">
            <a:avLst/>
          </a:prstGeom>
          <a:solidFill>
            <a:schemeClr val="bg1"/>
          </a:solidFill>
        </p:spPr>
        <p:txBody>
          <a:bodyPr wrap="square" tIns="2880000" bIns="0" anchor="t" anchorCtr="0">
            <a:noAutofit/>
          </a:bodyPr>
          <a:lstStyle>
            <a:lvl1pPr marL="0" indent="0" algn="ctr">
              <a:buNone/>
              <a:defRPr sz="1200"/>
            </a:lvl1pPr>
          </a:lstStyle>
          <a:p>
            <a:r>
              <a:rPr lang="en-US"/>
              <a:t>Click icon to add picture</a:t>
            </a:r>
            <a:endParaRPr lang="nb-NO"/>
          </a:p>
        </p:txBody>
      </p:sp>
      <p:sp>
        <p:nvSpPr>
          <p:cNvPr id="6" name="Picture Placeholder 5">
            <a:extLst>
              <a:ext uri="{FF2B5EF4-FFF2-40B4-BE49-F238E27FC236}">
                <a16:creationId xmlns:a16="http://schemas.microsoft.com/office/drawing/2014/main" id="{A6E2836B-B07D-B64C-37F0-912AD879F6E4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 bwMode="gray">
          <a:xfrm>
            <a:off x="8296293" y="0"/>
            <a:ext cx="3895707" cy="6858000"/>
          </a:xfrm>
          <a:prstGeom prst="rect">
            <a:avLst/>
          </a:prstGeom>
          <a:solidFill>
            <a:schemeClr val="bg1"/>
          </a:solidFill>
        </p:spPr>
        <p:txBody>
          <a:bodyPr wrap="square" tIns="2880000" bIns="0" anchor="t" anchorCtr="0">
            <a:noAutofit/>
          </a:bodyPr>
          <a:lstStyle>
            <a:lvl1pPr marL="0" indent="0" algn="ctr">
              <a:buNone/>
              <a:defRPr sz="1200"/>
            </a:lvl1pPr>
          </a:lstStyle>
          <a:p>
            <a:r>
              <a:rPr lang="en-US"/>
              <a:t>Click icon to add picture</a:t>
            </a:r>
            <a:endParaRPr lang="nb-NO"/>
          </a:p>
        </p:txBody>
      </p:sp>
      <p:sp>
        <p:nvSpPr>
          <p:cNvPr id="10" name="Date Placeholder 9">
            <a:extLst>
              <a:ext uri="{FF2B5EF4-FFF2-40B4-BE49-F238E27FC236}">
                <a16:creationId xmlns:a16="http://schemas.microsoft.com/office/drawing/2014/main" id="{32068BA2-2627-EDDD-E4B7-B436E2F887DE}"/>
              </a:ext>
            </a:extLst>
          </p:cNvPr>
          <p:cNvSpPr>
            <a:spLocks noGrp="1"/>
          </p:cNvSpPr>
          <p:nvPr>
            <p:ph type="dt" sz="half" idx="16"/>
          </p:nvPr>
        </p:nvSpPr>
        <p:spPr>
          <a:xfrm>
            <a:off x="540000" y="10800000"/>
            <a:ext cx="720475" cy="151200"/>
          </a:xfrm>
        </p:spPr>
        <p:txBody>
          <a:bodyPr/>
          <a:lstStyle/>
          <a:p>
            <a:fld id="{174FC493-3D2B-0247-83DC-A529ACA6CFE1}" type="datetime1">
              <a:rPr lang="nb-NO" smtClean="0"/>
              <a:t>18.09.2026</a:t>
            </a:fld>
            <a:endParaRPr lang="en-GB"/>
          </a:p>
        </p:txBody>
      </p:sp>
      <p:sp>
        <p:nvSpPr>
          <p:cNvPr id="11" name="Footer Placeholder 10">
            <a:extLst>
              <a:ext uri="{FF2B5EF4-FFF2-40B4-BE49-F238E27FC236}">
                <a16:creationId xmlns:a16="http://schemas.microsoft.com/office/drawing/2014/main" id="{7C2D19E8-D91D-D5DC-4CB4-4E2F968772FD}"/>
              </a:ext>
            </a:extLst>
          </p:cNvPr>
          <p:cNvSpPr>
            <a:spLocks noGrp="1"/>
          </p:cNvSpPr>
          <p:nvPr>
            <p:ph type="ftr" sz="quarter" idx="17"/>
          </p:nvPr>
        </p:nvSpPr>
        <p:spPr>
          <a:xfrm>
            <a:off x="1260475" y="10800000"/>
            <a:ext cx="9671049" cy="151200"/>
          </a:xfrm>
        </p:spPr>
        <p:txBody>
          <a:bodyPr/>
          <a:lstStyle/>
          <a:p>
            <a:endParaRPr lang="en-GB"/>
          </a:p>
        </p:txBody>
      </p:sp>
      <p:sp>
        <p:nvSpPr>
          <p:cNvPr id="12" name="Slide Number Placeholder 11">
            <a:extLst>
              <a:ext uri="{FF2B5EF4-FFF2-40B4-BE49-F238E27FC236}">
                <a16:creationId xmlns:a16="http://schemas.microsoft.com/office/drawing/2014/main" id="{4C5AF41F-7D8D-E316-971C-239886BF486C}"/>
              </a:ext>
            </a:extLst>
          </p:cNvPr>
          <p:cNvSpPr>
            <a:spLocks noGrp="1"/>
          </p:cNvSpPr>
          <p:nvPr>
            <p:ph type="sldNum" sz="quarter" idx="18"/>
          </p:nvPr>
        </p:nvSpPr>
        <p:spPr>
          <a:xfrm>
            <a:off x="10931526" y="10800000"/>
            <a:ext cx="721674" cy="151200"/>
          </a:xfrm>
        </p:spPr>
        <p:txBody>
          <a:bodyPr/>
          <a:lstStyle/>
          <a:p>
            <a:fld id="{608810A5-7811-344D-9AE9-EC83104FB54D}" type="slidenum">
              <a:rPr lang="en-GB" smtClean="0"/>
              <a:t>‹#›</a:t>
            </a:fld>
            <a:endParaRPr lang="en-GB"/>
          </a:p>
        </p:txBody>
      </p:sp>
      <p:sp>
        <p:nvSpPr>
          <p:cNvPr id="7" name="Tittel 6">
            <a:extLst>
              <a:ext uri="{FF2B5EF4-FFF2-40B4-BE49-F238E27FC236}">
                <a16:creationId xmlns:a16="http://schemas.microsoft.com/office/drawing/2014/main" id="{AEE9563D-BB00-D525-C198-B43FD212C35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39999" y="859515"/>
            <a:ext cx="3391200" cy="4557600"/>
          </a:xfrm>
        </p:spPr>
        <p:txBody>
          <a:bodyPr/>
          <a:lstStyle/>
          <a:p>
            <a:r>
              <a:rPr lang="nb" dirty="0"/>
              <a:t>Klikk for å redigere</a:t>
            </a:r>
            <a:endParaRPr lang="en-GB" dirty="0"/>
          </a:p>
        </p:txBody>
      </p:sp>
      <p:sp>
        <p:nvSpPr>
          <p:cNvPr id="5" name="Text Placeholder 13">
            <a:extLst>
              <a:ext uri="{FF2B5EF4-FFF2-40B4-BE49-F238E27FC236}">
                <a16:creationId xmlns:a16="http://schemas.microsoft.com/office/drawing/2014/main" id="{0657F1A2-CEF1-9AEA-8040-C34CF97A6F9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ChangeAspect="1"/>
          </p:cNvSpPr>
          <p:nvPr>
            <p:ph type="body" sz="quarter" idx="22"/>
          </p:nvPr>
        </p:nvSpPr>
        <p:spPr>
          <a:xfrm>
            <a:off x="11811165" y="6500409"/>
            <a:ext cx="205200" cy="186545"/>
          </a:xfrm>
          <a:blipFill dpi="0" rotWithShape="1"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rcRect/>
            <a:stretch>
              <a:fillRect/>
            </a:stretch>
          </a:blipFill>
        </p:spPr>
        <p:txBody>
          <a:bodyPr>
            <a:normAutofit/>
          </a:bodyPr>
          <a:lstStyle>
            <a:lvl1pPr marL="6350" indent="0">
              <a:buNone/>
              <a:tabLst/>
              <a:defRPr sz="100">
                <a:solidFill>
                  <a:schemeClr val="bg2"/>
                </a:solidFill>
              </a:defRPr>
            </a:lvl1pPr>
            <a:lvl2pPr marL="6350" indent="0">
              <a:buNone/>
              <a:tabLst/>
              <a:defRPr sz="100"/>
            </a:lvl2pPr>
            <a:lvl3pPr marL="6350" indent="0">
              <a:buNone/>
              <a:tabLst/>
              <a:defRPr sz="100"/>
            </a:lvl3pPr>
            <a:lvl4pPr marL="6350" indent="0">
              <a:buNone/>
              <a:tabLst/>
              <a:defRPr sz="100"/>
            </a:lvl4pPr>
            <a:lvl5pPr marL="6350" indent="0">
              <a:buNone/>
              <a:tabLst/>
              <a:defRPr sz="1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kstSylinder 50">
            <a:extLst>
              <a:ext uri="{FF2B5EF4-FFF2-40B4-BE49-F238E27FC236}">
                <a16:creationId xmlns:a16="http://schemas.microsoft.com/office/drawing/2014/main" id="{5E4F5FAF-845E-01A2-850D-D194C996A4B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/>
          <p:nvPr userDrawn="1"/>
        </p:nvSpPr>
        <p:spPr>
          <a:xfrm>
            <a:off x="12627096" y="4105715"/>
            <a:ext cx="2178795" cy="2032530"/>
          </a:xfrm>
          <a:prstGeom prst="rect">
            <a:avLst/>
          </a:prstGeom>
          <a:noFill/>
        </p:spPr>
        <p:txBody>
          <a:bodyPr wrap="square" lIns="0" tIns="108000" rIns="0" bIns="0" rtlCol="0">
            <a:spAutoFit/>
          </a:bodyPr>
          <a:lstStyle>
            <a:defPPr>
              <a:defRPr lang="en-NO"/>
            </a:defPPr>
            <a:lvl1pPr>
              <a:spcAft>
                <a:spcPts val="600"/>
              </a:spcAft>
              <a:defRPr b="0" i="0">
                <a:cs typeface="Arial" panose="020B0604020202020204" pitchFamily="34" charset="0"/>
              </a:defRPr>
            </a:lvl1pPr>
          </a:lstStyle>
          <a:p>
            <a:pPr lvl="0"/>
            <a:r>
              <a:rPr lang="nb" sz="1200" b="0" i="0" noProof="1">
                <a:solidFill>
                  <a:srgbClr val="070451"/>
                </a:solidFill>
                <a:latin typeface="+mj-lt"/>
                <a:cs typeface="TelenorEvolutionPPT-Light" panose="020B0604020202020204" charset="0"/>
              </a:rPr>
              <a:t>Endre farger</a:t>
            </a:r>
          </a:p>
          <a:p>
            <a:pPr lvl="0">
              <a:lnSpc>
                <a:spcPct val="120000"/>
              </a:lnSpc>
            </a:pPr>
            <a:r>
              <a:rPr lang="nb" sz="800" b="0" i="0" noProof="1">
                <a:solidFill>
                  <a:srgbClr val="070451"/>
                </a:solidFill>
                <a:latin typeface="+mj-lt"/>
                <a:cs typeface="TelenorEvolutionPPT-Light" panose="020B0604020202020204" charset="0"/>
              </a:rPr>
              <a:t>Gjør følgende for å endre bakgrunnsfarge:</a:t>
            </a:r>
          </a:p>
          <a:p>
            <a:pPr lvl="0">
              <a:lnSpc>
                <a:spcPct val="110000"/>
              </a:lnSpc>
            </a:pPr>
            <a:r>
              <a:rPr lang="nb" sz="800" b="0" i="0" noProof="1">
                <a:solidFill>
                  <a:srgbClr val="070451"/>
                </a:solidFill>
                <a:cs typeface="TelenorEvolutionPPT-Light" panose="020B0604020202020204" charset="0"/>
              </a:rPr>
              <a:t>Høyreklikk på lysbildet ditt, velg "formater bakgrunn" for å åpne "formatruten".</a:t>
            </a:r>
          </a:p>
          <a:p>
            <a:pPr lvl="0">
              <a:lnSpc>
                <a:spcPct val="110000"/>
              </a:lnSpc>
            </a:pPr>
            <a:r>
              <a:rPr lang="nb" sz="800" b="0" i="0" noProof="1">
                <a:solidFill>
                  <a:srgbClr val="070451"/>
                </a:solidFill>
                <a:cs typeface="TelenorEvolutionPPT-Light" panose="020B0604020202020204" charset="0"/>
              </a:rPr>
              <a:t>I formatruten velger du «Heldekkende fyll» og endrer «fyllfarge». </a:t>
            </a:r>
          </a:p>
          <a:p>
            <a:pPr lvl="0">
              <a:lnSpc>
                <a:spcPct val="110000"/>
              </a:lnSpc>
            </a:pPr>
            <a:r>
              <a:rPr lang="nb" sz="800" b="0" i="0" noProof="1">
                <a:solidFill>
                  <a:srgbClr val="070451"/>
                </a:solidFill>
                <a:cs typeface="TelenorEvolutionPPT-Light" panose="020B0604020202020204" charset="0"/>
              </a:rPr>
              <a:t>Bruk en av temafargene </a:t>
            </a:r>
            <a:r>
              <a:rPr lang="nb" sz="800" b="0" i="0" noProof="1">
                <a:solidFill>
                  <a:srgbClr val="070451"/>
                </a:solidFill>
                <a:latin typeface="+mj-lt"/>
                <a:cs typeface="TelenorEvolutionPPT-Light" panose="020B0604020202020204" charset="0"/>
              </a:rPr>
              <a:t>eller</a:t>
            </a:r>
            <a:r>
              <a:rPr lang="nb" sz="800" b="0" i="0" noProof="1">
                <a:solidFill>
                  <a:srgbClr val="070451"/>
                </a:solidFill>
                <a:cs typeface="TelenorEvolutionPPT-Light" panose="020B0604020202020204" charset="0"/>
              </a:rPr>
              <a:t> velg "flere farger" og bruk pipetten til å øyedroppe en av </a:t>
            </a:r>
            <a:r>
              <a:rPr lang="nb" sz="800" b="0" i="0" noProof="1">
                <a:solidFill>
                  <a:srgbClr val="070451"/>
                </a:solidFill>
                <a:latin typeface="+mj-lt"/>
                <a:cs typeface="TelenorEvolutionPPT-Light" panose="020B0604020202020204" charset="0"/>
              </a:rPr>
              <a:t>bakgrunnsfargene</a:t>
            </a:r>
            <a:r>
              <a:rPr lang="nb" sz="800" b="0" i="0" noProof="1">
                <a:solidFill>
                  <a:srgbClr val="070451"/>
                </a:solidFill>
                <a:cs typeface="TelenorEvolutionPPT-Light" panose="020B0604020202020204" charset="0"/>
              </a:rPr>
              <a:t>  fra dette panelet.</a:t>
            </a:r>
          </a:p>
          <a:p>
            <a:pPr lvl="0">
              <a:lnSpc>
                <a:spcPct val="110000"/>
              </a:lnSpc>
            </a:pPr>
            <a:r>
              <a:rPr lang="nb" sz="800" b="0" i="0" noProof="1">
                <a:solidFill>
                  <a:srgbClr val="070451"/>
                </a:solidFill>
                <a:cs typeface="TelenorEvolutionPPT-Light" panose="020B0604020202020204" charset="0"/>
              </a:rPr>
              <a:t>Sørg alltid for tilstrekkelig kontrast mellom bakgrunn, tekst og logo.</a:t>
            </a:r>
            <a:endParaRPr lang="en-GB" sz="1100" b="0" i="0" noProof="1">
              <a:solidFill>
                <a:srgbClr val="070451"/>
              </a:solidFill>
              <a:cs typeface="TelenorEvolutionPPT-Light" panose="020B060402020202020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04178239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:p15="http://schemas.microsoft.com/office/powerpoint/2012/main" xmlns:asvg="http://schemas.microsoft.com/office/drawing/2016/SVG/main" xmlns:adec="http://schemas.microsoft.com/office/drawing/2017/decorative" xmlns:a16="http://schemas.microsoft.com/office/drawing/2014/main"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/>
    </p:ext>
  </p:extLst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Visual Content Split Mid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DB31544D-8A29-E69B-E874-55B5B461055C}"/>
              </a:ext>
            </a:extLst>
          </p:cNvPr>
          <p:cNvSpPr/>
          <p:nvPr/>
        </p:nvSpPr>
        <p:spPr>
          <a:xfrm>
            <a:off x="0" y="0"/>
            <a:ext cx="6096001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/>
          <a:lstStyle/>
          <a:p>
            <a:pPr algn="ctr">
              <a:lnSpc>
                <a:spcPct val="90000"/>
              </a:lnSpc>
              <a:spcAft>
                <a:spcPts val="1000"/>
              </a:spcAft>
            </a:pPr>
            <a:endParaRPr lang="en-US" sz="1800" err="1"/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35A0D93E-F20A-BF35-CBC7-06E7A252FDBF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08810A5-7811-344D-9AE9-EC83104FB54D}" type="slidenum">
              <a:rPr lang="en-GB" smtClean="0"/>
              <a:t>‹#›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3D063E8-55E9-7D9E-9E10-807DEFBD9E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bg2"/>
                </a:solidFill>
              </a:defRPr>
            </a:lvl1pPr>
          </a:lstStyle>
          <a:p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842E14D-E48C-F018-1285-2B447C3DFDCB}"/>
              </a:ext>
            </a:extLst>
          </p:cNvPr>
          <p:cNvSpPr>
            <a:spLocks noGrp="1"/>
          </p:cNvSpPr>
          <p:nvPr>
            <p:ph sz="half" idx="1" hasCustomPrompt="1"/>
          </p:nvPr>
        </p:nvSpPr>
        <p:spPr>
          <a:xfrm>
            <a:off x="540070" y="2015999"/>
            <a:ext cx="5088350" cy="4172075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nb" dirty="0"/>
              <a:t>Klikk for å redigere</a:t>
            </a:r>
          </a:p>
          <a:p>
            <a:pPr lvl="1"/>
            <a:r>
              <a:rPr lang="nb" dirty="0"/>
              <a:t>Andre nivå</a:t>
            </a:r>
          </a:p>
          <a:p>
            <a:pPr lvl="2"/>
            <a:r>
              <a:rPr lang="nb" dirty="0"/>
              <a:t>Tredje nivå</a:t>
            </a:r>
          </a:p>
          <a:p>
            <a:pPr lvl="3"/>
            <a:r>
              <a:rPr lang="nb" dirty="0"/>
              <a:t>Fjerde nivå</a:t>
            </a:r>
          </a:p>
          <a:p>
            <a:pPr lvl="4"/>
            <a:r>
              <a:rPr lang="nb" dirty="0"/>
              <a:t>Femte nivå</a:t>
            </a:r>
            <a:endParaRPr lang="nb-NO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3DA34BD-2344-D982-0459-1C111D1EADA1}"/>
              </a:ext>
            </a:extLst>
          </p:cNvPr>
          <p:cNvSpPr>
            <a:spLocks noGrp="1"/>
          </p:cNvSpPr>
          <p:nvPr>
            <p:ph sz="half" idx="2" hasCustomPrompt="1"/>
          </p:nvPr>
        </p:nvSpPr>
        <p:spPr>
          <a:xfrm>
            <a:off x="6563579" y="943200"/>
            <a:ext cx="5087462" cy="5244874"/>
          </a:xfrm>
        </p:spPr>
        <p:txBody>
          <a:bodyPr/>
          <a:lstStyle/>
          <a:p>
            <a:pPr lvl="0"/>
            <a:r>
              <a:rPr lang="nb"/>
              <a:t>Legg til visuelt innhold</a:t>
            </a:r>
          </a:p>
          <a:p>
            <a:pPr lvl="1"/>
            <a:r>
              <a:rPr lang="nb"/>
              <a:t>Andre nivå</a:t>
            </a:r>
          </a:p>
          <a:p>
            <a:pPr lvl="2"/>
            <a:r>
              <a:rPr lang="nb"/>
              <a:t>Tredje nivå</a:t>
            </a:r>
          </a:p>
          <a:p>
            <a:pPr lvl="3"/>
            <a:r>
              <a:rPr lang="nb"/>
              <a:t>Fjerde nivå</a:t>
            </a:r>
          </a:p>
          <a:p>
            <a:pPr lvl="4"/>
            <a:r>
              <a:rPr lang="nb"/>
              <a:t>Femte nivå</a:t>
            </a:r>
            <a:endParaRPr lang="nb-NO"/>
          </a:p>
        </p:txBody>
      </p:sp>
      <p:sp>
        <p:nvSpPr>
          <p:cNvPr id="9" name="Section title">
            <a:extLst>
              <a:ext uri="{FF2B5EF4-FFF2-40B4-BE49-F238E27FC236}">
                <a16:creationId xmlns:a16="http://schemas.microsoft.com/office/drawing/2014/main" id="{5E9FA880-7D80-4289-5BF5-92A73C96E63E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540072" y="504001"/>
            <a:ext cx="724651" cy="252377"/>
          </a:xfrm>
        </p:spPr>
        <p:txBody>
          <a:bodyPr wrap="none">
            <a:sp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600">
                <a:solidFill>
                  <a:schemeClr val="bg2"/>
                </a:solidFill>
              </a:defRPr>
            </a:lvl1pPr>
            <a:lvl2pPr marL="216000" indent="0">
              <a:buNone/>
              <a:defRPr sz="1600"/>
            </a:lvl2pPr>
            <a:lvl3pPr marL="468000" indent="0">
              <a:buNone/>
              <a:defRPr sz="1600"/>
            </a:lvl3pPr>
            <a:lvl4pPr marL="720000" indent="0">
              <a:buNone/>
              <a:defRPr sz="1600"/>
            </a:lvl4pPr>
            <a:lvl5pPr marL="938213" indent="0">
              <a:buNone/>
              <a:defRPr sz="1600"/>
            </a:lvl5pPr>
          </a:lstStyle>
          <a:p>
            <a:pPr lvl="0"/>
            <a:r>
              <a:rPr lang="nb"/>
              <a:t>Seksjon</a:t>
            </a:r>
            <a:endParaRPr lang="nb-NO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B70DE3A-F217-EAE9-55B6-DDD30B2AEABE}"/>
              </a:ext>
            </a:extLst>
          </p:cNvPr>
          <p:cNvSpPr>
            <a:spLocks noGrp="1"/>
          </p:cNvSpPr>
          <p:nvPr>
            <p:ph type="dt" sz="half" idx="15"/>
          </p:nvPr>
        </p:nvSpPr>
        <p:spPr/>
        <p:txBody>
          <a:bodyPr/>
          <a:lstStyle/>
          <a:p>
            <a:fld id="{59338C3A-47DE-184F-BF28-7DB54983EF90}" type="datetime1">
              <a:rPr lang="nb-NO" smtClean="0"/>
              <a:t>18.09.2026</a:t>
            </a:fld>
            <a:endParaRPr lang="en-GB"/>
          </a:p>
        </p:txBody>
      </p:sp>
      <p:sp>
        <p:nvSpPr>
          <p:cNvPr id="10" name="Tittel 9">
            <a:extLst>
              <a:ext uri="{FF2B5EF4-FFF2-40B4-BE49-F238E27FC236}">
                <a16:creationId xmlns:a16="http://schemas.microsoft.com/office/drawing/2014/main" id="{5A18E854-B6C5-CAEE-9018-DBA9D47100F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39999" y="859515"/>
            <a:ext cx="5088350" cy="1123200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nb" dirty="0"/>
              <a:t>Klikk for å redigere</a:t>
            </a:r>
            <a:endParaRPr lang="en-GB" dirty="0"/>
          </a:p>
        </p:txBody>
      </p:sp>
      <p:sp>
        <p:nvSpPr>
          <p:cNvPr id="2" name="TekstSylinder 50">
            <a:extLst>
              <a:ext uri="{FF2B5EF4-FFF2-40B4-BE49-F238E27FC236}">
                <a16:creationId xmlns:a16="http://schemas.microsoft.com/office/drawing/2014/main" id="{B5B467DB-0C82-8ED4-786D-2C973BEB951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/>
          <p:nvPr userDrawn="1"/>
        </p:nvSpPr>
        <p:spPr>
          <a:xfrm>
            <a:off x="12627096" y="4105715"/>
            <a:ext cx="2178795" cy="2183469"/>
          </a:xfrm>
          <a:prstGeom prst="rect">
            <a:avLst/>
          </a:prstGeom>
          <a:noFill/>
        </p:spPr>
        <p:txBody>
          <a:bodyPr wrap="square" lIns="0" tIns="108000" rIns="0" bIns="0" rtlCol="0">
            <a:spAutoFit/>
          </a:bodyPr>
          <a:lstStyle>
            <a:defPPr>
              <a:defRPr lang="en-NO"/>
            </a:defPPr>
            <a:lvl1pPr>
              <a:spcAft>
                <a:spcPts val="600"/>
              </a:spcAft>
              <a:defRPr b="0" i="0">
                <a:cs typeface="Arial" panose="020B0604020202020204" pitchFamily="34" charset="0"/>
              </a:defRPr>
            </a:lvl1pPr>
          </a:lstStyle>
          <a:p>
            <a:pPr lvl="0"/>
            <a:r>
              <a:rPr lang="nb" sz="1200" b="0" i="0" noProof="1">
                <a:solidFill>
                  <a:srgbClr val="070451"/>
                </a:solidFill>
                <a:latin typeface="+mj-lt"/>
                <a:cs typeface="TelenorEvolutionPPT-Light" panose="020B0604020202020204" charset="0"/>
              </a:rPr>
              <a:t>Endre farger</a:t>
            </a:r>
          </a:p>
          <a:p>
            <a:pPr lvl="0">
              <a:lnSpc>
                <a:spcPct val="120000"/>
              </a:lnSpc>
            </a:pPr>
            <a:r>
              <a:rPr lang="nb" sz="800" b="0" i="0" noProof="1">
                <a:solidFill>
                  <a:srgbClr val="070451"/>
                </a:solidFill>
                <a:latin typeface="+mj-lt"/>
                <a:cs typeface="TelenorEvolutionPPT-Light" panose="020B0604020202020204" charset="0"/>
              </a:rPr>
              <a:t>Hvis du vil endre bakgrunnsfarge på høyre side av dette lysbildet, gjør du følgende:</a:t>
            </a:r>
          </a:p>
          <a:p>
            <a:pPr lvl="0">
              <a:lnSpc>
                <a:spcPct val="110000"/>
              </a:lnSpc>
            </a:pPr>
            <a:r>
              <a:rPr lang="nb" sz="800" b="0" i="0" noProof="1">
                <a:solidFill>
                  <a:srgbClr val="070451"/>
                </a:solidFill>
                <a:cs typeface="TelenorEvolutionPPT-Light" panose="020B0604020202020204" charset="0"/>
              </a:rPr>
              <a:t>Høyreklikk på lysbildet ditt, velg "formater bakgrunn" for å åpne "formatruten".</a:t>
            </a:r>
          </a:p>
          <a:p>
            <a:pPr lvl="0">
              <a:lnSpc>
                <a:spcPct val="110000"/>
              </a:lnSpc>
            </a:pPr>
            <a:r>
              <a:rPr lang="nb" sz="800" b="0" i="0" noProof="1">
                <a:solidFill>
                  <a:srgbClr val="070451"/>
                </a:solidFill>
                <a:cs typeface="TelenorEvolutionPPT-Light" panose="020B0604020202020204" charset="0"/>
              </a:rPr>
              <a:t>I formatruten velger du «Heldekkende fyll» og endrer «fyllfarge». </a:t>
            </a:r>
          </a:p>
          <a:p>
            <a:pPr lvl="0">
              <a:lnSpc>
                <a:spcPct val="110000"/>
              </a:lnSpc>
            </a:pPr>
            <a:r>
              <a:rPr lang="nb" sz="800" b="0" i="0" noProof="1">
                <a:solidFill>
                  <a:srgbClr val="070451"/>
                </a:solidFill>
                <a:cs typeface="TelenorEvolutionPPT-Light" panose="020B0604020202020204" charset="0"/>
              </a:rPr>
              <a:t>Bruk en av temafargene </a:t>
            </a:r>
            <a:r>
              <a:rPr lang="nb" sz="800" b="0" i="0" noProof="1">
                <a:solidFill>
                  <a:srgbClr val="070451"/>
                </a:solidFill>
                <a:latin typeface="+mj-lt"/>
                <a:cs typeface="TelenorEvolutionPPT-Light" panose="020B0604020202020204" charset="0"/>
              </a:rPr>
              <a:t>eller</a:t>
            </a:r>
            <a:r>
              <a:rPr lang="nb" sz="800" b="0" i="0" noProof="1">
                <a:solidFill>
                  <a:srgbClr val="070451"/>
                </a:solidFill>
                <a:cs typeface="TelenorEvolutionPPT-Light" panose="020B0604020202020204" charset="0"/>
              </a:rPr>
              <a:t> velg "flere farger" og bruk pipetten til å øyedroppe en av </a:t>
            </a:r>
            <a:r>
              <a:rPr lang="nb" sz="800" b="0" i="0" noProof="1">
                <a:solidFill>
                  <a:srgbClr val="070451"/>
                </a:solidFill>
                <a:latin typeface="+mj-lt"/>
                <a:cs typeface="TelenorEvolutionPPT-Light" panose="020B0604020202020204" charset="0"/>
              </a:rPr>
              <a:t>bakgrunnsfargene</a:t>
            </a:r>
            <a:r>
              <a:rPr lang="nb" sz="800" b="0" i="0" noProof="1">
                <a:solidFill>
                  <a:srgbClr val="070451"/>
                </a:solidFill>
                <a:cs typeface="TelenorEvolutionPPT-Light" panose="020B0604020202020204" charset="0"/>
              </a:rPr>
              <a:t>  fra dette panelet.</a:t>
            </a:r>
          </a:p>
          <a:p>
            <a:pPr lvl="0">
              <a:lnSpc>
                <a:spcPct val="110000"/>
              </a:lnSpc>
            </a:pPr>
            <a:r>
              <a:rPr lang="nb" sz="800" b="0" i="0" noProof="1">
                <a:solidFill>
                  <a:srgbClr val="070451"/>
                </a:solidFill>
                <a:cs typeface="TelenorEvolutionPPT-Light" panose="020B0604020202020204" charset="0"/>
              </a:rPr>
              <a:t>Sørg alltid for tilstrekkelig kontrast mellom bakgrunn, tekst og logo.</a:t>
            </a:r>
            <a:endParaRPr lang="en-GB" sz="1100" b="0" i="0" noProof="1">
              <a:solidFill>
                <a:srgbClr val="070451"/>
              </a:solidFill>
              <a:cs typeface="TelenorEvolutionPPT-Light" panose="020B060402020202020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281413734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:adec="http://schemas.microsoft.com/office/drawing/2017/decorative" xmlns:a16="http://schemas.microsoft.com/office/drawing/2014/main" xmlns="">
      <p:transition spd="med">
        <p:fade/>
      </p:transition>
    </mc:Fallback>
  </mc:AlternateContent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Visual Content Split Sof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DB31544D-8A29-E69B-E874-55B5B461055C}"/>
              </a:ext>
            </a:extLst>
          </p:cNvPr>
          <p:cNvSpPr/>
          <p:nvPr/>
        </p:nvSpPr>
        <p:spPr>
          <a:xfrm>
            <a:off x="0" y="0"/>
            <a:ext cx="6096001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/>
          <a:lstStyle/>
          <a:p>
            <a:pPr algn="ctr">
              <a:lnSpc>
                <a:spcPct val="90000"/>
              </a:lnSpc>
              <a:spcAft>
                <a:spcPts val="1000"/>
              </a:spcAft>
            </a:pPr>
            <a:endParaRPr lang="en-US" sz="1800" err="1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842E14D-E48C-F018-1285-2B447C3DFDCB}"/>
              </a:ext>
            </a:extLst>
          </p:cNvPr>
          <p:cNvSpPr>
            <a:spLocks noGrp="1"/>
          </p:cNvSpPr>
          <p:nvPr>
            <p:ph sz="half" idx="1" hasCustomPrompt="1"/>
          </p:nvPr>
        </p:nvSpPr>
        <p:spPr>
          <a:xfrm>
            <a:off x="540070" y="2015999"/>
            <a:ext cx="5088350" cy="4172075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nb" dirty="0"/>
              <a:t>Klikk for å redigere</a:t>
            </a:r>
          </a:p>
          <a:p>
            <a:pPr lvl="1"/>
            <a:r>
              <a:rPr lang="nb" dirty="0"/>
              <a:t>Andre nivå</a:t>
            </a:r>
          </a:p>
          <a:p>
            <a:pPr lvl="2"/>
            <a:r>
              <a:rPr lang="nb" dirty="0"/>
              <a:t>Tredje nivå</a:t>
            </a:r>
          </a:p>
          <a:p>
            <a:pPr lvl="3"/>
            <a:r>
              <a:rPr lang="nb" dirty="0"/>
              <a:t>Fjerde nivå</a:t>
            </a:r>
          </a:p>
          <a:p>
            <a:pPr lvl="4"/>
            <a:r>
              <a:rPr lang="nb" dirty="0"/>
              <a:t>Femte nivå</a:t>
            </a:r>
            <a:endParaRPr lang="nb-NO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3DA34BD-2344-D982-0459-1C111D1EADA1}"/>
              </a:ext>
            </a:extLst>
          </p:cNvPr>
          <p:cNvSpPr>
            <a:spLocks noGrp="1"/>
          </p:cNvSpPr>
          <p:nvPr>
            <p:ph sz="half" idx="2" hasCustomPrompt="1"/>
          </p:nvPr>
        </p:nvSpPr>
        <p:spPr>
          <a:xfrm>
            <a:off x="6563579" y="943199"/>
            <a:ext cx="5087462" cy="5244875"/>
          </a:xfrm>
        </p:spPr>
        <p:txBody>
          <a:bodyPr/>
          <a:lstStyle/>
          <a:p>
            <a:pPr lvl="0"/>
            <a:r>
              <a:rPr lang="nb"/>
              <a:t>Legg til visuelt innhold</a:t>
            </a:r>
          </a:p>
          <a:p>
            <a:pPr lvl="1"/>
            <a:r>
              <a:rPr lang="nb"/>
              <a:t>Andre nivå</a:t>
            </a:r>
          </a:p>
          <a:p>
            <a:pPr lvl="2"/>
            <a:r>
              <a:rPr lang="nb"/>
              <a:t>Tredje nivå</a:t>
            </a:r>
          </a:p>
          <a:p>
            <a:pPr lvl="3"/>
            <a:r>
              <a:rPr lang="nb"/>
              <a:t>Fjerde nivå</a:t>
            </a:r>
          </a:p>
          <a:p>
            <a:pPr lvl="4"/>
            <a:r>
              <a:rPr lang="nb"/>
              <a:t>Femte nivå</a:t>
            </a:r>
            <a:endParaRPr lang="nb-NO"/>
          </a:p>
        </p:txBody>
      </p:sp>
      <p:sp>
        <p:nvSpPr>
          <p:cNvPr id="9" name="Section title">
            <a:extLst>
              <a:ext uri="{FF2B5EF4-FFF2-40B4-BE49-F238E27FC236}">
                <a16:creationId xmlns:a16="http://schemas.microsoft.com/office/drawing/2014/main" id="{5E9FA880-7D80-4289-5BF5-92A73C96E63E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540072" y="504001"/>
            <a:ext cx="724651" cy="252377"/>
          </a:xfrm>
        </p:spPr>
        <p:txBody>
          <a:bodyPr wrap="none">
            <a:sp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600">
                <a:solidFill>
                  <a:schemeClr val="bg2"/>
                </a:solidFill>
              </a:defRPr>
            </a:lvl1pPr>
            <a:lvl2pPr marL="216000" indent="0">
              <a:buNone/>
              <a:defRPr sz="1600"/>
            </a:lvl2pPr>
            <a:lvl3pPr marL="468000" indent="0">
              <a:buNone/>
              <a:defRPr sz="1600"/>
            </a:lvl3pPr>
            <a:lvl4pPr marL="720000" indent="0">
              <a:buNone/>
              <a:defRPr sz="1600"/>
            </a:lvl4pPr>
            <a:lvl5pPr marL="938213" indent="0">
              <a:buNone/>
              <a:defRPr sz="1600"/>
            </a:lvl5pPr>
          </a:lstStyle>
          <a:p>
            <a:pPr lvl="0"/>
            <a:r>
              <a:rPr lang="nb"/>
              <a:t>Seksjon</a:t>
            </a:r>
            <a:endParaRPr lang="nb-NO"/>
          </a:p>
        </p:txBody>
      </p:sp>
      <p:sp>
        <p:nvSpPr>
          <p:cNvPr id="10" name="Date Placeholder 9">
            <a:extLst>
              <a:ext uri="{FF2B5EF4-FFF2-40B4-BE49-F238E27FC236}">
                <a16:creationId xmlns:a16="http://schemas.microsoft.com/office/drawing/2014/main" id="{B9724B96-A7D3-F48B-DB34-0AF8EFE826B1}"/>
              </a:ext>
            </a:extLst>
          </p:cNvPr>
          <p:cNvSpPr>
            <a:spLocks noGrp="1"/>
          </p:cNvSpPr>
          <p:nvPr>
            <p:ph type="dt" sz="half" idx="15"/>
          </p:nvPr>
        </p:nvSpPr>
        <p:spPr/>
        <p:txBody>
          <a:bodyPr/>
          <a:lstStyle/>
          <a:p>
            <a:fld id="{55BE8AFF-FA5D-5246-8BFF-CAD489D9F66F}" type="datetime1">
              <a:rPr lang="nb-NO" smtClean="0"/>
              <a:t>18.09.2026</a:t>
            </a:fld>
            <a:endParaRPr lang="en-GB"/>
          </a:p>
        </p:txBody>
      </p:sp>
      <p:sp>
        <p:nvSpPr>
          <p:cNvPr id="11" name="Footer Placeholder 10">
            <a:extLst>
              <a:ext uri="{FF2B5EF4-FFF2-40B4-BE49-F238E27FC236}">
                <a16:creationId xmlns:a16="http://schemas.microsoft.com/office/drawing/2014/main" id="{FDB5F8C0-4380-A1E9-6AA4-2ECAFA9097E8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endParaRPr lang="en-GB"/>
          </a:p>
        </p:txBody>
      </p:sp>
      <p:sp>
        <p:nvSpPr>
          <p:cNvPr id="12" name="Slide Number Placeholder 11">
            <a:extLst>
              <a:ext uri="{FF2B5EF4-FFF2-40B4-BE49-F238E27FC236}">
                <a16:creationId xmlns:a16="http://schemas.microsoft.com/office/drawing/2014/main" id="{D09F0A6C-B17A-A515-7EE0-1E7E99A2CC60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/>
        <p:txBody>
          <a:bodyPr/>
          <a:lstStyle/>
          <a:p>
            <a:fld id="{608810A5-7811-344D-9AE9-EC83104FB54D}" type="slidenum">
              <a:rPr lang="en-GB" smtClean="0"/>
              <a:t>‹#›</a:t>
            </a:fld>
            <a:endParaRPr lang="en-GB"/>
          </a:p>
        </p:txBody>
      </p:sp>
      <p:sp>
        <p:nvSpPr>
          <p:cNvPr id="5" name="Tittel 4">
            <a:extLst>
              <a:ext uri="{FF2B5EF4-FFF2-40B4-BE49-F238E27FC236}">
                <a16:creationId xmlns:a16="http://schemas.microsoft.com/office/drawing/2014/main" id="{B5A3D02A-C1EB-E4B0-33D5-5CE7FCC32AB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39999" y="859515"/>
            <a:ext cx="5088350" cy="1123200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nb" dirty="0"/>
              <a:t>Klikk for å redigere</a:t>
            </a:r>
            <a:endParaRPr lang="en-GB" dirty="0"/>
          </a:p>
        </p:txBody>
      </p:sp>
      <p:sp>
        <p:nvSpPr>
          <p:cNvPr id="2" name="TekstSylinder 50">
            <a:extLst>
              <a:ext uri="{FF2B5EF4-FFF2-40B4-BE49-F238E27FC236}">
                <a16:creationId xmlns:a16="http://schemas.microsoft.com/office/drawing/2014/main" id="{05260ECB-08DA-6515-55FC-AFF41DD80DA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/>
          <p:nvPr userDrawn="1"/>
        </p:nvSpPr>
        <p:spPr>
          <a:xfrm>
            <a:off x="12627096" y="4105715"/>
            <a:ext cx="2178795" cy="2183469"/>
          </a:xfrm>
          <a:prstGeom prst="rect">
            <a:avLst/>
          </a:prstGeom>
          <a:noFill/>
        </p:spPr>
        <p:txBody>
          <a:bodyPr wrap="square" lIns="0" tIns="108000" rIns="0" bIns="0" rtlCol="0">
            <a:spAutoFit/>
          </a:bodyPr>
          <a:lstStyle>
            <a:defPPr>
              <a:defRPr lang="en-NO"/>
            </a:defPPr>
            <a:lvl1pPr>
              <a:spcAft>
                <a:spcPts val="600"/>
              </a:spcAft>
              <a:defRPr b="0" i="0">
                <a:cs typeface="Arial" panose="020B0604020202020204" pitchFamily="34" charset="0"/>
              </a:defRPr>
            </a:lvl1pPr>
          </a:lstStyle>
          <a:p>
            <a:pPr lvl="0"/>
            <a:r>
              <a:rPr lang="nb" sz="1200" b="0" i="0" noProof="1">
                <a:solidFill>
                  <a:srgbClr val="070451"/>
                </a:solidFill>
                <a:latin typeface="+mj-lt"/>
                <a:cs typeface="TelenorEvolutionPPT-Light" panose="020B0604020202020204" charset="0"/>
              </a:rPr>
              <a:t>Endre farger</a:t>
            </a:r>
          </a:p>
          <a:p>
            <a:pPr lvl="0">
              <a:lnSpc>
                <a:spcPct val="120000"/>
              </a:lnSpc>
            </a:pPr>
            <a:r>
              <a:rPr lang="nb" sz="800" b="0" i="0" noProof="1">
                <a:solidFill>
                  <a:srgbClr val="070451"/>
                </a:solidFill>
                <a:latin typeface="+mj-lt"/>
                <a:cs typeface="TelenorEvolutionPPT-Light" panose="020B0604020202020204" charset="0"/>
              </a:rPr>
              <a:t>Hvis du vil endre bakgrunnsfarge på høyre side av dette lysbildet, gjør du følgende:</a:t>
            </a:r>
          </a:p>
          <a:p>
            <a:pPr lvl="0">
              <a:lnSpc>
                <a:spcPct val="110000"/>
              </a:lnSpc>
            </a:pPr>
            <a:r>
              <a:rPr lang="nb" sz="800" b="0" i="0" noProof="1">
                <a:solidFill>
                  <a:srgbClr val="070451"/>
                </a:solidFill>
                <a:cs typeface="TelenorEvolutionPPT-Light" panose="020B0604020202020204" charset="0"/>
              </a:rPr>
              <a:t>Høyreklikk på lysbildet ditt, velg "formater bakgrunn" for å åpne "formatruten".</a:t>
            </a:r>
          </a:p>
          <a:p>
            <a:pPr lvl="0">
              <a:lnSpc>
                <a:spcPct val="110000"/>
              </a:lnSpc>
            </a:pPr>
            <a:r>
              <a:rPr lang="nb" sz="800" b="0" i="0" noProof="1">
                <a:solidFill>
                  <a:srgbClr val="070451"/>
                </a:solidFill>
                <a:cs typeface="TelenorEvolutionPPT-Light" panose="020B0604020202020204" charset="0"/>
              </a:rPr>
              <a:t>I formatruten velger du «Heldekkende fyll» og endrer «fyllfarge». </a:t>
            </a:r>
          </a:p>
          <a:p>
            <a:pPr lvl="0">
              <a:lnSpc>
                <a:spcPct val="110000"/>
              </a:lnSpc>
            </a:pPr>
            <a:r>
              <a:rPr lang="nb" sz="800" b="0" i="0" noProof="1">
                <a:solidFill>
                  <a:srgbClr val="070451"/>
                </a:solidFill>
                <a:cs typeface="TelenorEvolutionPPT-Light" panose="020B0604020202020204" charset="0"/>
              </a:rPr>
              <a:t>Bruk en av temafargene </a:t>
            </a:r>
            <a:r>
              <a:rPr lang="nb" sz="800" b="0" i="0" noProof="1">
                <a:solidFill>
                  <a:srgbClr val="070451"/>
                </a:solidFill>
                <a:latin typeface="+mj-lt"/>
                <a:cs typeface="TelenorEvolutionPPT-Light" panose="020B0604020202020204" charset="0"/>
              </a:rPr>
              <a:t>eller</a:t>
            </a:r>
            <a:r>
              <a:rPr lang="nb" sz="800" b="0" i="0" noProof="1">
                <a:solidFill>
                  <a:srgbClr val="070451"/>
                </a:solidFill>
                <a:cs typeface="TelenorEvolutionPPT-Light" panose="020B0604020202020204" charset="0"/>
              </a:rPr>
              <a:t> velg "flere farger" og bruk pipetten til å øyedroppe en av </a:t>
            </a:r>
            <a:r>
              <a:rPr lang="nb" sz="800" b="0" i="0" noProof="1">
                <a:solidFill>
                  <a:srgbClr val="070451"/>
                </a:solidFill>
                <a:latin typeface="+mj-lt"/>
                <a:cs typeface="TelenorEvolutionPPT-Light" panose="020B0604020202020204" charset="0"/>
              </a:rPr>
              <a:t>bakgrunnsfargene</a:t>
            </a:r>
            <a:r>
              <a:rPr lang="nb" sz="800" b="0" i="0" noProof="1">
                <a:solidFill>
                  <a:srgbClr val="070451"/>
                </a:solidFill>
                <a:cs typeface="TelenorEvolutionPPT-Light" panose="020B0604020202020204" charset="0"/>
              </a:rPr>
              <a:t>  fra dette panelet.</a:t>
            </a:r>
          </a:p>
          <a:p>
            <a:pPr lvl="0">
              <a:lnSpc>
                <a:spcPct val="110000"/>
              </a:lnSpc>
            </a:pPr>
            <a:r>
              <a:rPr lang="nb" sz="800" b="0" i="0" noProof="1">
                <a:solidFill>
                  <a:srgbClr val="070451"/>
                </a:solidFill>
                <a:cs typeface="TelenorEvolutionPPT-Light" panose="020B0604020202020204" charset="0"/>
              </a:rPr>
              <a:t>Sørg alltid for tilstrekkelig kontrast mellom bakgrunn, tekst og logo.</a:t>
            </a:r>
            <a:endParaRPr lang="en-GB" sz="1100" b="0" i="0" noProof="1">
              <a:solidFill>
                <a:srgbClr val="070451"/>
              </a:solidFill>
              <a:cs typeface="TelenorEvolutionPPT-Light" panose="020B060402020202020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593502998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:adec="http://schemas.microsoft.com/office/drawing/2017/decorative" xmlns:a16="http://schemas.microsoft.com/office/drawing/2014/main" xmlns="">
      <p:transition spd="med">
        <p:fade/>
      </p:transition>
    </mc:Fallback>
  </mc:AlternateContent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Visual Content Mid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DB31544D-8A29-E69B-E874-55B5B461055C}"/>
              </a:ext>
            </a:extLst>
          </p:cNvPr>
          <p:cNvSpPr/>
          <p:nvPr/>
        </p:nvSpPr>
        <p:spPr>
          <a:xfrm flipH="1">
            <a:off x="1" y="0"/>
            <a:ext cx="4397947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/>
          <a:lstStyle/>
          <a:p>
            <a:pPr algn="ctr">
              <a:lnSpc>
                <a:spcPct val="90000"/>
              </a:lnSpc>
              <a:spcAft>
                <a:spcPts val="1000"/>
              </a:spcAft>
            </a:pPr>
            <a:endParaRPr lang="en-US" sz="1800" err="1">
              <a:solidFill>
                <a:schemeClr val="bg1"/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842E14D-E48C-F018-1285-2B447C3DFDCB}"/>
              </a:ext>
            </a:extLst>
          </p:cNvPr>
          <p:cNvSpPr>
            <a:spLocks noGrp="1"/>
          </p:cNvSpPr>
          <p:nvPr>
            <p:ph sz="half" idx="1" hasCustomPrompt="1"/>
          </p:nvPr>
        </p:nvSpPr>
        <p:spPr>
          <a:xfrm>
            <a:off x="540071" y="2016000"/>
            <a:ext cx="3391641" cy="4172075"/>
          </a:xfrm>
        </p:spPr>
        <p:txBody>
          <a:bodyPr/>
          <a:lstStyle>
            <a:lvl1pPr>
              <a:defRPr sz="1800">
                <a:solidFill>
                  <a:schemeClr val="bg1"/>
                </a:solidFill>
              </a:defRPr>
            </a:lvl1pPr>
            <a:lvl2pPr>
              <a:defRPr sz="1600">
                <a:solidFill>
                  <a:schemeClr val="bg1"/>
                </a:solidFill>
              </a:defRPr>
            </a:lvl2pPr>
            <a:lvl3pPr>
              <a:defRPr sz="1400">
                <a:solidFill>
                  <a:schemeClr val="bg1"/>
                </a:solidFill>
              </a:defRPr>
            </a:lvl3pPr>
            <a:lvl4pPr>
              <a:defRPr sz="1200">
                <a:solidFill>
                  <a:schemeClr val="bg1"/>
                </a:solidFill>
              </a:defRPr>
            </a:lvl4pPr>
            <a:lvl5pPr>
              <a:defRPr sz="1200">
                <a:solidFill>
                  <a:schemeClr val="bg1"/>
                </a:solidFill>
              </a:defRPr>
            </a:lvl5pPr>
          </a:lstStyle>
          <a:p>
            <a:pPr lvl="0"/>
            <a:r>
              <a:rPr lang="nb" dirty="0"/>
              <a:t>Klikk for å redigere</a:t>
            </a:r>
          </a:p>
          <a:p>
            <a:pPr lvl="1"/>
            <a:r>
              <a:rPr lang="nb" dirty="0"/>
              <a:t>Andre nivå</a:t>
            </a:r>
          </a:p>
          <a:p>
            <a:pPr lvl="2"/>
            <a:r>
              <a:rPr lang="nb" dirty="0"/>
              <a:t>Tredje nivå</a:t>
            </a:r>
          </a:p>
          <a:p>
            <a:pPr lvl="3"/>
            <a:r>
              <a:rPr lang="nb" dirty="0"/>
              <a:t>Fjerde nivå</a:t>
            </a:r>
          </a:p>
          <a:p>
            <a:pPr lvl="4"/>
            <a:r>
              <a:rPr lang="nb" dirty="0"/>
              <a:t>Femte nivå</a:t>
            </a:r>
            <a:endParaRPr lang="nb-NO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3DA34BD-2344-D982-0459-1C111D1EADA1}"/>
              </a:ext>
            </a:extLst>
          </p:cNvPr>
          <p:cNvSpPr>
            <a:spLocks noGrp="1"/>
          </p:cNvSpPr>
          <p:nvPr>
            <p:ph sz="half" idx="2" hasCustomPrompt="1"/>
          </p:nvPr>
        </p:nvSpPr>
        <p:spPr>
          <a:xfrm>
            <a:off x="4865528" y="943201"/>
            <a:ext cx="6785063" cy="5244874"/>
          </a:xfrm>
        </p:spPr>
        <p:txBody>
          <a:bodyPr/>
          <a:lstStyle>
            <a:lvl1pPr>
              <a:defRPr sz="2000">
                <a:solidFill>
                  <a:schemeClr val="tx1"/>
                </a:solidFill>
              </a:defRPr>
            </a:lvl1pPr>
            <a:lvl2pPr>
              <a:defRPr sz="1800">
                <a:solidFill>
                  <a:schemeClr val="tx1"/>
                </a:solidFill>
              </a:defRPr>
            </a:lvl2pPr>
            <a:lvl3pPr>
              <a:defRPr sz="1600">
                <a:solidFill>
                  <a:schemeClr val="tx1"/>
                </a:solidFill>
              </a:defRPr>
            </a:lvl3pPr>
            <a:lvl4pPr>
              <a:defRPr sz="1400">
                <a:solidFill>
                  <a:schemeClr val="tx1"/>
                </a:solidFill>
              </a:defRPr>
            </a:lvl4pPr>
            <a:lvl5pPr>
              <a:defRPr sz="1400">
                <a:solidFill>
                  <a:schemeClr val="tx1"/>
                </a:solidFill>
              </a:defRPr>
            </a:lvl5pPr>
          </a:lstStyle>
          <a:p>
            <a:pPr lvl="0"/>
            <a:r>
              <a:rPr lang="nb"/>
              <a:t>Legg til visuelt innhold</a:t>
            </a:r>
          </a:p>
          <a:p>
            <a:pPr lvl="1"/>
            <a:r>
              <a:rPr lang="nb"/>
              <a:t>Andre nivå</a:t>
            </a:r>
          </a:p>
          <a:p>
            <a:pPr lvl="2"/>
            <a:r>
              <a:rPr lang="nb"/>
              <a:t>Tredje nivå</a:t>
            </a:r>
          </a:p>
          <a:p>
            <a:pPr lvl="3"/>
            <a:r>
              <a:rPr lang="nb"/>
              <a:t>Fjerde nivå</a:t>
            </a:r>
          </a:p>
          <a:p>
            <a:pPr lvl="4"/>
            <a:r>
              <a:rPr lang="nb"/>
              <a:t>Femte nivå</a:t>
            </a:r>
            <a:endParaRPr lang="nb-NO"/>
          </a:p>
        </p:txBody>
      </p:sp>
      <p:sp>
        <p:nvSpPr>
          <p:cNvPr id="2" name="Graphic 8">
            <a:extLst>
              <a:ext uri="{FF2B5EF4-FFF2-40B4-BE49-F238E27FC236}">
                <a16:creationId xmlns:a16="http://schemas.microsoft.com/office/drawing/2014/main" id="{4BB859AC-5C93-7E55-42EC-851F728D489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ChangeAspect="1"/>
          </p:cNvSpPr>
          <p:nvPr/>
        </p:nvSpPr>
        <p:spPr>
          <a:xfrm>
            <a:off x="11816892" y="6503682"/>
            <a:ext cx="197014" cy="180000"/>
          </a:xfrm>
          <a:custGeom>
            <a:avLst/>
            <a:gdLst>
              <a:gd name="connsiteX0" fmla="*/ 154264 w 305194"/>
              <a:gd name="connsiteY0" fmla="*/ 85261 h 278876"/>
              <a:gd name="connsiteX1" fmla="*/ 160092 w 305194"/>
              <a:gd name="connsiteY1" fmla="*/ 80929 h 278876"/>
              <a:gd name="connsiteX2" fmla="*/ 168583 w 305194"/>
              <a:gd name="connsiteY2" fmla="*/ 53314 h 278876"/>
              <a:gd name="connsiteX3" fmla="*/ 196130 w 305194"/>
              <a:gd name="connsiteY3" fmla="*/ 20263 h 278876"/>
              <a:gd name="connsiteX4" fmla="*/ 238040 w 305194"/>
              <a:gd name="connsiteY4" fmla="*/ 2372 h 278876"/>
              <a:gd name="connsiteX5" fmla="*/ 268599 w 305194"/>
              <a:gd name="connsiteY5" fmla="*/ 358 h 278876"/>
              <a:gd name="connsiteX6" fmla="*/ 302258 w 305194"/>
              <a:gd name="connsiteY6" fmla="*/ 13938 h 278876"/>
              <a:gd name="connsiteX7" fmla="*/ 305183 w 305194"/>
              <a:gd name="connsiteY7" fmla="*/ 21649 h 278876"/>
              <a:gd name="connsiteX8" fmla="*/ 299006 w 305194"/>
              <a:gd name="connsiteY8" fmla="*/ 33648 h 278876"/>
              <a:gd name="connsiteX9" fmla="*/ 270498 w 305194"/>
              <a:gd name="connsiteY9" fmla="*/ 47596 h 278876"/>
              <a:gd name="connsiteX10" fmla="*/ 217391 w 305194"/>
              <a:gd name="connsiteY10" fmla="*/ 61696 h 278876"/>
              <a:gd name="connsiteX11" fmla="*/ 184168 w 305194"/>
              <a:gd name="connsiteY11" fmla="*/ 71161 h 278876"/>
              <a:gd name="connsiteX12" fmla="*/ 175437 w 305194"/>
              <a:gd name="connsiteY12" fmla="*/ 92040 h 278876"/>
              <a:gd name="connsiteX13" fmla="*/ 200430 w 305194"/>
              <a:gd name="connsiteY13" fmla="*/ 108284 h 278876"/>
              <a:gd name="connsiteX14" fmla="*/ 233740 w 305194"/>
              <a:gd name="connsiteY14" fmla="*/ 140773 h 278876"/>
              <a:gd name="connsiteX15" fmla="*/ 272681 w 305194"/>
              <a:gd name="connsiteY15" fmla="*/ 210471 h 278876"/>
              <a:gd name="connsiteX16" fmla="*/ 258668 w 305194"/>
              <a:gd name="connsiteY16" fmla="*/ 276358 h 278876"/>
              <a:gd name="connsiteX17" fmla="*/ 204250 w 305194"/>
              <a:gd name="connsiteY17" fmla="*/ 256865 h 278876"/>
              <a:gd name="connsiteX18" fmla="*/ 169325 w 305194"/>
              <a:gd name="connsiteY18" fmla="*/ 196220 h 278876"/>
              <a:gd name="connsiteX19" fmla="*/ 157494 w 305194"/>
              <a:gd name="connsiteY19" fmla="*/ 120002 h 278876"/>
              <a:gd name="connsiteX20" fmla="*/ 157647 w 305194"/>
              <a:gd name="connsiteY20" fmla="*/ 107310 h 278876"/>
              <a:gd name="connsiteX21" fmla="*/ 131584 w 305194"/>
              <a:gd name="connsiteY21" fmla="*/ 107483 h 278876"/>
              <a:gd name="connsiteX22" fmla="*/ 91442 w 305194"/>
              <a:gd name="connsiteY22" fmla="*/ 146209 h 278876"/>
              <a:gd name="connsiteX23" fmla="*/ 76468 w 305194"/>
              <a:gd name="connsiteY23" fmla="*/ 164663 h 278876"/>
              <a:gd name="connsiteX24" fmla="*/ 53199 w 305194"/>
              <a:gd name="connsiteY24" fmla="*/ 189094 h 278876"/>
              <a:gd name="connsiteX25" fmla="*/ 10918 w 305194"/>
              <a:gd name="connsiteY25" fmla="*/ 191541 h 278876"/>
              <a:gd name="connsiteX26" fmla="*/ 4 w 305194"/>
              <a:gd name="connsiteY26" fmla="*/ 167370 h 278876"/>
              <a:gd name="connsiteX27" fmla="*/ 5025 w 305194"/>
              <a:gd name="connsiteY27" fmla="*/ 148375 h 278876"/>
              <a:gd name="connsiteX28" fmla="*/ 27464 w 305194"/>
              <a:gd name="connsiteY28" fmla="*/ 123814 h 278876"/>
              <a:gd name="connsiteX29" fmla="*/ 75813 w 305194"/>
              <a:gd name="connsiteY29" fmla="*/ 96459 h 278876"/>
              <a:gd name="connsiteX30" fmla="*/ 154264 w 305194"/>
              <a:gd name="connsiteY30" fmla="*/ 85261 h 27887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</a:cxnLst>
            <a:rect l="l" t="t" r="r" b="b"/>
            <a:pathLst>
              <a:path w="305194" h="278876">
                <a:moveTo>
                  <a:pt x="154264" y="85261"/>
                </a:moveTo>
                <a:cubicBezTo>
                  <a:pt x="158629" y="85932"/>
                  <a:pt x="159502" y="85044"/>
                  <a:pt x="160092" y="80929"/>
                </a:cubicBezTo>
                <a:cubicBezTo>
                  <a:pt x="161530" y="71358"/>
                  <a:pt x="164392" y="62052"/>
                  <a:pt x="168583" y="53314"/>
                </a:cubicBezTo>
                <a:cubicBezTo>
                  <a:pt x="174302" y="41662"/>
                  <a:pt x="183361" y="28861"/>
                  <a:pt x="196130" y="20263"/>
                </a:cubicBezTo>
                <a:cubicBezTo>
                  <a:pt x="208994" y="12017"/>
                  <a:pt x="223160" y="5970"/>
                  <a:pt x="238040" y="2372"/>
                </a:cubicBezTo>
                <a:cubicBezTo>
                  <a:pt x="248066" y="182"/>
                  <a:pt x="258369" y="-497"/>
                  <a:pt x="268599" y="358"/>
                </a:cubicBezTo>
                <a:cubicBezTo>
                  <a:pt x="286979" y="2004"/>
                  <a:pt x="297151" y="7202"/>
                  <a:pt x="302258" y="13938"/>
                </a:cubicBezTo>
                <a:cubicBezTo>
                  <a:pt x="303959" y="16177"/>
                  <a:pt x="304974" y="18853"/>
                  <a:pt x="305183" y="21649"/>
                </a:cubicBezTo>
                <a:cubicBezTo>
                  <a:pt x="305336" y="25006"/>
                  <a:pt x="303874" y="29359"/>
                  <a:pt x="299006" y="33648"/>
                </a:cubicBezTo>
                <a:cubicBezTo>
                  <a:pt x="294138" y="37936"/>
                  <a:pt x="284228" y="43026"/>
                  <a:pt x="270498" y="47596"/>
                </a:cubicBezTo>
                <a:cubicBezTo>
                  <a:pt x="256267" y="52296"/>
                  <a:pt x="236796" y="57278"/>
                  <a:pt x="217391" y="61696"/>
                </a:cubicBezTo>
                <a:cubicBezTo>
                  <a:pt x="206142" y="64214"/>
                  <a:pt x="195049" y="67374"/>
                  <a:pt x="184168" y="71161"/>
                </a:cubicBezTo>
                <a:cubicBezTo>
                  <a:pt x="171333" y="75493"/>
                  <a:pt x="167470" y="88163"/>
                  <a:pt x="175437" y="92040"/>
                </a:cubicBezTo>
                <a:cubicBezTo>
                  <a:pt x="184418" y="96399"/>
                  <a:pt x="192814" y="101857"/>
                  <a:pt x="200430" y="108284"/>
                </a:cubicBezTo>
                <a:cubicBezTo>
                  <a:pt x="212658" y="117917"/>
                  <a:pt x="223823" y="128807"/>
                  <a:pt x="233740" y="140773"/>
                </a:cubicBezTo>
                <a:cubicBezTo>
                  <a:pt x="245811" y="155414"/>
                  <a:pt x="265587" y="183354"/>
                  <a:pt x="272681" y="210471"/>
                </a:cubicBezTo>
                <a:cubicBezTo>
                  <a:pt x="280561" y="240252"/>
                  <a:pt x="275650" y="268474"/>
                  <a:pt x="258668" y="276358"/>
                </a:cubicBezTo>
                <a:cubicBezTo>
                  <a:pt x="242013" y="284111"/>
                  <a:pt x="219835" y="272935"/>
                  <a:pt x="204250" y="256865"/>
                </a:cubicBezTo>
                <a:cubicBezTo>
                  <a:pt x="189451" y="241703"/>
                  <a:pt x="179104" y="223748"/>
                  <a:pt x="169325" y="196220"/>
                </a:cubicBezTo>
                <a:cubicBezTo>
                  <a:pt x="160899" y="172395"/>
                  <a:pt x="157494" y="138022"/>
                  <a:pt x="157494" y="120002"/>
                </a:cubicBezTo>
                <a:cubicBezTo>
                  <a:pt x="157494" y="114002"/>
                  <a:pt x="157494" y="112724"/>
                  <a:pt x="157647" y="107310"/>
                </a:cubicBezTo>
                <a:cubicBezTo>
                  <a:pt x="158215" y="102588"/>
                  <a:pt x="145380" y="98646"/>
                  <a:pt x="131584" y="107483"/>
                </a:cubicBezTo>
                <a:cubicBezTo>
                  <a:pt x="115890" y="117511"/>
                  <a:pt x="100523" y="135640"/>
                  <a:pt x="91442" y="146209"/>
                </a:cubicBezTo>
                <a:cubicBezTo>
                  <a:pt x="87491" y="150822"/>
                  <a:pt x="82122" y="157580"/>
                  <a:pt x="76468" y="164663"/>
                </a:cubicBezTo>
                <a:cubicBezTo>
                  <a:pt x="68981" y="173976"/>
                  <a:pt x="60730" y="183679"/>
                  <a:pt x="53199" y="189094"/>
                </a:cubicBezTo>
                <a:cubicBezTo>
                  <a:pt x="41914" y="197086"/>
                  <a:pt x="23731" y="200551"/>
                  <a:pt x="10918" y="191541"/>
                </a:cubicBezTo>
                <a:cubicBezTo>
                  <a:pt x="3824" y="186516"/>
                  <a:pt x="4" y="177030"/>
                  <a:pt x="4" y="167370"/>
                </a:cubicBezTo>
                <a:cubicBezTo>
                  <a:pt x="-96" y="160703"/>
                  <a:pt x="1640" y="154135"/>
                  <a:pt x="5025" y="148375"/>
                </a:cubicBezTo>
                <a:cubicBezTo>
                  <a:pt x="9390" y="140946"/>
                  <a:pt x="16310" y="132954"/>
                  <a:pt x="27464" y="123814"/>
                </a:cubicBezTo>
                <a:cubicBezTo>
                  <a:pt x="42199" y="112477"/>
                  <a:pt x="58477" y="103268"/>
                  <a:pt x="75813" y="96459"/>
                </a:cubicBezTo>
                <a:cubicBezTo>
                  <a:pt x="103928" y="85218"/>
                  <a:pt x="134204" y="81687"/>
                  <a:pt x="154264" y="85261"/>
                </a:cubicBezTo>
                <a:close/>
              </a:path>
            </a:pathLst>
          </a:custGeom>
          <a:solidFill>
            <a:schemeClr val="accent1"/>
          </a:solidFill>
          <a:ln w="2177" cap="flat">
            <a:noFill/>
            <a:prstDash val="solid"/>
            <a:miter/>
          </a:ln>
        </p:spPr>
        <p:txBody>
          <a:bodyPr rtlCol="0" anchor="ctr"/>
          <a:lstStyle/>
          <a:p>
            <a:endParaRPr lang="nb-NO" sz="1800"/>
          </a:p>
        </p:txBody>
      </p:sp>
      <p:sp>
        <p:nvSpPr>
          <p:cNvPr id="11" name="Section title">
            <a:extLst>
              <a:ext uri="{FF2B5EF4-FFF2-40B4-BE49-F238E27FC236}">
                <a16:creationId xmlns:a16="http://schemas.microsoft.com/office/drawing/2014/main" id="{E1CA003B-6C16-8451-9038-ADE1469AC565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540072" y="504001"/>
            <a:ext cx="724651" cy="252377"/>
          </a:xfrm>
        </p:spPr>
        <p:txBody>
          <a:bodyPr wrap="none">
            <a:sp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600">
                <a:solidFill>
                  <a:schemeClr val="bg2"/>
                </a:solidFill>
              </a:defRPr>
            </a:lvl1pPr>
            <a:lvl2pPr marL="216000" indent="0">
              <a:buNone/>
              <a:defRPr sz="1600"/>
            </a:lvl2pPr>
            <a:lvl3pPr marL="468000" indent="0">
              <a:buNone/>
              <a:defRPr sz="1600"/>
            </a:lvl3pPr>
            <a:lvl4pPr marL="720000" indent="0">
              <a:buNone/>
              <a:defRPr sz="1600"/>
            </a:lvl4pPr>
            <a:lvl5pPr marL="938213" indent="0">
              <a:buNone/>
              <a:defRPr sz="1600"/>
            </a:lvl5pPr>
          </a:lstStyle>
          <a:p>
            <a:pPr lvl="0"/>
            <a:r>
              <a:rPr lang="nb"/>
              <a:t>Seksjon</a:t>
            </a:r>
            <a:endParaRPr lang="nb-NO"/>
          </a:p>
        </p:txBody>
      </p:sp>
      <p:sp>
        <p:nvSpPr>
          <p:cNvPr id="10" name="Date Placeholder 9">
            <a:extLst>
              <a:ext uri="{FF2B5EF4-FFF2-40B4-BE49-F238E27FC236}">
                <a16:creationId xmlns:a16="http://schemas.microsoft.com/office/drawing/2014/main" id="{095D5B38-95D2-8CEC-EC3D-871A3810DDC9}"/>
              </a:ext>
            </a:extLst>
          </p:cNvPr>
          <p:cNvSpPr>
            <a:spLocks noGrp="1"/>
          </p:cNvSpPr>
          <p:nvPr>
            <p:ph type="dt" sz="half" idx="15"/>
          </p:nvPr>
        </p:nvSpPr>
        <p:spPr/>
        <p:txBody>
          <a:bodyPr/>
          <a:lstStyle/>
          <a:p>
            <a:fld id="{41933963-2A25-A449-8EFC-4572009F125D}" type="datetime1">
              <a:rPr lang="nb-NO" smtClean="0"/>
              <a:t>18.09.2026</a:t>
            </a:fld>
            <a:endParaRPr lang="en-GB"/>
          </a:p>
        </p:txBody>
      </p:sp>
      <p:sp>
        <p:nvSpPr>
          <p:cNvPr id="12" name="Footer Placeholder 11">
            <a:extLst>
              <a:ext uri="{FF2B5EF4-FFF2-40B4-BE49-F238E27FC236}">
                <a16:creationId xmlns:a16="http://schemas.microsoft.com/office/drawing/2014/main" id="{04347413-21F5-35B5-5050-0FDE325149EA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/>
        <p:txBody>
          <a:bodyPr/>
          <a:lstStyle>
            <a:lvl1pPr>
              <a:defRPr>
                <a:solidFill>
                  <a:schemeClr val="bg2"/>
                </a:solidFill>
              </a:defRPr>
            </a:lvl1pPr>
          </a:lstStyle>
          <a:p>
            <a:endParaRPr lang="en-GB"/>
          </a:p>
        </p:txBody>
      </p:sp>
      <p:sp>
        <p:nvSpPr>
          <p:cNvPr id="13" name="Slide Number Placeholder 12">
            <a:extLst>
              <a:ext uri="{FF2B5EF4-FFF2-40B4-BE49-F238E27FC236}">
                <a16:creationId xmlns:a16="http://schemas.microsoft.com/office/drawing/2014/main" id="{CDA1EFEA-D75B-3CC8-1114-CB4DA8DF7F04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/>
        <p:txBody>
          <a:bodyPr/>
          <a:lstStyle/>
          <a:p>
            <a:fld id="{608810A5-7811-344D-9AE9-EC83104FB54D}" type="slidenum">
              <a:rPr lang="en-GB" smtClean="0"/>
              <a:t>‹#›</a:t>
            </a:fld>
            <a:endParaRPr lang="en-GB"/>
          </a:p>
        </p:txBody>
      </p:sp>
      <p:sp>
        <p:nvSpPr>
          <p:cNvPr id="6" name="Tittel 5">
            <a:extLst>
              <a:ext uri="{FF2B5EF4-FFF2-40B4-BE49-F238E27FC236}">
                <a16:creationId xmlns:a16="http://schemas.microsoft.com/office/drawing/2014/main" id="{0813222B-AEAB-F4B7-8555-232BF490EE3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39999" y="859515"/>
            <a:ext cx="3391641" cy="1123200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nb" dirty="0"/>
              <a:t>Klikk for å redigere</a:t>
            </a:r>
            <a:endParaRPr lang="en-GB" dirty="0"/>
          </a:p>
        </p:txBody>
      </p:sp>
      <p:sp>
        <p:nvSpPr>
          <p:cNvPr id="5" name="TekstSylinder 50">
            <a:extLst>
              <a:ext uri="{FF2B5EF4-FFF2-40B4-BE49-F238E27FC236}">
                <a16:creationId xmlns:a16="http://schemas.microsoft.com/office/drawing/2014/main" id="{ACA2F022-EE5B-C5EB-4388-6B67415F342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/>
          <p:nvPr userDrawn="1"/>
        </p:nvSpPr>
        <p:spPr>
          <a:xfrm>
            <a:off x="12627096" y="4105715"/>
            <a:ext cx="2178795" cy="2183469"/>
          </a:xfrm>
          <a:prstGeom prst="rect">
            <a:avLst/>
          </a:prstGeom>
          <a:noFill/>
        </p:spPr>
        <p:txBody>
          <a:bodyPr wrap="square" lIns="0" tIns="108000" rIns="0" bIns="0" rtlCol="0">
            <a:spAutoFit/>
          </a:bodyPr>
          <a:lstStyle>
            <a:defPPr>
              <a:defRPr lang="en-NO"/>
            </a:defPPr>
            <a:lvl1pPr>
              <a:spcAft>
                <a:spcPts val="600"/>
              </a:spcAft>
              <a:defRPr b="0" i="0">
                <a:cs typeface="Arial" panose="020B0604020202020204" pitchFamily="34" charset="0"/>
              </a:defRPr>
            </a:lvl1pPr>
          </a:lstStyle>
          <a:p>
            <a:pPr lvl="0"/>
            <a:r>
              <a:rPr lang="nb" sz="1200" b="0" i="0" noProof="1">
                <a:solidFill>
                  <a:srgbClr val="070451"/>
                </a:solidFill>
                <a:latin typeface="+mj-lt"/>
                <a:cs typeface="TelenorEvolutionPPT-Light" panose="020B0604020202020204" charset="0"/>
              </a:rPr>
              <a:t>Endre farger</a:t>
            </a:r>
          </a:p>
          <a:p>
            <a:pPr lvl="0">
              <a:lnSpc>
                <a:spcPct val="120000"/>
              </a:lnSpc>
            </a:pPr>
            <a:r>
              <a:rPr lang="nb" sz="800" b="0" i="0" noProof="1">
                <a:solidFill>
                  <a:srgbClr val="070451"/>
                </a:solidFill>
                <a:latin typeface="+mj-lt"/>
                <a:cs typeface="TelenorEvolutionPPT-Light" panose="020B0604020202020204" charset="0"/>
              </a:rPr>
              <a:t>Hvis du vil endre bakgrunnsfarge på høyre side av dette lysbildet, gjør du følgende:</a:t>
            </a:r>
          </a:p>
          <a:p>
            <a:pPr lvl="0">
              <a:lnSpc>
                <a:spcPct val="110000"/>
              </a:lnSpc>
            </a:pPr>
            <a:r>
              <a:rPr lang="nb" sz="800" b="0" i="0" noProof="1">
                <a:solidFill>
                  <a:srgbClr val="070451"/>
                </a:solidFill>
                <a:cs typeface="TelenorEvolutionPPT-Light" panose="020B0604020202020204" charset="0"/>
              </a:rPr>
              <a:t>Høyreklikk på lysbildet ditt, velg "formater bakgrunn" for å åpne "formatruten".</a:t>
            </a:r>
          </a:p>
          <a:p>
            <a:pPr lvl="0">
              <a:lnSpc>
                <a:spcPct val="110000"/>
              </a:lnSpc>
            </a:pPr>
            <a:r>
              <a:rPr lang="nb" sz="800" b="0" i="0" noProof="1">
                <a:solidFill>
                  <a:srgbClr val="070451"/>
                </a:solidFill>
                <a:cs typeface="TelenorEvolutionPPT-Light" panose="020B0604020202020204" charset="0"/>
              </a:rPr>
              <a:t>I formatruten velger du «Heldekkende fyll» og endrer «fyllfarge». </a:t>
            </a:r>
          </a:p>
          <a:p>
            <a:pPr lvl="0">
              <a:lnSpc>
                <a:spcPct val="110000"/>
              </a:lnSpc>
            </a:pPr>
            <a:r>
              <a:rPr lang="nb" sz="800" b="0" i="0" noProof="1">
                <a:solidFill>
                  <a:srgbClr val="070451"/>
                </a:solidFill>
                <a:cs typeface="TelenorEvolutionPPT-Light" panose="020B0604020202020204" charset="0"/>
              </a:rPr>
              <a:t>Bruk en av temafargene </a:t>
            </a:r>
            <a:r>
              <a:rPr lang="nb" sz="800" b="0" i="0" noProof="1">
                <a:solidFill>
                  <a:srgbClr val="070451"/>
                </a:solidFill>
                <a:latin typeface="+mj-lt"/>
                <a:cs typeface="TelenorEvolutionPPT-Light" panose="020B0604020202020204" charset="0"/>
              </a:rPr>
              <a:t>eller</a:t>
            </a:r>
            <a:r>
              <a:rPr lang="nb" sz="800" b="0" i="0" noProof="1">
                <a:solidFill>
                  <a:srgbClr val="070451"/>
                </a:solidFill>
                <a:cs typeface="TelenorEvolutionPPT-Light" panose="020B0604020202020204" charset="0"/>
              </a:rPr>
              <a:t> velg "flere farger" og bruk pipetten til å øyedroppe en av </a:t>
            </a:r>
            <a:r>
              <a:rPr lang="nb" sz="800" b="0" i="0" noProof="1">
                <a:solidFill>
                  <a:srgbClr val="070451"/>
                </a:solidFill>
                <a:latin typeface="+mj-lt"/>
                <a:cs typeface="TelenorEvolutionPPT-Light" panose="020B0604020202020204" charset="0"/>
              </a:rPr>
              <a:t>bakgrunnsfargene</a:t>
            </a:r>
            <a:r>
              <a:rPr lang="nb" sz="800" b="0" i="0" noProof="1">
                <a:solidFill>
                  <a:srgbClr val="070451"/>
                </a:solidFill>
                <a:cs typeface="TelenorEvolutionPPT-Light" panose="020B0604020202020204" charset="0"/>
              </a:rPr>
              <a:t>  fra dette panelet.</a:t>
            </a:r>
          </a:p>
          <a:p>
            <a:pPr lvl="0">
              <a:lnSpc>
                <a:spcPct val="110000"/>
              </a:lnSpc>
            </a:pPr>
            <a:r>
              <a:rPr lang="nb" sz="800" b="0" i="0" noProof="1">
                <a:solidFill>
                  <a:srgbClr val="070451"/>
                </a:solidFill>
                <a:cs typeface="TelenorEvolutionPPT-Light" panose="020B0604020202020204" charset="0"/>
              </a:rPr>
              <a:t>Sørg alltid for tilstrekkelig kontrast mellom bakgrunn, tekst og logo.</a:t>
            </a:r>
            <a:endParaRPr lang="en-GB" sz="1100" b="0" i="0" noProof="1">
              <a:solidFill>
                <a:srgbClr val="070451"/>
              </a:solidFill>
              <a:cs typeface="TelenorEvolutionPPT-Light" panose="020B060402020202020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468483903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:adec="http://schemas.microsoft.com/office/drawing/2017/decorative" xmlns:a16="http://schemas.microsoft.com/office/drawing/2014/main" xmlns="">
      <p:transition spd="med">
        <p:fade/>
      </p:transition>
    </mc:Fallback>
  </mc:AlternateContent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Visual Content Sof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DB31544D-8A29-E69B-E874-55B5B461055C}"/>
              </a:ext>
            </a:extLst>
          </p:cNvPr>
          <p:cNvSpPr/>
          <p:nvPr/>
        </p:nvSpPr>
        <p:spPr>
          <a:xfrm flipH="1">
            <a:off x="1" y="0"/>
            <a:ext cx="4397947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/>
          <a:lstStyle/>
          <a:p>
            <a:pPr algn="ctr">
              <a:lnSpc>
                <a:spcPct val="90000"/>
              </a:lnSpc>
              <a:spcAft>
                <a:spcPts val="1000"/>
              </a:spcAft>
            </a:pPr>
            <a:endParaRPr lang="en-US" sz="1800" err="1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842E14D-E48C-F018-1285-2B447C3DFDCB}"/>
              </a:ext>
            </a:extLst>
          </p:cNvPr>
          <p:cNvSpPr>
            <a:spLocks noGrp="1"/>
          </p:cNvSpPr>
          <p:nvPr>
            <p:ph sz="half" idx="1" hasCustomPrompt="1"/>
          </p:nvPr>
        </p:nvSpPr>
        <p:spPr>
          <a:xfrm>
            <a:off x="540071" y="2016000"/>
            <a:ext cx="3391641" cy="4172075"/>
          </a:xfrm>
        </p:spPr>
        <p:txBody>
          <a:bodyPr/>
          <a:lstStyle>
            <a:lvl1pPr>
              <a:defRPr sz="1800">
                <a:solidFill>
                  <a:schemeClr val="bg1"/>
                </a:solidFill>
              </a:defRPr>
            </a:lvl1pPr>
            <a:lvl2pPr>
              <a:defRPr sz="1600">
                <a:solidFill>
                  <a:schemeClr val="bg1"/>
                </a:solidFill>
              </a:defRPr>
            </a:lvl2pPr>
            <a:lvl3pPr>
              <a:defRPr sz="1400">
                <a:solidFill>
                  <a:schemeClr val="bg1"/>
                </a:solidFill>
              </a:defRPr>
            </a:lvl3pPr>
            <a:lvl4pPr>
              <a:defRPr sz="1200">
                <a:solidFill>
                  <a:schemeClr val="bg1"/>
                </a:solidFill>
              </a:defRPr>
            </a:lvl4pPr>
            <a:lvl5pPr>
              <a:defRPr sz="1200">
                <a:solidFill>
                  <a:schemeClr val="bg1"/>
                </a:solidFill>
              </a:defRPr>
            </a:lvl5pPr>
          </a:lstStyle>
          <a:p>
            <a:pPr lvl="0"/>
            <a:r>
              <a:rPr lang="nb" dirty="0"/>
              <a:t>Klikk for å redigere</a:t>
            </a:r>
          </a:p>
          <a:p>
            <a:pPr lvl="1"/>
            <a:r>
              <a:rPr lang="nb" dirty="0"/>
              <a:t>Andre nivå</a:t>
            </a:r>
          </a:p>
          <a:p>
            <a:pPr lvl="2"/>
            <a:r>
              <a:rPr lang="nb" dirty="0"/>
              <a:t>Tredje nivå</a:t>
            </a:r>
          </a:p>
          <a:p>
            <a:pPr lvl="3"/>
            <a:r>
              <a:rPr lang="nb" dirty="0"/>
              <a:t>Fjerde nivå</a:t>
            </a:r>
          </a:p>
          <a:p>
            <a:pPr lvl="4"/>
            <a:r>
              <a:rPr lang="nb" dirty="0"/>
              <a:t>Femte nivå</a:t>
            </a:r>
            <a:endParaRPr lang="nb-NO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3DA34BD-2344-D982-0459-1C111D1EADA1}"/>
              </a:ext>
            </a:extLst>
          </p:cNvPr>
          <p:cNvSpPr>
            <a:spLocks noGrp="1"/>
          </p:cNvSpPr>
          <p:nvPr>
            <p:ph sz="half" idx="2" hasCustomPrompt="1"/>
          </p:nvPr>
        </p:nvSpPr>
        <p:spPr>
          <a:xfrm>
            <a:off x="4865528" y="943201"/>
            <a:ext cx="6785063" cy="5244874"/>
          </a:xfrm>
        </p:spPr>
        <p:txBody>
          <a:bodyPr/>
          <a:lstStyle>
            <a:lvl1pPr>
              <a:defRPr sz="2000">
                <a:solidFill>
                  <a:schemeClr val="tx1"/>
                </a:solidFill>
              </a:defRPr>
            </a:lvl1pPr>
            <a:lvl2pPr>
              <a:defRPr sz="1800">
                <a:solidFill>
                  <a:schemeClr val="tx1"/>
                </a:solidFill>
              </a:defRPr>
            </a:lvl2pPr>
            <a:lvl3pPr>
              <a:defRPr sz="1600">
                <a:solidFill>
                  <a:schemeClr val="tx1"/>
                </a:solidFill>
              </a:defRPr>
            </a:lvl3pPr>
            <a:lvl4pPr>
              <a:defRPr sz="1400">
                <a:solidFill>
                  <a:schemeClr val="tx1"/>
                </a:solidFill>
              </a:defRPr>
            </a:lvl4pPr>
            <a:lvl5pPr>
              <a:defRPr sz="1400">
                <a:solidFill>
                  <a:schemeClr val="tx1"/>
                </a:solidFill>
              </a:defRPr>
            </a:lvl5pPr>
          </a:lstStyle>
          <a:p>
            <a:pPr lvl="0"/>
            <a:r>
              <a:rPr lang="nb"/>
              <a:t>Legg til visuelt innhold</a:t>
            </a:r>
          </a:p>
          <a:p>
            <a:pPr lvl="1"/>
            <a:r>
              <a:rPr lang="nb"/>
              <a:t>Andre nivå</a:t>
            </a:r>
          </a:p>
          <a:p>
            <a:pPr lvl="2"/>
            <a:r>
              <a:rPr lang="nb"/>
              <a:t>Tredje nivå</a:t>
            </a:r>
          </a:p>
          <a:p>
            <a:pPr lvl="3"/>
            <a:r>
              <a:rPr lang="nb"/>
              <a:t>Fjerde nivå</a:t>
            </a:r>
          </a:p>
          <a:p>
            <a:pPr lvl="4"/>
            <a:r>
              <a:rPr lang="nb"/>
              <a:t>Femte nivå</a:t>
            </a:r>
            <a:endParaRPr lang="nb-NO"/>
          </a:p>
        </p:txBody>
      </p:sp>
      <p:sp>
        <p:nvSpPr>
          <p:cNvPr id="2" name="Graphic 8">
            <a:extLst>
              <a:ext uri="{FF2B5EF4-FFF2-40B4-BE49-F238E27FC236}">
                <a16:creationId xmlns:a16="http://schemas.microsoft.com/office/drawing/2014/main" id="{4BB859AC-5C93-7E55-42EC-851F728D489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ChangeAspect="1"/>
          </p:cNvSpPr>
          <p:nvPr/>
        </p:nvSpPr>
        <p:spPr>
          <a:xfrm>
            <a:off x="11816892" y="6503682"/>
            <a:ext cx="197014" cy="180000"/>
          </a:xfrm>
          <a:custGeom>
            <a:avLst/>
            <a:gdLst>
              <a:gd name="connsiteX0" fmla="*/ 154264 w 305194"/>
              <a:gd name="connsiteY0" fmla="*/ 85261 h 278876"/>
              <a:gd name="connsiteX1" fmla="*/ 160092 w 305194"/>
              <a:gd name="connsiteY1" fmla="*/ 80929 h 278876"/>
              <a:gd name="connsiteX2" fmla="*/ 168583 w 305194"/>
              <a:gd name="connsiteY2" fmla="*/ 53314 h 278876"/>
              <a:gd name="connsiteX3" fmla="*/ 196130 w 305194"/>
              <a:gd name="connsiteY3" fmla="*/ 20263 h 278876"/>
              <a:gd name="connsiteX4" fmla="*/ 238040 w 305194"/>
              <a:gd name="connsiteY4" fmla="*/ 2372 h 278876"/>
              <a:gd name="connsiteX5" fmla="*/ 268599 w 305194"/>
              <a:gd name="connsiteY5" fmla="*/ 358 h 278876"/>
              <a:gd name="connsiteX6" fmla="*/ 302258 w 305194"/>
              <a:gd name="connsiteY6" fmla="*/ 13938 h 278876"/>
              <a:gd name="connsiteX7" fmla="*/ 305183 w 305194"/>
              <a:gd name="connsiteY7" fmla="*/ 21649 h 278876"/>
              <a:gd name="connsiteX8" fmla="*/ 299006 w 305194"/>
              <a:gd name="connsiteY8" fmla="*/ 33648 h 278876"/>
              <a:gd name="connsiteX9" fmla="*/ 270498 w 305194"/>
              <a:gd name="connsiteY9" fmla="*/ 47596 h 278876"/>
              <a:gd name="connsiteX10" fmla="*/ 217391 w 305194"/>
              <a:gd name="connsiteY10" fmla="*/ 61696 h 278876"/>
              <a:gd name="connsiteX11" fmla="*/ 184168 w 305194"/>
              <a:gd name="connsiteY11" fmla="*/ 71161 h 278876"/>
              <a:gd name="connsiteX12" fmla="*/ 175437 w 305194"/>
              <a:gd name="connsiteY12" fmla="*/ 92040 h 278876"/>
              <a:gd name="connsiteX13" fmla="*/ 200430 w 305194"/>
              <a:gd name="connsiteY13" fmla="*/ 108284 h 278876"/>
              <a:gd name="connsiteX14" fmla="*/ 233740 w 305194"/>
              <a:gd name="connsiteY14" fmla="*/ 140773 h 278876"/>
              <a:gd name="connsiteX15" fmla="*/ 272681 w 305194"/>
              <a:gd name="connsiteY15" fmla="*/ 210471 h 278876"/>
              <a:gd name="connsiteX16" fmla="*/ 258668 w 305194"/>
              <a:gd name="connsiteY16" fmla="*/ 276358 h 278876"/>
              <a:gd name="connsiteX17" fmla="*/ 204250 w 305194"/>
              <a:gd name="connsiteY17" fmla="*/ 256865 h 278876"/>
              <a:gd name="connsiteX18" fmla="*/ 169325 w 305194"/>
              <a:gd name="connsiteY18" fmla="*/ 196220 h 278876"/>
              <a:gd name="connsiteX19" fmla="*/ 157494 w 305194"/>
              <a:gd name="connsiteY19" fmla="*/ 120002 h 278876"/>
              <a:gd name="connsiteX20" fmla="*/ 157647 w 305194"/>
              <a:gd name="connsiteY20" fmla="*/ 107310 h 278876"/>
              <a:gd name="connsiteX21" fmla="*/ 131584 w 305194"/>
              <a:gd name="connsiteY21" fmla="*/ 107483 h 278876"/>
              <a:gd name="connsiteX22" fmla="*/ 91442 w 305194"/>
              <a:gd name="connsiteY22" fmla="*/ 146209 h 278876"/>
              <a:gd name="connsiteX23" fmla="*/ 76468 w 305194"/>
              <a:gd name="connsiteY23" fmla="*/ 164663 h 278876"/>
              <a:gd name="connsiteX24" fmla="*/ 53199 w 305194"/>
              <a:gd name="connsiteY24" fmla="*/ 189094 h 278876"/>
              <a:gd name="connsiteX25" fmla="*/ 10918 w 305194"/>
              <a:gd name="connsiteY25" fmla="*/ 191541 h 278876"/>
              <a:gd name="connsiteX26" fmla="*/ 4 w 305194"/>
              <a:gd name="connsiteY26" fmla="*/ 167370 h 278876"/>
              <a:gd name="connsiteX27" fmla="*/ 5025 w 305194"/>
              <a:gd name="connsiteY27" fmla="*/ 148375 h 278876"/>
              <a:gd name="connsiteX28" fmla="*/ 27464 w 305194"/>
              <a:gd name="connsiteY28" fmla="*/ 123814 h 278876"/>
              <a:gd name="connsiteX29" fmla="*/ 75813 w 305194"/>
              <a:gd name="connsiteY29" fmla="*/ 96459 h 278876"/>
              <a:gd name="connsiteX30" fmla="*/ 154264 w 305194"/>
              <a:gd name="connsiteY30" fmla="*/ 85261 h 27887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</a:cxnLst>
            <a:rect l="l" t="t" r="r" b="b"/>
            <a:pathLst>
              <a:path w="305194" h="278876">
                <a:moveTo>
                  <a:pt x="154264" y="85261"/>
                </a:moveTo>
                <a:cubicBezTo>
                  <a:pt x="158629" y="85932"/>
                  <a:pt x="159502" y="85044"/>
                  <a:pt x="160092" y="80929"/>
                </a:cubicBezTo>
                <a:cubicBezTo>
                  <a:pt x="161530" y="71358"/>
                  <a:pt x="164392" y="62052"/>
                  <a:pt x="168583" y="53314"/>
                </a:cubicBezTo>
                <a:cubicBezTo>
                  <a:pt x="174302" y="41662"/>
                  <a:pt x="183361" y="28861"/>
                  <a:pt x="196130" y="20263"/>
                </a:cubicBezTo>
                <a:cubicBezTo>
                  <a:pt x="208994" y="12017"/>
                  <a:pt x="223160" y="5970"/>
                  <a:pt x="238040" y="2372"/>
                </a:cubicBezTo>
                <a:cubicBezTo>
                  <a:pt x="248066" y="182"/>
                  <a:pt x="258369" y="-497"/>
                  <a:pt x="268599" y="358"/>
                </a:cubicBezTo>
                <a:cubicBezTo>
                  <a:pt x="286979" y="2004"/>
                  <a:pt x="297151" y="7202"/>
                  <a:pt x="302258" y="13938"/>
                </a:cubicBezTo>
                <a:cubicBezTo>
                  <a:pt x="303959" y="16177"/>
                  <a:pt x="304974" y="18853"/>
                  <a:pt x="305183" y="21649"/>
                </a:cubicBezTo>
                <a:cubicBezTo>
                  <a:pt x="305336" y="25006"/>
                  <a:pt x="303874" y="29359"/>
                  <a:pt x="299006" y="33648"/>
                </a:cubicBezTo>
                <a:cubicBezTo>
                  <a:pt x="294138" y="37936"/>
                  <a:pt x="284228" y="43026"/>
                  <a:pt x="270498" y="47596"/>
                </a:cubicBezTo>
                <a:cubicBezTo>
                  <a:pt x="256267" y="52296"/>
                  <a:pt x="236796" y="57278"/>
                  <a:pt x="217391" y="61696"/>
                </a:cubicBezTo>
                <a:cubicBezTo>
                  <a:pt x="206142" y="64214"/>
                  <a:pt x="195049" y="67374"/>
                  <a:pt x="184168" y="71161"/>
                </a:cubicBezTo>
                <a:cubicBezTo>
                  <a:pt x="171333" y="75493"/>
                  <a:pt x="167470" y="88163"/>
                  <a:pt x="175437" y="92040"/>
                </a:cubicBezTo>
                <a:cubicBezTo>
                  <a:pt x="184418" y="96399"/>
                  <a:pt x="192814" y="101857"/>
                  <a:pt x="200430" y="108284"/>
                </a:cubicBezTo>
                <a:cubicBezTo>
                  <a:pt x="212658" y="117917"/>
                  <a:pt x="223823" y="128807"/>
                  <a:pt x="233740" y="140773"/>
                </a:cubicBezTo>
                <a:cubicBezTo>
                  <a:pt x="245811" y="155414"/>
                  <a:pt x="265587" y="183354"/>
                  <a:pt x="272681" y="210471"/>
                </a:cubicBezTo>
                <a:cubicBezTo>
                  <a:pt x="280561" y="240252"/>
                  <a:pt x="275650" y="268474"/>
                  <a:pt x="258668" y="276358"/>
                </a:cubicBezTo>
                <a:cubicBezTo>
                  <a:pt x="242013" y="284111"/>
                  <a:pt x="219835" y="272935"/>
                  <a:pt x="204250" y="256865"/>
                </a:cubicBezTo>
                <a:cubicBezTo>
                  <a:pt x="189451" y="241703"/>
                  <a:pt x="179104" y="223748"/>
                  <a:pt x="169325" y="196220"/>
                </a:cubicBezTo>
                <a:cubicBezTo>
                  <a:pt x="160899" y="172395"/>
                  <a:pt x="157494" y="138022"/>
                  <a:pt x="157494" y="120002"/>
                </a:cubicBezTo>
                <a:cubicBezTo>
                  <a:pt x="157494" y="114002"/>
                  <a:pt x="157494" y="112724"/>
                  <a:pt x="157647" y="107310"/>
                </a:cubicBezTo>
                <a:cubicBezTo>
                  <a:pt x="158215" y="102588"/>
                  <a:pt x="145380" y="98646"/>
                  <a:pt x="131584" y="107483"/>
                </a:cubicBezTo>
                <a:cubicBezTo>
                  <a:pt x="115890" y="117511"/>
                  <a:pt x="100523" y="135640"/>
                  <a:pt x="91442" y="146209"/>
                </a:cubicBezTo>
                <a:cubicBezTo>
                  <a:pt x="87491" y="150822"/>
                  <a:pt x="82122" y="157580"/>
                  <a:pt x="76468" y="164663"/>
                </a:cubicBezTo>
                <a:cubicBezTo>
                  <a:pt x="68981" y="173976"/>
                  <a:pt x="60730" y="183679"/>
                  <a:pt x="53199" y="189094"/>
                </a:cubicBezTo>
                <a:cubicBezTo>
                  <a:pt x="41914" y="197086"/>
                  <a:pt x="23731" y="200551"/>
                  <a:pt x="10918" y="191541"/>
                </a:cubicBezTo>
                <a:cubicBezTo>
                  <a:pt x="3824" y="186516"/>
                  <a:pt x="4" y="177030"/>
                  <a:pt x="4" y="167370"/>
                </a:cubicBezTo>
                <a:cubicBezTo>
                  <a:pt x="-96" y="160703"/>
                  <a:pt x="1640" y="154135"/>
                  <a:pt x="5025" y="148375"/>
                </a:cubicBezTo>
                <a:cubicBezTo>
                  <a:pt x="9390" y="140946"/>
                  <a:pt x="16310" y="132954"/>
                  <a:pt x="27464" y="123814"/>
                </a:cubicBezTo>
                <a:cubicBezTo>
                  <a:pt x="42199" y="112477"/>
                  <a:pt x="58477" y="103268"/>
                  <a:pt x="75813" y="96459"/>
                </a:cubicBezTo>
                <a:cubicBezTo>
                  <a:pt x="103928" y="85218"/>
                  <a:pt x="134204" y="81687"/>
                  <a:pt x="154264" y="85261"/>
                </a:cubicBezTo>
                <a:close/>
              </a:path>
            </a:pathLst>
          </a:custGeom>
          <a:solidFill>
            <a:schemeClr val="accent1"/>
          </a:solidFill>
          <a:ln w="2177" cap="flat">
            <a:noFill/>
            <a:prstDash val="solid"/>
            <a:miter/>
          </a:ln>
        </p:spPr>
        <p:txBody>
          <a:bodyPr rtlCol="0" anchor="ctr"/>
          <a:lstStyle/>
          <a:p>
            <a:endParaRPr lang="nb-NO" sz="1800"/>
          </a:p>
        </p:txBody>
      </p:sp>
      <p:sp>
        <p:nvSpPr>
          <p:cNvPr id="11" name="Section title">
            <a:extLst>
              <a:ext uri="{FF2B5EF4-FFF2-40B4-BE49-F238E27FC236}">
                <a16:creationId xmlns:a16="http://schemas.microsoft.com/office/drawing/2014/main" id="{E1CA003B-6C16-8451-9038-ADE1469AC565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540072" y="504001"/>
            <a:ext cx="724651" cy="252377"/>
          </a:xfrm>
        </p:spPr>
        <p:txBody>
          <a:bodyPr wrap="none">
            <a:sp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600">
                <a:solidFill>
                  <a:schemeClr val="bg2"/>
                </a:solidFill>
              </a:defRPr>
            </a:lvl1pPr>
            <a:lvl2pPr marL="216000" indent="0">
              <a:buNone/>
              <a:defRPr sz="1600"/>
            </a:lvl2pPr>
            <a:lvl3pPr marL="468000" indent="0">
              <a:buNone/>
              <a:defRPr sz="1600"/>
            </a:lvl3pPr>
            <a:lvl4pPr marL="720000" indent="0">
              <a:buNone/>
              <a:defRPr sz="1600"/>
            </a:lvl4pPr>
            <a:lvl5pPr marL="938213" indent="0">
              <a:buNone/>
              <a:defRPr sz="1600"/>
            </a:lvl5pPr>
          </a:lstStyle>
          <a:p>
            <a:pPr lvl="0"/>
            <a:r>
              <a:rPr lang="nb"/>
              <a:t>Seksjon</a:t>
            </a:r>
            <a:endParaRPr lang="nb-NO"/>
          </a:p>
        </p:txBody>
      </p:sp>
      <p:sp>
        <p:nvSpPr>
          <p:cNvPr id="6" name="Date Placeholder 5">
            <a:extLst>
              <a:ext uri="{FF2B5EF4-FFF2-40B4-BE49-F238E27FC236}">
                <a16:creationId xmlns:a16="http://schemas.microsoft.com/office/drawing/2014/main" id="{B5E70422-7DCF-29FB-5EA8-7D4E8E648140}"/>
              </a:ext>
            </a:extLst>
          </p:cNvPr>
          <p:cNvSpPr>
            <a:spLocks noGrp="1"/>
          </p:cNvSpPr>
          <p:nvPr>
            <p:ph type="dt" sz="half" idx="15"/>
          </p:nvPr>
        </p:nvSpPr>
        <p:spPr/>
        <p:txBody>
          <a:bodyPr/>
          <a:lstStyle/>
          <a:p>
            <a:fld id="{C9E8CBED-249C-5347-BC07-AB41CCC4FF56}" type="datetime1">
              <a:rPr lang="nb-NO" smtClean="0"/>
              <a:t>18.09.2026</a:t>
            </a:fld>
            <a:endParaRPr lang="en-GB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1B183240-8E74-3BF7-C8CA-75FF0845AB2C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endParaRPr lang="en-GB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220D0429-44E1-867C-14A6-FF25E0819704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/>
        <p:txBody>
          <a:bodyPr/>
          <a:lstStyle/>
          <a:p>
            <a:fld id="{608810A5-7811-344D-9AE9-EC83104FB54D}" type="slidenum">
              <a:rPr lang="en-GB" smtClean="0"/>
              <a:t>‹#›</a:t>
            </a:fld>
            <a:endParaRPr lang="en-GB"/>
          </a:p>
        </p:txBody>
      </p:sp>
      <p:sp>
        <p:nvSpPr>
          <p:cNvPr id="10" name="Tittel 9">
            <a:extLst>
              <a:ext uri="{FF2B5EF4-FFF2-40B4-BE49-F238E27FC236}">
                <a16:creationId xmlns:a16="http://schemas.microsoft.com/office/drawing/2014/main" id="{9B08DFCF-0BA4-BC63-1852-767145960D1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39999" y="859515"/>
            <a:ext cx="3391641" cy="1123200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nb" dirty="0"/>
              <a:t>Klikk for å redigere</a:t>
            </a:r>
            <a:endParaRPr lang="en-GB" dirty="0"/>
          </a:p>
        </p:txBody>
      </p:sp>
      <p:sp>
        <p:nvSpPr>
          <p:cNvPr id="5" name="TekstSylinder 50">
            <a:extLst>
              <a:ext uri="{FF2B5EF4-FFF2-40B4-BE49-F238E27FC236}">
                <a16:creationId xmlns:a16="http://schemas.microsoft.com/office/drawing/2014/main" id="{CF1C11CA-A476-65CD-3242-FC77EE96CC0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/>
          <p:nvPr userDrawn="1"/>
        </p:nvSpPr>
        <p:spPr>
          <a:xfrm>
            <a:off x="12627096" y="4105715"/>
            <a:ext cx="2178795" cy="2183469"/>
          </a:xfrm>
          <a:prstGeom prst="rect">
            <a:avLst/>
          </a:prstGeom>
          <a:noFill/>
        </p:spPr>
        <p:txBody>
          <a:bodyPr wrap="square" lIns="0" tIns="108000" rIns="0" bIns="0" rtlCol="0">
            <a:spAutoFit/>
          </a:bodyPr>
          <a:lstStyle>
            <a:defPPr>
              <a:defRPr lang="en-NO"/>
            </a:defPPr>
            <a:lvl1pPr>
              <a:spcAft>
                <a:spcPts val="600"/>
              </a:spcAft>
              <a:defRPr b="0" i="0">
                <a:cs typeface="Arial" panose="020B0604020202020204" pitchFamily="34" charset="0"/>
              </a:defRPr>
            </a:lvl1pPr>
          </a:lstStyle>
          <a:p>
            <a:pPr lvl="0"/>
            <a:r>
              <a:rPr lang="nb" sz="1200" b="0" i="0" noProof="1">
                <a:solidFill>
                  <a:srgbClr val="070451"/>
                </a:solidFill>
                <a:latin typeface="+mj-lt"/>
                <a:cs typeface="TelenorEvolutionPPT-Light" panose="020B0604020202020204" charset="0"/>
              </a:rPr>
              <a:t>Endre farger</a:t>
            </a:r>
          </a:p>
          <a:p>
            <a:pPr lvl="0">
              <a:lnSpc>
                <a:spcPct val="120000"/>
              </a:lnSpc>
            </a:pPr>
            <a:r>
              <a:rPr lang="nb" sz="800" b="0" i="0" noProof="1">
                <a:solidFill>
                  <a:srgbClr val="070451"/>
                </a:solidFill>
                <a:latin typeface="+mj-lt"/>
                <a:cs typeface="TelenorEvolutionPPT-Light" panose="020B0604020202020204" charset="0"/>
              </a:rPr>
              <a:t>Hvis du vil endre bakgrunnsfarge på høyre side av dette lysbildet, gjør du følgende:</a:t>
            </a:r>
          </a:p>
          <a:p>
            <a:pPr lvl="0">
              <a:lnSpc>
                <a:spcPct val="110000"/>
              </a:lnSpc>
            </a:pPr>
            <a:r>
              <a:rPr lang="nb" sz="800" b="0" i="0" noProof="1">
                <a:solidFill>
                  <a:srgbClr val="070451"/>
                </a:solidFill>
                <a:cs typeface="TelenorEvolutionPPT-Light" panose="020B0604020202020204" charset="0"/>
              </a:rPr>
              <a:t>Høyreklikk på lysbildet ditt, velg "formater bakgrunn" for å åpne "formatruten".</a:t>
            </a:r>
          </a:p>
          <a:p>
            <a:pPr lvl="0">
              <a:lnSpc>
                <a:spcPct val="110000"/>
              </a:lnSpc>
            </a:pPr>
            <a:r>
              <a:rPr lang="nb" sz="800" b="0" i="0" noProof="1">
                <a:solidFill>
                  <a:srgbClr val="070451"/>
                </a:solidFill>
                <a:cs typeface="TelenorEvolutionPPT-Light" panose="020B0604020202020204" charset="0"/>
              </a:rPr>
              <a:t>I formatruten velger du «Heldekkende fyll» og endrer «fyllfarge». </a:t>
            </a:r>
          </a:p>
          <a:p>
            <a:pPr lvl="0">
              <a:lnSpc>
                <a:spcPct val="110000"/>
              </a:lnSpc>
            </a:pPr>
            <a:r>
              <a:rPr lang="nb" sz="800" b="0" i="0" noProof="1">
                <a:solidFill>
                  <a:srgbClr val="070451"/>
                </a:solidFill>
                <a:cs typeface="TelenorEvolutionPPT-Light" panose="020B0604020202020204" charset="0"/>
              </a:rPr>
              <a:t>Bruk en av temafargene </a:t>
            </a:r>
            <a:r>
              <a:rPr lang="nb" sz="800" b="0" i="0" noProof="1">
                <a:solidFill>
                  <a:srgbClr val="070451"/>
                </a:solidFill>
                <a:latin typeface="+mj-lt"/>
                <a:cs typeface="TelenorEvolutionPPT-Light" panose="020B0604020202020204" charset="0"/>
              </a:rPr>
              <a:t>eller</a:t>
            </a:r>
            <a:r>
              <a:rPr lang="nb" sz="800" b="0" i="0" noProof="1">
                <a:solidFill>
                  <a:srgbClr val="070451"/>
                </a:solidFill>
                <a:cs typeface="TelenorEvolutionPPT-Light" panose="020B0604020202020204" charset="0"/>
              </a:rPr>
              <a:t> velg "flere farger" og bruk pipetten til å øyedroppe en av </a:t>
            </a:r>
            <a:r>
              <a:rPr lang="nb" sz="800" b="0" i="0" noProof="1">
                <a:solidFill>
                  <a:srgbClr val="070451"/>
                </a:solidFill>
                <a:latin typeface="+mj-lt"/>
                <a:cs typeface="TelenorEvolutionPPT-Light" panose="020B0604020202020204" charset="0"/>
              </a:rPr>
              <a:t>bakgrunnsfargene</a:t>
            </a:r>
            <a:r>
              <a:rPr lang="nb" sz="800" b="0" i="0" noProof="1">
                <a:solidFill>
                  <a:srgbClr val="070451"/>
                </a:solidFill>
                <a:cs typeface="TelenorEvolutionPPT-Light" panose="020B0604020202020204" charset="0"/>
              </a:rPr>
              <a:t>  fra dette panelet.</a:t>
            </a:r>
          </a:p>
          <a:p>
            <a:pPr lvl="0">
              <a:lnSpc>
                <a:spcPct val="110000"/>
              </a:lnSpc>
            </a:pPr>
            <a:r>
              <a:rPr lang="nb" sz="800" b="0" i="0" noProof="1">
                <a:solidFill>
                  <a:srgbClr val="070451"/>
                </a:solidFill>
                <a:cs typeface="TelenorEvolutionPPT-Light" panose="020B0604020202020204" charset="0"/>
              </a:rPr>
              <a:t>Sørg alltid for tilstrekkelig kontrast mellom bakgrunn, tekst og logo.</a:t>
            </a:r>
            <a:endParaRPr lang="en-GB" sz="1100" b="0" i="0" noProof="1">
              <a:solidFill>
                <a:srgbClr val="070451"/>
              </a:solidFill>
              <a:cs typeface="TelenorEvolutionPPT-Light" panose="020B060402020202020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403905576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:adec="http://schemas.microsoft.com/office/drawing/2017/decorative" xmlns:a16="http://schemas.microsoft.com/office/drawing/2014/main" xmlns="">
      <p:transition spd="med">
        <p:fade/>
      </p:transition>
    </mc:Fallback>
  </mc:AlternateContent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umbers Panels">
    <p:bg>
      <p:bgPr>
        <a:solidFill>
          <a:schemeClr val="accent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201A967B-6543-B84F-3A38-DC68E30570A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6096794" y="0"/>
            <a:ext cx="3045996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/>
          <a:lstStyle/>
          <a:p>
            <a:pPr algn="ctr">
              <a:lnSpc>
                <a:spcPct val="90000"/>
              </a:lnSpc>
              <a:spcAft>
                <a:spcPts val="1000"/>
              </a:spcAft>
            </a:pPr>
            <a:endParaRPr lang="en-US" sz="1800" err="1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DB31544D-8A29-E69B-E874-55B5B461055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0"/>
            <a:ext cx="6096001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/>
          <a:lstStyle/>
          <a:p>
            <a:pPr algn="ctr">
              <a:lnSpc>
                <a:spcPct val="90000"/>
              </a:lnSpc>
              <a:spcAft>
                <a:spcPts val="1000"/>
              </a:spcAft>
            </a:pPr>
            <a:endParaRPr lang="en-US" sz="1800" err="1"/>
          </a:p>
        </p:txBody>
      </p:sp>
      <p:sp>
        <p:nvSpPr>
          <p:cNvPr id="4" name="Section 1">
            <a:extLst>
              <a:ext uri="{FF2B5EF4-FFF2-40B4-BE49-F238E27FC236}">
                <a16:creationId xmlns:a16="http://schemas.microsoft.com/office/drawing/2014/main" id="{97A19A75-202A-1A09-B415-20DE76E7DF55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540072" y="504001"/>
            <a:ext cx="724651" cy="252377"/>
          </a:xfrm>
        </p:spPr>
        <p:txBody>
          <a:bodyPr wrap="none">
            <a:sp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600">
                <a:solidFill>
                  <a:schemeClr val="accent3"/>
                </a:solidFill>
              </a:defRPr>
            </a:lvl1pPr>
            <a:lvl2pPr marL="216000" indent="0">
              <a:buNone/>
              <a:defRPr sz="1600"/>
            </a:lvl2pPr>
            <a:lvl3pPr marL="468000" indent="0">
              <a:buNone/>
              <a:defRPr sz="1600"/>
            </a:lvl3pPr>
            <a:lvl4pPr marL="720000" indent="0">
              <a:buNone/>
              <a:defRPr sz="1600"/>
            </a:lvl4pPr>
            <a:lvl5pPr marL="938213" indent="0">
              <a:buNone/>
              <a:defRPr sz="1600"/>
            </a:lvl5pPr>
          </a:lstStyle>
          <a:p>
            <a:pPr lvl="0"/>
            <a:r>
              <a:rPr lang="nb"/>
              <a:t>Seksjon</a:t>
            </a:r>
            <a:endParaRPr lang="nb-NO"/>
          </a:p>
        </p:txBody>
      </p:sp>
      <p:sp>
        <p:nvSpPr>
          <p:cNvPr id="14" name="Tall 1">
            <a:extLst>
              <a:ext uri="{FF2B5EF4-FFF2-40B4-BE49-F238E27FC236}">
                <a16:creationId xmlns:a16="http://schemas.microsoft.com/office/drawing/2014/main" id="{116FF204-5136-B24C-C877-78748972EBA5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445230" y="1163523"/>
            <a:ext cx="5088600" cy="2744558"/>
          </a:xfrm>
        </p:spPr>
        <p:txBody>
          <a:bodyPr wrap="none" anchor="b" anchorCtr="0">
            <a:normAutofit/>
          </a:bodyPr>
          <a:lstStyle>
            <a:lvl1pPr marL="0" indent="0">
              <a:lnSpc>
                <a:spcPct val="85000"/>
              </a:lnSpc>
              <a:spcBef>
                <a:spcPts val="0"/>
              </a:spcBef>
              <a:buNone/>
              <a:defRPr sz="15000" b="1" i="1" spc="-300">
                <a:solidFill>
                  <a:schemeClr val="accent3"/>
                </a:solidFill>
                <a:latin typeface="+mj-lt"/>
              </a:defRPr>
            </a:lvl1pPr>
          </a:lstStyle>
          <a:p>
            <a:pPr lvl="0"/>
            <a:r>
              <a:rPr lang="nb"/>
              <a:t>1###</a:t>
            </a:r>
          </a:p>
        </p:txBody>
      </p:sp>
      <p:sp>
        <p:nvSpPr>
          <p:cNvPr id="3" name="Tekst 1">
            <a:extLst>
              <a:ext uri="{FF2B5EF4-FFF2-40B4-BE49-F238E27FC236}">
                <a16:creationId xmlns:a16="http://schemas.microsoft.com/office/drawing/2014/main" id="{8842E14D-E48C-F018-1285-2B447C3DFDCB}"/>
              </a:ext>
            </a:extLst>
          </p:cNvPr>
          <p:cNvSpPr>
            <a:spLocks noGrp="1"/>
          </p:cNvSpPr>
          <p:nvPr>
            <p:ph sz="half" idx="1" hasCustomPrompt="1"/>
          </p:nvPr>
        </p:nvSpPr>
        <p:spPr>
          <a:xfrm>
            <a:off x="540071" y="3941531"/>
            <a:ext cx="3391091" cy="2246543"/>
          </a:xfrm>
        </p:spPr>
        <p:txBody>
          <a:bodyPr/>
          <a:lstStyle>
            <a:lvl1pPr marL="0" indent="0">
              <a:spcBef>
                <a:spcPts val="0"/>
              </a:spcBef>
              <a:buNone/>
              <a:defRPr sz="1400">
                <a:solidFill>
                  <a:schemeClr val="accent3"/>
                </a:solidFill>
              </a:defRPr>
            </a:lvl1pPr>
            <a:lvl2pPr marL="180975" indent="-174625">
              <a:spcBef>
                <a:spcPts val="1000"/>
              </a:spcBef>
              <a:buFont typeface="Arial" panose="020B0604020202020204" pitchFamily="34" charset="0"/>
              <a:buChar char="•"/>
              <a:tabLst/>
              <a:defRPr sz="1400">
                <a:solidFill>
                  <a:schemeClr val="accent3"/>
                </a:solidFill>
              </a:defRPr>
            </a:lvl2pPr>
            <a:lvl3pPr marL="317500" indent="-136525">
              <a:tabLst/>
              <a:defRPr sz="1400">
                <a:solidFill>
                  <a:schemeClr val="accent3"/>
                </a:solidFill>
              </a:defRPr>
            </a:lvl3pPr>
            <a:lvl4pPr>
              <a:defRPr sz="1400"/>
            </a:lvl4pPr>
            <a:lvl5pPr>
              <a:defRPr sz="1400"/>
            </a:lvl5pPr>
          </a:lstStyle>
          <a:p>
            <a:pPr lvl="0"/>
            <a:r>
              <a:rPr lang="nb" dirty="0"/>
              <a:t>Klikk for å redigere</a:t>
            </a:r>
          </a:p>
          <a:p>
            <a:pPr lvl="1"/>
            <a:r>
              <a:rPr lang="nb" dirty="0"/>
              <a:t>Andre nivå</a:t>
            </a:r>
          </a:p>
          <a:p>
            <a:pPr lvl="2"/>
            <a:r>
              <a:rPr lang="nb" dirty="0"/>
              <a:t>Tredje nivå</a:t>
            </a:r>
          </a:p>
        </p:txBody>
      </p:sp>
      <p:sp>
        <p:nvSpPr>
          <p:cNvPr id="5" name="Section 2">
            <a:extLst>
              <a:ext uri="{FF2B5EF4-FFF2-40B4-BE49-F238E27FC236}">
                <a16:creationId xmlns:a16="http://schemas.microsoft.com/office/drawing/2014/main" id="{F24A6423-F823-AE53-1957-EF7F25B2B3C1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6096794" y="504001"/>
            <a:ext cx="1088215" cy="246221"/>
          </a:xfrm>
        </p:spPr>
        <p:txBody>
          <a:bodyPr wrap="none" lIns="360000">
            <a:sp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600">
                <a:solidFill>
                  <a:schemeClr val="bg1"/>
                </a:solidFill>
              </a:defRPr>
            </a:lvl1pPr>
            <a:lvl2pPr marL="216000" indent="0">
              <a:buNone/>
              <a:defRPr sz="1600"/>
            </a:lvl2pPr>
            <a:lvl3pPr marL="468000" indent="0">
              <a:buNone/>
              <a:defRPr sz="1600"/>
            </a:lvl3pPr>
            <a:lvl4pPr marL="720000" indent="0">
              <a:buNone/>
              <a:defRPr sz="1600"/>
            </a:lvl4pPr>
            <a:lvl5pPr marL="938213" indent="0">
              <a:buNone/>
              <a:defRPr sz="1600"/>
            </a:lvl5pPr>
          </a:lstStyle>
          <a:p>
            <a:pPr lvl="0"/>
            <a:r>
              <a:rPr lang="nb"/>
              <a:t>Seksjon</a:t>
            </a:r>
            <a:endParaRPr lang="nb-NO"/>
          </a:p>
        </p:txBody>
      </p:sp>
      <p:sp>
        <p:nvSpPr>
          <p:cNvPr id="16" name="Tall 2">
            <a:extLst>
              <a:ext uri="{FF2B5EF4-FFF2-40B4-BE49-F238E27FC236}">
                <a16:creationId xmlns:a16="http://schemas.microsoft.com/office/drawing/2014/main" id="{D0C02313-EB7E-3C07-CC57-1BA4DE530C74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6096794" y="1196975"/>
            <a:ext cx="3045996" cy="2484402"/>
          </a:xfrm>
        </p:spPr>
        <p:txBody>
          <a:bodyPr lIns="360000" anchor="b" anchorCtr="0"/>
          <a:lstStyle>
            <a:lvl1pPr marL="0" indent="0" algn="l">
              <a:lnSpc>
                <a:spcPct val="85000"/>
              </a:lnSpc>
              <a:spcBef>
                <a:spcPts val="0"/>
              </a:spcBef>
              <a:buNone/>
              <a:defRPr sz="8000" b="1" i="1" spc="-300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nb"/>
              <a:t>1###</a:t>
            </a:r>
          </a:p>
        </p:txBody>
      </p:sp>
      <p:sp>
        <p:nvSpPr>
          <p:cNvPr id="15" name="Tekst 2">
            <a:extLst>
              <a:ext uri="{FF2B5EF4-FFF2-40B4-BE49-F238E27FC236}">
                <a16:creationId xmlns:a16="http://schemas.microsoft.com/office/drawing/2014/main" id="{25408968-4DDB-53D9-74E6-E3034E7A93E6}"/>
              </a:ext>
            </a:extLst>
          </p:cNvPr>
          <p:cNvSpPr>
            <a:spLocks noGrp="1"/>
          </p:cNvSpPr>
          <p:nvPr>
            <p:ph sz="half" idx="15" hasCustomPrompt="1"/>
          </p:nvPr>
        </p:nvSpPr>
        <p:spPr>
          <a:xfrm>
            <a:off x="6096793" y="3941531"/>
            <a:ext cx="3043173" cy="2246543"/>
          </a:xfrm>
        </p:spPr>
        <p:txBody>
          <a:bodyPr lIns="360000" rIns="360000"/>
          <a:lstStyle>
            <a:lvl1pPr marL="0" indent="0">
              <a:spcBef>
                <a:spcPts val="0"/>
              </a:spcBef>
              <a:buNone/>
              <a:defRPr sz="1400">
                <a:solidFill>
                  <a:schemeClr val="bg1"/>
                </a:solidFill>
              </a:defRPr>
            </a:lvl1pPr>
            <a:lvl2pPr marL="180975" indent="-174625">
              <a:spcBef>
                <a:spcPts val="1000"/>
              </a:spcBef>
              <a:buClr>
                <a:schemeClr val="bg1"/>
              </a:buClr>
              <a:buFont typeface="Arial" panose="020B0604020202020204" pitchFamily="34" charset="0"/>
              <a:buChar char="•"/>
              <a:tabLst/>
              <a:defRPr sz="1400">
                <a:solidFill>
                  <a:schemeClr val="bg1"/>
                </a:solidFill>
              </a:defRPr>
            </a:lvl2pPr>
            <a:lvl3pPr marL="317500" indent="-136525">
              <a:buClr>
                <a:schemeClr val="bg1"/>
              </a:buClr>
              <a:tabLst/>
              <a:defRPr sz="1400">
                <a:solidFill>
                  <a:schemeClr val="bg1"/>
                </a:solidFill>
              </a:defRPr>
            </a:lvl3pPr>
            <a:lvl4pPr>
              <a:defRPr sz="1400"/>
            </a:lvl4pPr>
            <a:lvl5pPr>
              <a:defRPr sz="1400"/>
            </a:lvl5pPr>
          </a:lstStyle>
          <a:p>
            <a:pPr lvl="0"/>
            <a:r>
              <a:rPr lang="nb" dirty="0"/>
              <a:t>Klikk for å redigere</a:t>
            </a:r>
          </a:p>
          <a:p>
            <a:pPr lvl="1"/>
            <a:r>
              <a:rPr lang="nb" dirty="0"/>
              <a:t>Andre nivå</a:t>
            </a:r>
          </a:p>
          <a:p>
            <a:pPr lvl="2"/>
            <a:r>
              <a:rPr lang="nb" dirty="0"/>
              <a:t>Tredje nivå</a:t>
            </a:r>
          </a:p>
        </p:txBody>
      </p:sp>
      <p:sp>
        <p:nvSpPr>
          <p:cNvPr id="11" name="Section 3">
            <a:extLst>
              <a:ext uri="{FF2B5EF4-FFF2-40B4-BE49-F238E27FC236}">
                <a16:creationId xmlns:a16="http://schemas.microsoft.com/office/drawing/2014/main" id="{FA71BA3A-E69D-CA7E-C003-5344BA8358D0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9145190" y="504001"/>
            <a:ext cx="1088073" cy="246221"/>
          </a:xfrm>
        </p:spPr>
        <p:txBody>
          <a:bodyPr wrap="none" lIns="360000">
            <a:sp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600">
                <a:solidFill>
                  <a:schemeClr val="bg1"/>
                </a:solidFill>
              </a:defRPr>
            </a:lvl1pPr>
            <a:lvl2pPr marL="216000" indent="0">
              <a:buNone/>
              <a:defRPr sz="1600"/>
            </a:lvl2pPr>
            <a:lvl3pPr marL="468000" indent="0">
              <a:buNone/>
              <a:defRPr sz="1600"/>
            </a:lvl3pPr>
            <a:lvl4pPr marL="720000" indent="0">
              <a:buNone/>
              <a:defRPr sz="1600"/>
            </a:lvl4pPr>
            <a:lvl5pPr marL="938213" indent="0">
              <a:buNone/>
              <a:defRPr sz="1600"/>
            </a:lvl5pPr>
          </a:lstStyle>
          <a:p>
            <a:pPr lvl="0"/>
            <a:r>
              <a:rPr lang="nb"/>
              <a:t>Seksjon</a:t>
            </a:r>
            <a:endParaRPr lang="nb-NO"/>
          </a:p>
        </p:txBody>
      </p:sp>
      <p:sp>
        <p:nvSpPr>
          <p:cNvPr id="18" name="Tall 3">
            <a:extLst>
              <a:ext uri="{FF2B5EF4-FFF2-40B4-BE49-F238E27FC236}">
                <a16:creationId xmlns:a16="http://schemas.microsoft.com/office/drawing/2014/main" id="{2D4AF362-C8FE-1C70-68CF-D641E4716801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9145190" y="1196975"/>
            <a:ext cx="3045996" cy="2484402"/>
          </a:xfrm>
        </p:spPr>
        <p:txBody>
          <a:bodyPr lIns="360000" anchor="b" anchorCtr="0"/>
          <a:lstStyle>
            <a:lvl1pPr marL="0" indent="0" algn="l">
              <a:lnSpc>
                <a:spcPct val="85000"/>
              </a:lnSpc>
              <a:spcBef>
                <a:spcPts val="0"/>
              </a:spcBef>
              <a:buNone/>
              <a:defRPr sz="8000" b="1" i="1" spc="-300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nb"/>
              <a:t>1###</a:t>
            </a:r>
          </a:p>
        </p:txBody>
      </p:sp>
      <p:sp>
        <p:nvSpPr>
          <p:cNvPr id="17" name="Tekst 3">
            <a:extLst>
              <a:ext uri="{FF2B5EF4-FFF2-40B4-BE49-F238E27FC236}">
                <a16:creationId xmlns:a16="http://schemas.microsoft.com/office/drawing/2014/main" id="{1A6C386F-9B63-5FEB-E855-802B57382AF0}"/>
              </a:ext>
            </a:extLst>
          </p:cNvPr>
          <p:cNvSpPr>
            <a:spLocks noGrp="1"/>
          </p:cNvSpPr>
          <p:nvPr>
            <p:ph sz="half" idx="17" hasCustomPrompt="1"/>
          </p:nvPr>
        </p:nvSpPr>
        <p:spPr>
          <a:xfrm>
            <a:off x="9145190" y="3941532"/>
            <a:ext cx="3043173" cy="2246542"/>
          </a:xfrm>
        </p:spPr>
        <p:txBody>
          <a:bodyPr lIns="360000" rIns="360000"/>
          <a:lstStyle>
            <a:lvl1pPr marL="0" indent="0">
              <a:spcBef>
                <a:spcPts val="0"/>
              </a:spcBef>
              <a:buNone/>
              <a:defRPr sz="1400">
                <a:solidFill>
                  <a:schemeClr val="bg1"/>
                </a:solidFill>
              </a:defRPr>
            </a:lvl1pPr>
            <a:lvl2pPr marL="180975" indent="-174625">
              <a:spcBef>
                <a:spcPts val="1000"/>
              </a:spcBef>
              <a:buClr>
                <a:schemeClr val="bg1"/>
              </a:buClr>
              <a:buFont typeface="Arial" panose="020B0604020202020204" pitchFamily="34" charset="0"/>
              <a:buChar char="•"/>
              <a:tabLst/>
              <a:defRPr sz="1400">
                <a:solidFill>
                  <a:schemeClr val="bg1"/>
                </a:solidFill>
              </a:defRPr>
            </a:lvl2pPr>
            <a:lvl3pPr marL="317500" indent="-136525">
              <a:buClr>
                <a:schemeClr val="bg1"/>
              </a:buClr>
              <a:tabLst/>
              <a:defRPr sz="1400">
                <a:solidFill>
                  <a:schemeClr val="bg1"/>
                </a:solidFill>
              </a:defRPr>
            </a:lvl3pPr>
            <a:lvl4pPr>
              <a:defRPr sz="1400"/>
            </a:lvl4pPr>
            <a:lvl5pPr>
              <a:defRPr sz="1400"/>
            </a:lvl5pPr>
          </a:lstStyle>
          <a:p>
            <a:pPr lvl="0"/>
            <a:r>
              <a:rPr lang="nb" dirty="0"/>
              <a:t>Klikk for å redigere</a:t>
            </a:r>
          </a:p>
          <a:p>
            <a:pPr lvl="1"/>
            <a:r>
              <a:rPr lang="nb" dirty="0"/>
              <a:t>Andre nivå</a:t>
            </a:r>
          </a:p>
          <a:p>
            <a:pPr lvl="2"/>
            <a:r>
              <a:rPr lang="nb" dirty="0"/>
              <a:t>Tredje nivå</a:t>
            </a:r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6D9F496-7F17-3274-D5DA-C9E47FC596F6}"/>
              </a:ext>
            </a:extLst>
          </p:cNvPr>
          <p:cNvSpPr>
            <a:spLocks noGrp="1"/>
          </p:cNvSpPr>
          <p:nvPr>
            <p:ph type="dt" sz="half" idx="20"/>
          </p:nvPr>
        </p:nvSpPr>
        <p:spPr/>
        <p:txBody>
          <a:bodyPr/>
          <a:lstStyle>
            <a:lvl1pPr>
              <a:defRPr>
                <a:solidFill>
                  <a:schemeClr val="bg2"/>
                </a:solidFill>
              </a:defRPr>
            </a:lvl1pPr>
          </a:lstStyle>
          <a:p>
            <a:fld id="{10424279-1F3E-3246-B88A-3DFC2504035B}" type="datetime1">
              <a:rPr lang="nb-NO" smtClean="0"/>
              <a:t>18.09.2026</a:t>
            </a:fld>
            <a:endParaRPr lang="en-GB"/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35A0D93E-F20A-BF35-CBC7-06E7A252FDBF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>
                <a:solidFill>
                  <a:schemeClr val="bg2"/>
                </a:solidFill>
              </a:defRPr>
            </a:lvl1pPr>
          </a:lstStyle>
          <a:p>
            <a:fld id="{608810A5-7811-344D-9AE9-EC83104FB54D}" type="slidenum">
              <a:rPr lang="en-GB" smtClean="0"/>
              <a:t>‹#›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3D063E8-55E9-7D9E-9E10-807DEFBD9E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8090822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:adec="http://schemas.microsoft.com/office/drawing/2017/decorative" xmlns:a16="http://schemas.microsoft.com/office/drawing/2014/main" xmlns="">
      <p:transition spd="med">
        <p:fade/>
      </p:transition>
    </mc:Fallback>
  </mc:AlternateContent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Image Split Text Mid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39702681-D8EB-DB5B-543C-E290BF9BAAED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 bwMode="gray">
          <a:xfrm>
            <a:off x="0" y="0"/>
            <a:ext cx="6095593" cy="6858000"/>
          </a:xfrm>
          <a:prstGeom prst="rect">
            <a:avLst/>
          </a:prstGeom>
          <a:solidFill>
            <a:schemeClr val="bg1"/>
          </a:solidFill>
        </p:spPr>
        <p:txBody>
          <a:bodyPr wrap="square" tIns="2880000" bIns="0" anchor="t" anchorCtr="0">
            <a:noAutofit/>
          </a:bodyPr>
          <a:lstStyle>
            <a:lvl1pPr marL="0" indent="0" algn="ctr">
              <a:buNone/>
              <a:defRPr sz="1200"/>
            </a:lvl1pPr>
          </a:lstStyle>
          <a:p>
            <a:r>
              <a:rPr lang="en-US"/>
              <a:t>Click icon to add picture</a:t>
            </a:r>
            <a:endParaRPr lang="nb-NO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BA9C3891-5BB6-C831-3C45-A2BF883908D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40072" y="540001"/>
            <a:ext cx="5088349" cy="1772793"/>
          </a:xfrm>
        </p:spPr>
        <p:txBody>
          <a:bodyPr>
            <a:noAutofit/>
          </a:bodyPr>
          <a:lstStyle>
            <a:lvl1pPr>
              <a:lnSpc>
                <a:spcPct val="80000"/>
              </a:lnSpc>
              <a:defRPr sz="6600" b="1" i="1">
                <a:solidFill>
                  <a:schemeClr val="tx1"/>
                </a:solidFill>
                <a:latin typeface="+mj-lt"/>
              </a:defRPr>
            </a:lvl1pPr>
          </a:lstStyle>
          <a:p>
            <a:r>
              <a:rPr lang="nb" dirty="0"/>
              <a:t>Overskrift splittet</a:t>
            </a:r>
            <a:endParaRPr lang="nb-NO" dirty="0"/>
          </a:p>
        </p:txBody>
      </p:sp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49BBB3D2-AA50-2CB3-12E7-C5F254F7EA64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6571769" y="4509003"/>
            <a:ext cx="5087462" cy="1812422"/>
          </a:xfrm>
        </p:spPr>
        <p:txBody>
          <a:bodyPr anchor="b" anchorCtr="0">
            <a:noAutofit/>
          </a:bodyPr>
          <a:lstStyle>
            <a:lvl1pPr marL="0" indent="0" fontAlgn="b">
              <a:lnSpc>
                <a:spcPct val="80000"/>
              </a:lnSpc>
              <a:spcBef>
                <a:spcPts val="0"/>
              </a:spcBef>
              <a:buNone/>
              <a:defRPr lang="en-GB" sz="6600" b="1" i="1" u="none" kern="1200" dirty="0">
                <a:solidFill>
                  <a:schemeClr val="tx1"/>
                </a:solidFill>
                <a:latin typeface="+mj-lt"/>
                <a:ea typeface="Verdana" panose="020B0604030504040204" pitchFamily="34" charset="0"/>
                <a:cs typeface="+mj-cs"/>
                <a:sym typeface="Verdana" panose="020B0604030504040204" pitchFamily="34" charset="0"/>
              </a:defRPr>
            </a:lvl1pPr>
            <a:lvl2pPr marL="180975" indent="-176213">
              <a:buFont typeface="Arial" panose="020B0604020202020204" pitchFamily="34" charset="0"/>
              <a:buChar char="•"/>
              <a:tabLst/>
              <a:defRPr sz="14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</a:lstStyle>
          <a:p>
            <a:pPr lvl="0"/>
            <a:r>
              <a:rPr lang="nb"/>
              <a:t>over hele skjermen</a:t>
            </a:r>
          </a:p>
        </p:txBody>
      </p:sp>
      <p:sp>
        <p:nvSpPr>
          <p:cNvPr id="6" name="Date Placeholder 5">
            <a:extLst>
              <a:ext uri="{FF2B5EF4-FFF2-40B4-BE49-F238E27FC236}">
                <a16:creationId xmlns:a16="http://schemas.microsoft.com/office/drawing/2014/main" id="{2EDED9B6-4754-B4D2-F7FD-403C0E033739}"/>
              </a:ext>
            </a:extLst>
          </p:cNvPr>
          <p:cNvSpPr>
            <a:spLocks noGrp="1"/>
          </p:cNvSpPr>
          <p:nvPr>
            <p:ph type="dt" sz="half" idx="14"/>
          </p:nvPr>
        </p:nvSpPr>
        <p:spPr>
          <a:xfrm>
            <a:off x="10211050" y="10800000"/>
            <a:ext cx="720475" cy="151200"/>
          </a:xfrm>
        </p:spPr>
        <p:txBody>
          <a:bodyPr/>
          <a:lstStyle/>
          <a:p>
            <a:fld id="{0A5C3285-0ED9-3C4E-A405-69948C389DEF}" type="datetime1">
              <a:rPr lang="nb-NO" smtClean="0"/>
              <a:t>18.09.2026</a:t>
            </a:fld>
            <a:endParaRPr lang="en-GB"/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A0F14264-EE95-5D5D-BAC0-140639BE7A85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>
          <a:xfrm>
            <a:off x="540000" y="10800000"/>
            <a:ext cx="9671049" cy="151200"/>
          </a:xfrm>
        </p:spPr>
        <p:txBody>
          <a:bodyPr/>
          <a:lstStyle/>
          <a:p>
            <a:endParaRPr lang="en-GB"/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A8E15F6E-6BA5-4854-1DFB-82CD9C6BCF50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608810A5-7811-344D-9AE9-EC83104FB54D}" type="slidenum">
              <a:rPr lang="en-GB" smtClean="0"/>
              <a:t>‹#›</a:t>
            </a:fld>
            <a:endParaRPr lang="en-GB"/>
          </a:p>
        </p:txBody>
      </p:sp>
      <p:sp>
        <p:nvSpPr>
          <p:cNvPr id="2" name="TekstSylinder 50">
            <a:extLst>
              <a:ext uri="{FF2B5EF4-FFF2-40B4-BE49-F238E27FC236}">
                <a16:creationId xmlns:a16="http://schemas.microsoft.com/office/drawing/2014/main" id="{D52FBB17-AADA-4C59-D722-D3FDBE9237E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/>
          <p:nvPr userDrawn="1"/>
        </p:nvSpPr>
        <p:spPr>
          <a:xfrm>
            <a:off x="12627096" y="4105715"/>
            <a:ext cx="2178795" cy="2032530"/>
          </a:xfrm>
          <a:prstGeom prst="rect">
            <a:avLst/>
          </a:prstGeom>
          <a:noFill/>
        </p:spPr>
        <p:txBody>
          <a:bodyPr wrap="square" lIns="0" tIns="108000" rIns="0" bIns="0" rtlCol="0">
            <a:spAutoFit/>
          </a:bodyPr>
          <a:lstStyle>
            <a:defPPr>
              <a:defRPr lang="en-NO"/>
            </a:defPPr>
            <a:lvl1pPr>
              <a:spcAft>
                <a:spcPts val="600"/>
              </a:spcAft>
              <a:defRPr b="0" i="0">
                <a:cs typeface="Arial" panose="020B0604020202020204" pitchFamily="34" charset="0"/>
              </a:defRPr>
            </a:lvl1pPr>
          </a:lstStyle>
          <a:p>
            <a:pPr lvl="0"/>
            <a:r>
              <a:rPr lang="nb" sz="1200" b="0" i="0" noProof="1">
                <a:solidFill>
                  <a:srgbClr val="070451"/>
                </a:solidFill>
                <a:latin typeface="+mj-lt"/>
                <a:cs typeface="TelenorEvolutionPPT-Light" panose="020B0604020202020204" charset="0"/>
              </a:rPr>
              <a:t>Endre farger</a:t>
            </a:r>
          </a:p>
          <a:p>
            <a:pPr lvl="0">
              <a:lnSpc>
                <a:spcPct val="120000"/>
              </a:lnSpc>
            </a:pPr>
            <a:r>
              <a:rPr lang="nb" sz="800" b="0" i="0" noProof="1">
                <a:solidFill>
                  <a:srgbClr val="070451"/>
                </a:solidFill>
                <a:latin typeface="+mj-lt"/>
                <a:cs typeface="TelenorEvolutionPPT-Light" panose="020B0604020202020204" charset="0"/>
              </a:rPr>
              <a:t>Gjør følgende for å endre bakgrunnsfarge:</a:t>
            </a:r>
          </a:p>
          <a:p>
            <a:pPr lvl="0">
              <a:lnSpc>
                <a:spcPct val="110000"/>
              </a:lnSpc>
            </a:pPr>
            <a:r>
              <a:rPr lang="nb" sz="800" b="0" i="0" noProof="1">
                <a:solidFill>
                  <a:srgbClr val="070451"/>
                </a:solidFill>
                <a:cs typeface="TelenorEvolutionPPT-Light" panose="020B0604020202020204" charset="0"/>
              </a:rPr>
              <a:t>Høyreklikk på lysbildet ditt, velg "formater bakgrunn" for å åpne "formatruten".</a:t>
            </a:r>
          </a:p>
          <a:p>
            <a:pPr lvl="0">
              <a:lnSpc>
                <a:spcPct val="110000"/>
              </a:lnSpc>
            </a:pPr>
            <a:r>
              <a:rPr lang="nb" sz="800" b="0" i="0" noProof="1">
                <a:solidFill>
                  <a:srgbClr val="070451"/>
                </a:solidFill>
                <a:cs typeface="TelenorEvolutionPPT-Light" panose="020B0604020202020204" charset="0"/>
              </a:rPr>
              <a:t>I formatruten velger du «Heldekkende fyll» og endrer «fyllfarge». </a:t>
            </a:r>
          </a:p>
          <a:p>
            <a:pPr lvl="0">
              <a:lnSpc>
                <a:spcPct val="110000"/>
              </a:lnSpc>
            </a:pPr>
            <a:r>
              <a:rPr lang="nb" sz="800" b="0" i="0" noProof="1">
                <a:solidFill>
                  <a:srgbClr val="070451"/>
                </a:solidFill>
                <a:cs typeface="TelenorEvolutionPPT-Light" panose="020B0604020202020204" charset="0"/>
              </a:rPr>
              <a:t>Bruk en av temafargene </a:t>
            </a:r>
            <a:r>
              <a:rPr lang="nb" sz="800" b="0" i="0" noProof="1">
                <a:solidFill>
                  <a:srgbClr val="070451"/>
                </a:solidFill>
                <a:latin typeface="+mj-lt"/>
                <a:cs typeface="TelenorEvolutionPPT-Light" panose="020B0604020202020204" charset="0"/>
              </a:rPr>
              <a:t>eller</a:t>
            </a:r>
            <a:r>
              <a:rPr lang="nb" sz="800" b="0" i="0" noProof="1">
                <a:solidFill>
                  <a:srgbClr val="070451"/>
                </a:solidFill>
                <a:cs typeface="TelenorEvolutionPPT-Light" panose="020B0604020202020204" charset="0"/>
              </a:rPr>
              <a:t> velg "flere farger" og bruk pipetten til å øyedroppe en av </a:t>
            </a:r>
            <a:r>
              <a:rPr lang="nb" sz="800" b="0" i="0" noProof="1">
                <a:solidFill>
                  <a:srgbClr val="070451"/>
                </a:solidFill>
                <a:latin typeface="+mj-lt"/>
                <a:cs typeface="TelenorEvolutionPPT-Light" panose="020B0604020202020204" charset="0"/>
              </a:rPr>
              <a:t>bakgrunnsfargene</a:t>
            </a:r>
            <a:r>
              <a:rPr lang="nb" sz="800" b="0" i="0" noProof="1">
                <a:solidFill>
                  <a:srgbClr val="070451"/>
                </a:solidFill>
                <a:cs typeface="TelenorEvolutionPPT-Light" panose="020B0604020202020204" charset="0"/>
              </a:rPr>
              <a:t>  fra dette panelet.</a:t>
            </a:r>
          </a:p>
          <a:p>
            <a:pPr lvl="0">
              <a:lnSpc>
                <a:spcPct val="110000"/>
              </a:lnSpc>
            </a:pPr>
            <a:r>
              <a:rPr lang="nb" sz="800" b="0" i="0" noProof="1">
                <a:solidFill>
                  <a:srgbClr val="070451"/>
                </a:solidFill>
                <a:cs typeface="TelenorEvolutionPPT-Light" panose="020B0604020202020204" charset="0"/>
              </a:rPr>
              <a:t>Sørg alltid for tilstrekkelig kontrast mellom bakgrunn, tekst og logo.</a:t>
            </a:r>
            <a:endParaRPr lang="en-GB" sz="1100" b="0" i="0" noProof="1">
              <a:solidFill>
                <a:srgbClr val="070451"/>
              </a:solidFill>
              <a:cs typeface="TelenorEvolutionPPT-Light" panose="020B060402020202020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02594995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:p15="http://schemas.microsoft.com/office/powerpoint/2012/main" xmlns:adec="http://schemas.microsoft.com/office/drawing/2017/decorative" xmlns:a16="http://schemas.microsoft.com/office/drawing/2014/main"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/>
    </p:ext>
  </p:extLst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Image Split Text Soft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39702681-D8EB-DB5B-543C-E290BF9BAAED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 bwMode="gray">
          <a:xfrm>
            <a:off x="0" y="0"/>
            <a:ext cx="6095593" cy="6858000"/>
          </a:xfrm>
          <a:prstGeom prst="rect">
            <a:avLst/>
          </a:prstGeom>
          <a:solidFill>
            <a:schemeClr val="tx1"/>
          </a:solidFill>
        </p:spPr>
        <p:txBody>
          <a:bodyPr wrap="square" tIns="2880000" bIns="0" anchor="t" anchorCtr="0">
            <a:noAutofit/>
          </a:bodyPr>
          <a:lstStyle>
            <a:lvl1pPr marL="0" indent="0" algn="ctr">
              <a:buNone/>
              <a:defRPr sz="1200">
                <a:solidFill>
                  <a:schemeClr val="bg1"/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nb-NO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BA9C3891-5BB6-C831-3C45-A2BF883908D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40072" y="540001"/>
            <a:ext cx="5088349" cy="1772793"/>
          </a:xfrm>
        </p:spPr>
        <p:txBody>
          <a:bodyPr>
            <a:noAutofit/>
          </a:bodyPr>
          <a:lstStyle>
            <a:lvl1pPr>
              <a:lnSpc>
                <a:spcPct val="80000"/>
              </a:lnSpc>
              <a:defRPr sz="6600" b="1" i="1">
                <a:solidFill>
                  <a:schemeClr val="bg1"/>
                </a:solidFill>
                <a:latin typeface="+mj-lt"/>
              </a:defRPr>
            </a:lvl1pPr>
          </a:lstStyle>
          <a:p>
            <a:r>
              <a:rPr lang="nb" dirty="0"/>
              <a:t>Overskrift splittet</a:t>
            </a:r>
            <a:endParaRPr lang="nb-NO" dirty="0"/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535EAC70-31DE-1FCE-364B-31F378842F0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070363" y="11590151"/>
            <a:ext cx="10057873" cy="149678"/>
          </a:xfrm>
        </p:spPr>
        <p:txBody>
          <a:bodyPr/>
          <a:lstStyle/>
          <a:p>
            <a:endParaRPr lang="en-GB"/>
          </a:p>
        </p:txBody>
      </p:sp>
      <p:sp>
        <p:nvSpPr>
          <p:cNvPr id="2" name="Text Placeholder 13">
            <a:extLst>
              <a:ext uri="{FF2B5EF4-FFF2-40B4-BE49-F238E27FC236}">
                <a16:creationId xmlns:a16="http://schemas.microsoft.com/office/drawing/2014/main" id="{7A258FDC-0687-4900-3CF9-8A0B1429542F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6571769" y="4509003"/>
            <a:ext cx="5087462" cy="1812422"/>
          </a:xfrm>
        </p:spPr>
        <p:txBody>
          <a:bodyPr anchor="b" anchorCtr="0">
            <a:noAutofit/>
          </a:bodyPr>
          <a:lstStyle>
            <a:lvl1pPr marL="0" indent="0" fontAlgn="b">
              <a:lnSpc>
                <a:spcPct val="80000"/>
              </a:lnSpc>
              <a:spcBef>
                <a:spcPts val="0"/>
              </a:spcBef>
              <a:buNone/>
              <a:defRPr lang="en-GB" sz="6600" b="1" i="1" u="none" kern="1200" dirty="0">
                <a:solidFill>
                  <a:schemeClr val="tx1"/>
                </a:solidFill>
                <a:latin typeface="+mj-lt"/>
                <a:ea typeface="Verdana" panose="020B0604030504040204" pitchFamily="34" charset="0"/>
                <a:cs typeface="+mj-cs"/>
                <a:sym typeface="Verdana" panose="020B0604030504040204" pitchFamily="34" charset="0"/>
              </a:defRPr>
            </a:lvl1pPr>
            <a:lvl2pPr marL="180975" indent="-176213">
              <a:buFont typeface="Arial" panose="020B0604020202020204" pitchFamily="34" charset="0"/>
              <a:buChar char="•"/>
              <a:tabLst/>
              <a:defRPr sz="14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</a:lstStyle>
          <a:p>
            <a:pPr lvl="0"/>
            <a:r>
              <a:rPr lang="nb"/>
              <a:t>over hele skjermen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C4A3600-577F-8A71-607D-3842951006C2}"/>
              </a:ext>
            </a:extLst>
          </p:cNvPr>
          <p:cNvSpPr>
            <a:spLocks noGrp="1"/>
          </p:cNvSpPr>
          <p:nvPr>
            <p:ph type="dt" sz="half" idx="14"/>
          </p:nvPr>
        </p:nvSpPr>
        <p:spPr>
          <a:xfrm>
            <a:off x="540000" y="11588629"/>
            <a:ext cx="720475" cy="151200"/>
          </a:xfrm>
        </p:spPr>
        <p:txBody>
          <a:bodyPr/>
          <a:lstStyle/>
          <a:p>
            <a:fld id="{D4E8E9DF-C8E3-4944-ADBD-E409416A8C78}" type="datetime1">
              <a:rPr lang="nb-NO" smtClean="0"/>
              <a:t>18.09.2026</a:t>
            </a:fld>
            <a:endParaRPr lang="en-GB"/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35A0D93E-F20A-BF35-CBC7-06E7A252FDBF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08810A5-7811-344D-9AE9-EC83104FB54D}" type="slidenum">
              <a:rPr lang="en-GB" smtClean="0"/>
              <a:t>‹#›</a:t>
            </a:fld>
            <a:endParaRPr lang="en-GB"/>
          </a:p>
        </p:txBody>
      </p:sp>
      <p:sp>
        <p:nvSpPr>
          <p:cNvPr id="6" name="TekstSylinder 50">
            <a:extLst>
              <a:ext uri="{FF2B5EF4-FFF2-40B4-BE49-F238E27FC236}">
                <a16:creationId xmlns:a16="http://schemas.microsoft.com/office/drawing/2014/main" id="{B4ACC9DF-2F0F-922A-8E3B-4F36A1CDB73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/>
          <p:nvPr userDrawn="1"/>
        </p:nvSpPr>
        <p:spPr>
          <a:xfrm>
            <a:off x="12627096" y="4105715"/>
            <a:ext cx="2178795" cy="2032530"/>
          </a:xfrm>
          <a:prstGeom prst="rect">
            <a:avLst/>
          </a:prstGeom>
          <a:noFill/>
        </p:spPr>
        <p:txBody>
          <a:bodyPr wrap="square" lIns="0" tIns="108000" rIns="0" bIns="0" rtlCol="0">
            <a:spAutoFit/>
          </a:bodyPr>
          <a:lstStyle>
            <a:defPPr>
              <a:defRPr lang="en-NO"/>
            </a:defPPr>
            <a:lvl1pPr>
              <a:spcAft>
                <a:spcPts val="600"/>
              </a:spcAft>
              <a:defRPr b="0" i="0">
                <a:cs typeface="Arial" panose="020B0604020202020204" pitchFamily="34" charset="0"/>
              </a:defRPr>
            </a:lvl1pPr>
          </a:lstStyle>
          <a:p>
            <a:pPr lvl="0"/>
            <a:r>
              <a:rPr lang="nb" sz="1200" b="0" i="0" noProof="1">
                <a:solidFill>
                  <a:srgbClr val="070451"/>
                </a:solidFill>
                <a:latin typeface="+mj-lt"/>
                <a:cs typeface="TelenorEvolutionPPT-Light" panose="020B0604020202020204" charset="0"/>
              </a:rPr>
              <a:t>Endre farger</a:t>
            </a:r>
          </a:p>
          <a:p>
            <a:pPr lvl="0">
              <a:lnSpc>
                <a:spcPct val="120000"/>
              </a:lnSpc>
            </a:pPr>
            <a:r>
              <a:rPr lang="nb" sz="800" b="0" i="0" noProof="1">
                <a:solidFill>
                  <a:srgbClr val="070451"/>
                </a:solidFill>
                <a:latin typeface="+mj-lt"/>
                <a:cs typeface="TelenorEvolutionPPT-Light" panose="020B0604020202020204" charset="0"/>
              </a:rPr>
              <a:t>Gjør følgende for å endre bakgrunnsfarge:</a:t>
            </a:r>
          </a:p>
          <a:p>
            <a:pPr lvl="0">
              <a:lnSpc>
                <a:spcPct val="110000"/>
              </a:lnSpc>
            </a:pPr>
            <a:r>
              <a:rPr lang="nb" sz="800" b="0" i="0" noProof="1">
                <a:solidFill>
                  <a:srgbClr val="070451"/>
                </a:solidFill>
                <a:cs typeface="TelenorEvolutionPPT-Light" panose="020B0604020202020204" charset="0"/>
              </a:rPr>
              <a:t>Høyreklikk på lysbildet ditt, velg "formater bakgrunn" for å åpne "formatruten".</a:t>
            </a:r>
          </a:p>
          <a:p>
            <a:pPr lvl="0">
              <a:lnSpc>
                <a:spcPct val="110000"/>
              </a:lnSpc>
            </a:pPr>
            <a:r>
              <a:rPr lang="nb" sz="800" b="0" i="0" noProof="1">
                <a:solidFill>
                  <a:srgbClr val="070451"/>
                </a:solidFill>
                <a:cs typeface="TelenorEvolutionPPT-Light" panose="020B0604020202020204" charset="0"/>
              </a:rPr>
              <a:t>I formatruten velger du «Heldekkende fyll» og endrer «fyllfarge». </a:t>
            </a:r>
          </a:p>
          <a:p>
            <a:pPr lvl="0">
              <a:lnSpc>
                <a:spcPct val="110000"/>
              </a:lnSpc>
            </a:pPr>
            <a:r>
              <a:rPr lang="nb" sz="800" b="0" i="0" noProof="1">
                <a:solidFill>
                  <a:srgbClr val="070451"/>
                </a:solidFill>
                <a:cs typeface="TelenorEvolutionPPT-Light" panose="020B0604020202020204" charset="0"/>
              </a:rPr>
              <a:t>Bruk en av temafargene </a:t>
            </a:r>
            <a:r>
              <a:rPr lang="nb" sz="800" b="0" i="0" noProof="1">
                <a:solidFill>
                  <a:srgbClr val="070451"/>
                </a:solidFill>
                <a:latin typeface="+mj-lt"/>
                <a:cs typeface="TelenorEvolutionPPT-Light" panose="020B0604020202020204" charset="0"/>
              </a:rPr>
              <a:t>eller</a:t>
            </a:r>
            <a:r>
              <a:rPr lang="nb" sz="800" b="0" i="0" noProof="1">
                <a:solidFill>
                  <a:srgbClr val="070451"/>
                </a:solidFill>
                <a:cs typeface="TelenorEvolutionPPT-Light" panose="020B0604020202020204" charset="0"/>
              </a:rPr>
              <a:t> velg "flere farger" og bruk pipetten til å øyedroppe en av </a:t>
            </a:r>
            <a:r>
              <a:rPr lang="nb" sz="800" b="0" i="0" noProof="1">
                <a:solidFill>
                  <a:srgbClr val="070451"/>
                </a:solidFill>
                <a:latin typeface="+mj-lt"/>
                <a:cs typeface="TelenorEvolutionPPT-Light" panose="020B0604020202020204" charset="0"/>
              </a:rPr>
              <a:t>bakgrunnsfargene</a:t>
            </a:r>
            <a:r>
              <a:rPr lang="nb" sz="800" b="0" i="0" noProof="1">
                <a:solidFill>
                  <a:srgbClr val="070451"/>
                </a:solidFill>
                <a:cs typeface="TelenorEvolutionPPT-Light" panose="020B0604020202020204" charset="0"/>
              </a:rPr>
              <a:t>  fra dette panelet.</a:t>
            </a:r>
          </a:p>
          <a:p>
            <a:pPr lvl="0">
              <a:lnSpc>
                <a:spcPct val="110000"/>
              </a:lnSpc>
            </a:pPr>
            <a:r>
              <a:rPr lang="nb" sz="800" b="0" i="0" noProof="1">
                <a:solidFill>
                  <a:srgbClr val="070451"/>
                </a:solidFill>
                <a:cs typeface="TelenorEvolutionPPT-Light" panose="020B0604020202020204" charset="0"/>
              </a:rPr>
              <a:t>Sørg alltid for tilstrekkelig kontrast mellom bakgrunn, tekst og logo.</a:t>
            </a:r>
            <a:endParaRPr lang="en-GB" sz="1100" b="0" i="0" noProof="1">
              <a:solidFill>
                <a:srgbClr val="070451"/>
              </a:solidFill>
              <a:cs typeface="TelenorEvolutionPPT-Light" panose="020B060402020202020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185106751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:p15="http://schemas.microsoft.com/office/powerpoint/2012/main" xmlns:adec="http://schemas.microsoft.com/office/drawing/2017/decorative" xmlns:a16="http://schemas.microsoft.com/office/drawing/2014/main"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/>
    </p:ext>
  </p:extLst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mage Split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icture Placeholder 4">
            <a:extLst>
              <a:ext uri="{FF2B5EF4-FFF2-40B4-BE49-F238E27FC236}">
                <a16:creationId xmlns:a16="http://schemas.microsoft.com/office/drawing/2014/main" id="{4C1DD791-19E6-EEAF-5D49-B00DB884D84C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 bwMode="gray">
          <a:xfrm>
            <a:off x="0" y="0"/>
            <a:ext cx="12192000" cy="6858000"/>
          </a:xfrm>
          <a:prstGeom prst="rect">
            <a:avLst/>
          </a:prstGeom>
          <a:solidFill>
            <a:schemeClr val="bg2"/>
          </a:solidFill>
        </p:spPr>
        <p:txBody>
          <a:bodyPr wrap="none" tIns="360000" bIns="2880000" anchor="b" anchorCtr="0">
            <a:noAutofit/>
          </a:bodyPr>
          <a:lstStyle>
            <a:lvl1pPr marL="0" indent="0" algn="ctr">
              <a:buNone/>
              <a:defRPr sz="1200"/>
            </a:lvl1pPr>
          </a:lstStyle>
          <a:p>
            <a:r>
              <a:rPr lang="en-US"/>
              <a:t>Click icon to add picture</a:t>
            </a:r>
            <a:endParaRPr lang="nb-NO" dirty="0"/>
          </a:p>
        </p:txBody>
      </p:sp>
      <p:sp>
        <p:nvSpPr>
          <p:cNvPr id="9" name="Text 1">
            <a:extLst>
              <a:ext uri="{FF2B5EF4-FFF2-40B4-BE49-F238E27FC236}">
                <a16:creationId xmlns:a16="http://schemas.microsoft.com/office/drawing/2014/main" id="{0554FAFD-7BDD-23FA-B4EB-08D91D2338AE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540000" y="530662"/>
            <a:ext cx="4481062" cy="902246"/>
          </a:xfrm>
          <a:solidFill>
            <a:schemeClr val="tx1"/>
          </a:solidFill>
          <a:ln>
            <a:noFill/>
          </a:ln>
        </p:spPr>
        <p:txBody>
          <a:bodyPr wrap="none" lIns="144000" tIns="108000" rIns="144000" bIns="54000" anchor="ctr" anchorCtr="0">
            <a:spAutoFit/>
          </a:bodyPr>
          <a:lstStyle>
            <a:lvl1pPr marL="0" indent="0" algn="l" fontAlgn="b">
              <a:lnSpc>
                <a:spcPct val="80000"/>
              </a:lnSpc>
              <a:spcBef>
                <a:spcPts val="0"/>
              </a:spcBef>
              <a:buNone/>
              <a:defRPr sz="6000" b="1" i="1">
                <a:solidFill>
                  <a:schemeClr val="accent1"/>
                </a:solidFill>
                <a:latin typeface="+mj-lt"/>
              </a:defRPr>
            </a:lvl1pPr>
            <a:lvl2pPr marL="216000" indent="0">
              <a:buNone/>
              <a:defRPr/>
            </a:lvl2pPr>
            <a:lvl3pPr marL="468000" indent="0">
              <a:buNone/>
              <a:defRPr/>
            </a:lvl3pPr>
            <a:lvl4pPr marL="720000" indent="0">
              <a:buNone/>
              <a:defRPr/>
            </a:lvl4pPr>
            <a:lvl5pPr marL="938213" indent="0">
              <a:buNone/>
              <a:defRPr/>
            </a:lvl5pPr>
          </a:lstStyle>
          <a:p>
            <a:pPr lvl="0"/>
            <a:r>
              <a:rPr lang="nb" dirty="0"/>
              <a:t>Første linje</a:t>
            </a:r>
            <a:endParaRPr lang="nb-NO" dirty="0"/>
          </a:p>
        </p:txBody>
      </p:sp>
      <p:sp>
        <p:nvSpPr>
          <p:cNvPr id="10" name="Text 2">
            <a:extLst>
              <a:ext uri="{FF2B5EF4-FFF2-40B4-BE49-F238E27FC236}">
                <a16:creationId xmlns:a16="http://schemas.microsoft.com/office/drawing/2014/main" id="{90FBFD1E-6A84-AD49-1A7E-BB8DD0EC2B91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540000" y="1416262"/>
            <a:ext cx="4376867" cy="902246"/>
          </a:xfrm>
          <a:solidFill>
            <a:schemeClr val="tx1"/>
          </a:solidFill>
          <a:ln>
            <a:noFill/>
          </a:ln>
        </p:spPr>
        <p:txBody>
          <a:bodyPr wrap="none" lIns="144000" tIns="108000" rIns="144000" bIns="54000" anchor="ctr" anchorCtr="0">
            <a:spAutoFit/>
          </a:bodyPr>
          <a:lstStyle>
            <a:lvl1pPr marL="0" indent="0" algn="l" fontAlgn="b">
              <a:lnSpc>
                <a:spcPct val="80000"/>
              </a:lnSpc>
              <a:spcBef>
                <a:spcPts val="0"/>
              </a:spcBef>
              <a:buNone/>
              <a:defRPr sz="6000" b="1" i="1">
                <a:solidFill>
                  <a:schemeClr val="accent1"/>
                </a:solidFill>
                <a:latin typeface="+mj-lt"/>
              </a:defRPr>
            </a:lvl1pPr>
            <a:lvl2pPr marL="216000" indent="0">
              <a:buNone/>
              <a:defRPr/>
            </a:lvl2pPr>
            <a:lvl3pPr marL="468000" indent="0">
              <a:buNone/>
              <a:defRPr/>
            </a:lvl3pPr>
            <a:lvl4pPr marL="720000" indent="0">
              <a:buNone/>
              <a:defRPr/>
            </a:lvl4pPr>
            <a:lvl5pPr marL="938213" indent="0">
              <a:buNone/>
              <a:defRPr/>
            </a:lvl5pPr>
          </a:lstStyle>
          <a:p>
            <a:pPr lvl="0"/>
            <a:r>
              <a:rPr lang="nb" dirty="0"/>
              <a:t>Andre linje</a:t>
            </a:r>
            <a:endParaRPr lang="nb-NO" dirty="0"/>
          </a:p>
        </p:txBody>
      </p:sp>
      <p:sp>
        <p:nvSpPr>
          <p:cNvPr id="11" name="Text 3">
            <a:extLst>
              <a:ext uri="{FF2B5EF4-FFF2-40B4-BE49-F238E27FC236}">
                <a16:creationId xmlns:a16="http://schemas.microsoft.com/office/drawing/2014/main" id="{E3300CFC-7025-3149-D493-AAC70AE536CE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7329885" y="4555712"/>
            <a:ext cx="4322365" cy="902246"/>
          </a:xfrm>
          <a:solidFill>
            <a:schemeClr val="tx1"/>
          </a:solidFill>
          <a:ln>
            <a:noFill/>
          </a:ln>
        </p:spPr>
        <p:txBody>
          <a:bodyPr wrap="none" lIns="144000" tIns="108000" rIns="144000" bIns="54000" anchor="ctr" anchorCtr="0">
            <a:spAutoFit/>
          </a:bodyPr>
          <a:lstStyle>
            <a:lvl1pPr marL="0" indent="0" algn="r" fontAlgn="b">
              <a:lnSpc>
                <a:spcPct val="80000"/>
              </a:lnSpc>
              <a:spcBef>
                <a:spcPts val="0"/>
              </a:spcBef>
              <a:buNone/>
              <a:defRPr sz="6000" b="1" i="1">
                <a:solidFill>
                  <a:schemeClr val="accent1"/>
                </a:solidFill>
                <a:latin typeface="+mj-lt"/>
              </a:defRPr>
            </a:lvl1pPr>
            <a:lvl2pPr marL="216000" indent="0">
              <a:buNone/>
              <a:defRPr/>
            </a:lvl2pPr>
            <a:lvl3pPr marL="468000" indent="0">
              <a:buNone/>
              <a:defRPr/>
            </a:lvl3pPr>
            <a:lvl4pPr marL="720000" indent="0">
              <a:buNone/>
              <a:defRPr/>
            </a:lvl4pPr>
            <a:lvl5pPr marL="938213" indent="0">
              <a:buNone/>
              <a:defRPr/>
            </a:lvl5pPr>
          </a:lstStyle>
          <a:p>
            <a:pPr lvl="0"/>
            <a:r>
              <a:rPr lang="nb" dirty="0"/>
              <a:t>tredje linje</a:t>
            </a:r>
            <a:endParaRPr lang="nb-NO" dirty="0"/>
          </a:p>
        </p:txBody>
      </p:sp>
      <p:sp>
        <p:nvSpPr>
          <p:cNvPr id="12" name="Text 4">
            <a:extLst>
              <a:ext uri="{FF2B5EF4-FFF2-40B4-BE49-F238E27FC236}">
                <a16:creationId xmlns:a16="http://schemas.microsoft.com/office/drawing/2014/main" id="{C9AD8D6A-D2E9-0154-0D44-148CFE86F70F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7392402" y="5436206"/>
            <a:ext cx="4259848" cy="902246"/>
          </a:xfrm>
          <a:solidFill>
            <a:schemeClr val="tx1"/>
          </a:solidFill>
          <a:ln>
            <a:noFill/>
          </a:ln>
        </p:spPr>
        <p:txBody>
          <a:bodyPr wrap="none" lIns="144000" tIns="108000" rIns="144000" bIns="54000" anchor="ctr" anchorCtr="0">
            <a:spAutoFit/>
          </a:bodyPr>
          <a:lstStyle>
            <a:lvl1pPr marL="0" indent="0" algn="r" fontAlgn="b">
              <a:lnSpc>
                <a:spcPct val="80000"/>
              </a:lnSpc>
              <a:spcBef>
                <a:spcPts val="0"/>
              </a:spcBef>
              <a:buNone/>
              <a:defRPr sz="6000" b="1" i="1">
                <a:solidFill>
                  <a:schemeClr val="accent1"/>
                </a:solidFill>
                <a:latin typeface="+mj-lt"/>
              </a:defRPr>
            </a:lvl1pPr>
            <a:lvl2pPr marL="216000" indent="0">
              <a:buNone/>
              <a:defRPr/>
            </a:lvl2pPr>
            <a:lvl3pPr marL="468000" indent="0">
              <a:buNone/>
              <a:defRPr/>
            </a:lvl3pPr>
            <a:lvl4pPr marL="720000" indent="0">
              <a:buNone/>
              <a:defRPr/>
            </a:lvl4pPr>
            <a:lvl5pPr marL="938213" indent="0">
              <a:buNone/>
              <a:defRPr/>
            </a:lvl5pPr>
          </a:lstStyle>
          <a:p>
            <a:pPr lvl="0"/>
            <a:r>
              <a:rPr lang="nb"/>
              <a:t>fjerde linje</a:t>
            </a:r>
            <a:endParaRPr lang="nb-NO"/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35A0D93E-F20A-BF35-CBC7-06E7A252FDBF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08810A5-7811-344D-9AE9-EC83104FB54D}" type="slidenum">
              <a:rPr lang="en-GB" smtClean="0"/>
              <a:t>‹#›</a:t>
            </a:fld>
            <a:endParaRPr lang="en-GB"/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535EAC70-31DE-1FCE-364B-31F378842F0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070363" y="11590151"/>
            <a:ext cx="10057873" cy="149678"/>
          </a:xfrm>
        </p:spPr>
        <p:txBody>
          <a:bodyPr/>
          <a:lstStyle/>
          <a:p>
            <a:endParaRPr lang="en-GB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33EFBA12-1079-56BB-5B5E-ACDDE041986E}"/>
              </a:ext>
            </a:extLst>
          </p:cNvPr>
          <p:cNvSpPr>
            <a:spLocks noGrp="1"/>
          </p:cNvSpPr>
          <p:nvPr>
            <p:ph type="dt" sz="half" idx="21"/>
          </p:nvPr>
        </p:nvSpPr>
        <p:spPr>
          <a:xfrm>
            <a:off x="540000" y="11588629"/>
            <a:ext cx="720475" cy="151200"/>
          </a:xfrm>
        </p:spPr>
        <p:txBody>
          <a:bodyPr/>
          <a:lstStyle/>
          <a:p>
            <a:fld id="{C34EB371-0610-3A46-92F9-9F184AF1659F}" type="datetime1">
              <a:rPr lang="nb-NO" smtClean="0"/>
              <a:t>18.09.2026</a:t>
            </a:fld>
            <a:endParaRPr lang="en-GB"/>
          </a:p>
        </p:txBody>
      </p:sp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3630D786-5751-98B1-94F9-550928CA45D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ChangeAspect="1"/>
          </p:cNvSpPr>
          <p:nvPr>
            <p:ph type="body" sz="quarter" idx="22"/>
          </p:nvPr>
        </p:nvSpPr>
        <p:spPr>
          <a:xfrm>
            <a:off x="11811165" y="6500409"/>
            <a:ext cx="205200" cy="186545"/>
          </a:xfrm>
          <a:blipFill dpi="0" rotWithShape="1"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rcRect/>
            <a:stretch>
              <a:fillRect/>
            </a:stretch>
          </a:blipFill>
        </p:spPr>
        <p:txBody>
          <a:bodyPr>
            <a:normAutofit/>
          </a:bodyPr>
          <a:lstStyle>
            <a:lvl1pPr marL="6350" indent="0">
              <a:buNone/>
              <a:tabLst/>
              <a:defRPr sz="100">
                <a:solidFill>
                  <a:schemeClr val="bg2"/>
                </a:solidFill>
              </a:defRPr>
            </a:lvl1pPr>
            <a:lvl2pPr marL="6350" indent="0">
              <a:buNone/>
              <a:tabLst/>
              <a:defRPr sz="100"/>
            </a:lvl2pPr>
            <a:lvl3pPr marL="6350" indent="0">
              <a:buNone/>
              <a:tabLst/>
              <a:defRPr sz="100"/>
            </a:lvl3pPr>
            <a:lvl4pPr marL="6350" indent="0">
              <a:buNone/>
              <a:tabLst/>
              <a:defRPr sz="100"/>
            </a:lvl4pPr>
            <a:lvl5pPr marL="6350" indent="0">
              <a:buNone/>
              <a:tabLst/>
              <a:defRPr sz="1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969740771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:p15="http://schemas.microsoft.com/office/powerpoint/2012/main" xmlns:asvg="http://schemas.microsoft.com/office/drawing/2016/SVG/main" xmlns:adec="http://schemas.microsoft.com/office/drawing/2017/decorative" xmlns:a16="http://schemas.microsoft.com/office/drawing/2014/main"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/>
    </p:ext>
  </p:extLst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mage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icture Placeholder 1">
            <a:extLst>
              <a:ext uri="{FF2B5EF4-FFF2-40B4-BE49-F238E27FC236}">
                <a16:creationId xmlns:a16="http://schemas.microsoft.com/office/drawing/2014/main" id="{D4B32CFD-0059-D532-5795-442283D4EA61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 bwMode="gray">
          <a:xfrm>
            <a:off x="0" y="0"/>
            <a:ext cx="12192000" cy="6858000"/>
          </a:xfrm>
          <a:prstGeom prst="rect">
            <a:avLst/>
          </a:prstGeom>
          <a:solidFill>
            <a:schemeClr val="bg2"/>
          </a:solidFill>
        </p:spPr>
        <p:txBody>
          <a:bodyPr wrap="square" tIns="1800000">
            <a:noAutofit/>
          </a:bodyPr>
          <a:lstStyle>
            <a:lvl1pPr marL="0" indent="0" algn="ctr">
              <a:buNone/>
              <a:defRPr sz="1200"/>
            </a:lvl1pPr>
          </a:lstStyle>
          <a:p>
            <a:r>
              <a:rPr lang="en-US"/>
              <a:t>Click icon to add picture</a:t>
            </a:r>
            <a:endParaRPr lang="nb-NO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0C5F8459-D189-5669-6E44-52ABC59500E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019493" y="2968789"/>
            <a:ext cx="4153016" cy="920422"/>
          </a:xfrm>
          <a:solidFill>
            <a:schemeClr val="accent1"/>
          </a:solidFill>
        </p:spPr>
        <p:txBody>
          <a:bodyPr vert="horz" wrap="none" lIns="180000" tIns="144000" rIns="180000" bIns="36000" rtlCol="0" anchor="ctr" anchorCtr="0">
            <a:spAutoFit/>
          </a:bodyPr>
          <a:lstStyle>
            <a:lvl1pPr algn="ctr">
              <a:defRPr lang="nb-NO" sz="6000" b="1" i="1">
                <a:solidFill>
                  <a:schemeClr val="tx1"/>
                </a:solidFill>
                <a:latin typeface="+mj-lt"/>
                <a:cs typeface="+mn-cs"/>
              </a:defRPr>
            </a:lvl1pPr>
          </a:lstStyle>
          <a:p>
            <a:pPr marL="0" lvl="0" indent="0" fontAlgn="b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Font typeface="Arial" panose="020B0604020202020204" pitchFamily="34" charset="0"/>
            </a:pPr>
            <a:r>
              <a:rPr lang="nb"/>
              <a:t>Kort tittel</a:t>
            </a:r>
            <a:endParaRPr lang="nb-NO"/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35A0D93E-F20A-BF35-CBC7-06E7A252FDBF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08810A5-7811-344D-9AE9-EC83104FB54D}" type="slidenum">
              <a:rPr lang="en-GB" smtClean="0"/>
              <a:t>‹#›</a:t>
            </a:fld>
            <a:endParaRPr lang="en-GB"/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535EAC70-31DE-1FCE-364B-31F378842F0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070363" y="11590151"/>
            <a:ext cx="10057873" cy="149678"/>
          </a:xfrm>
        </p:spPr>
        <p:txBody>
          <a:bodyPr/>
          <a:lstStyle/>
          <a:p>
            <a:endParaRPr lang="en-GB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BB0EE3A-C39D-F1F4-51EB-13C5ADD103CB}"/>
              </a:ext>
            </a:extLst>
          </p:cNvPr>
          <p:cNvSpPr>
            <a:spLocks noGrp="1"/>
          </p:cNvSpPr>
          <p:nvPr>
            <p:ph type="dt" sz="half" idx="13"/>
          </p:nvPr>
        </p:nvSpPr>
        <p:spPr>
          <a:xfrm>
            <a:off x="540000" y="11588629"/>
            <a:ext cx="720475" cy="151200"/>
          </a:xfrm>
        </p:spPr>
        <p:txBody>
          <a:bodyPr/>
          <a:lstStyle/>
          <a:p>
            <a:fld id="{EF765E4C-CC36-FF4C-BDF5-EE3D56B457F7}" type="datetime1">
              <a:rPr lang="nb-NO" smtClean="0"/>
              <a:t>18.09.2026</a:t>
            </a:fld>
            <a:endParaRPr lang="en-GB"/>
          </a:p>
        </p:txBody>
      </p:sp>
      <p:sp>
        <p:nvSpPr>
          <p:cNvPr id="6" name="Text Placeholder 13">
            <a:extLst>
              <a:ext uri="{FF2B5EF4-FFF2-40B4-BE49-F238E27FC236}">
                <a16:creationId xmlns:a16="http://schemas.microsoft.com/office/drawing/2014/main" id="{45A09C8F-50C2-DDAB-8A4D-83B50375CA3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ChangeAspect="1"/>
          </p:cNvSpPr>
          <p:nvPr>
            <p:ph type="body" sz="quarter" idx="22"/>
          </p:nvPr>
        </p:nvSpPr>
        <p:spPr>
          <a:xfrm>
            <a:off x="11811165" y="6500409"/>
            <a:ext cx="205200" cy="186545"/>
          </a:xfrm>
          <a:blipFill dpi="0" rotWithShape="1"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rcRect/>
            <a:stretch>
              <a:fillRect/>
            </a:stretch>
          </a:blipFill>
        </p:spPr>
        <p:txBody>
          <a:bodyPr>
            <a:normAutofit/>
          </a:bodyPr>
          <a:lstStyle>
            <a:lvl1pPr marL="6350" indent="0">
              <a:buNone/>
              <a:tabLst/>
              <a:defRPr sz="100">
                <a:solidFill>
                  <a:schemeClr val="bg2"/>
                </a:solidFill>
              </a:defRPr>
            </a:lvl1pPr>
            <a:lvl2pPr marL="6350" indent="0">
              <a:buNone/>
              <a:tabLst/>
              <a:defRPr sz="100"/>
            </a:lvl2pPr>
            <a:lvl3pPr marL="6350" indent="0">
              <a:buNone/>
              <a:tabLst/>
              <a:defRPr sz="100"/>
            </a:lvl3pPr>
            <a:lvl4pPr marL="6350" indent="0">
              <a:buNone/>
              <a:tabLst/>
              <a:defRPr sz="100"/>
            </a:lvl4pPr>
            <a:lvl5pPr marL="6350" indent="0">
              <a:buNone/>
              <a:tabLst/>
              <a:defRPr sz="1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4257363162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:p15="http://schemas.microsoft.com/office/powerpoint/2012/main" xmlns:asvg="http://schemas.microsoft.com/office/drawing/2016/SVG/main" xmlns:adec="http://schemas.microsoft.com/office/drawing/2017/decorative" xmlns:a16="http://schemas.microsoft.com/office/drawing/2014/main"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/>
    </p:ext>
  </p:extLst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plit Images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C13C1A9B-DCE8-7C0C-C699-F2676D5731F9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pic" sz="quarter" idx="13"/>
          </p:nvPr>
        </p:nvSpPr>
        <p:spPr bwMode="gray">
          <a:xfrm>
            <a:off x="0" y="0"/>
            <a:ext cx="6095593" cy="6858000"/>
          </a:xfrm>
          <a:prstGeom prst="rect">
            <a:avLst/>
          </a:prstGeom>
          <a:solidFill>
            <a:schemeClr val="bg2"/>
          </a:solidFill>
        </p:spPr>
        <p:txBody>
          <a:bodyPr wrap="square" tIns="1800000">
            <a:noAutofit/>
          </a:bodyPr>
          <a:lstStyle>
            <a:lvl1pPr marL="0" indent="0" algn="ctr">
              <a:buNone/>
              <a:defRPr sz="1200"/>
            </a:lvl1pPr>
          </a:lstStyle>
          <a:p>
            <a:r>
              <a:rPr lang="en-US"/>
              <a:t>Click icon to add picture</a:t>
            </a:r>
            <a:endParaRPr lang="nb-NO"/>
          </a:p>
        </p:txBody>
      </p:sp>
      <p:sp>
        <p:nvSpPr>
          <p:cNvPr id="10" name="Picture Placeholder 9">
            <a:extLst>
              <a:ext uri="{FF2B5EF4-FFF2-40B4-BE49-F238E27FC236}">
                <a16:creationId xmlns:a16="http://schemas.microsoft.com/office/drawing/2014/main" id="{BC00C893-5B71-7A7E-8592-0278486351B2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 bwMode="gray">
          <a:xfrm>
            <a:off x="6096407" y="0"/>
            <a:ext cx="6095593" cy="6858000"/>
          </a:xfrm>
          <a:prstGeom prst="rect">
            <a:avLst/>
          </a:prstGeom>
          <a:solidFill>
            <a:schemeClr val="bg2"/>
          </a:solidFill>
        </p:spPr>
        <p:txBody>
          <a:bodyPr wrap="square" tIns="1800000">
            <a:noAutofit/>
          </a:bodyPr>
          <a:lstStyle>
            <a:lvl1pPr marL="0" indent="0" algn="ctr">
              <a:buNone/>
              <a:defRPr sz="1200"/>
            </a:lvl1pPr>
          </a:lstStyle>
          <a:p>
            <a:r>
              <a:rPr lang="en-US"/>
              <a:t>Click icon to add picture</a:t>
            </a:r>
            <a:endParaRPr lang="nb-NO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0C5F8459-D189-5669-6E44-52ABC59500E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019493" y="2968789"/>
            <a:ext cx="4153016" cy="920422"/>
          </a:xfrm>
          <a:solidFill>
            <a:schemeClr val="tx2"/>
          </a:solidFill>
        </p:spPr>
        <p:txBody>
          <a:bodyPr vert="horz" wrap="none" lIns="180000" tIns="144000" rIns="180000" bIns="36000" rtlCol="0" anchor="ctr" anchorCtr="0">
            <a:spAutoFit/>
          </a:bodyPr>
          <a:lstStyle>
            <a:lvl1pPr algn="ctr">
              <a:defRPr lang="nb-NO" sz="6000" b="1" i="1">
                <a:solidFill>
                  <a:schemeClr val="accent3"/>
                </a:solidFill>
                <a:latin typeface="+mj-lt"/>
                <a:cs typeface="+mn-cs"/>
              </a:defRPr>
            </a:lvl1pPr>
          </a:lstStyle>
          <a:p>
            <a:pPr marL="0" lvl="0" indent="0" fontAlgn="b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Font typeface="Arial" panose="020B0604020202020204" pitchFamily="34" charset="0"/>
            </a:pPr>
            <a:r>
              <a:rPr lang="nb"/>
              <a:t>Kort tittel</a:t>
            </a:r>
            <a:endParaRPr lang="nb-NO"/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35A0D93E-F20A-BF35-CBC7-06E7A252FDBF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08810A5-7811-344D-9AE9-EC83104FB54D}" type="slidenum">
              <a:rPr lang="en-GB" smtClean="0"/>
              <a:t>‹#›</a:t>
            </a:fld>
            <a:endParaRPr lang="en-GB"/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535EAC70-31DE-1FCE-364B-31F378842F0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070363" y="11590151"/>
            <a:ext cx="10057873" cy="149678"/>
          </a:xfrm>
        </p:spPr>
        <p:txBody>
          <a:bodyPr/>
          <a:lstStyle/>
          <a:p>
            <a:endParaRPr lang="en-GB"/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7042D837-14A4-60D9-27C6-4BE824A0E9F8}"/>
              </a:ext>
            </a:extLst>
          </p:cNvPr>
          <p:cNvSpPr>
            <a:spLocks noGrp="1"/>
          </p:cNvSpPr>
          <p:nvPr>
            <p:ph type="dt" sz="half" idx="14"/>
          </p:nvPr>
        </p:nvSpPr>
        <p:spPr>
          <a:xfrm>
            <a:off x="540000" y="11588629"/>
            <a:ext cx="720475" cy="151200"/>
          </a:xfrm>
        </p:spPr>
        <p:txBody>
          <a:bodyPr/>
          <a:lstStyle/>
          <a:p>
            <a:fld id="{574391A7-B34E-0844-8FCE-55FB2F126A80}" type="datetime1">
              <a:rPr lang="nb-NO" smtClean="0"/>
              <a:t>18.09.2026</a:t>
            </a:fld>
            <a:endParaRPr lang="en-GB"/>
          </a:p>
        </p:txBody>
      </p:sp>
      <p:sp>
        <p:nvSpPr>
          <p:cNvPr id="6" name="Text Placeholder 13">
            <a:extLst>
              <a:ext uri="{FF2B5EF4-FFF2-40B4-BE49-F238E27FC236}">
                <a16:creationId xmlns:a16="http://schemas.microsoft.com/office/drawing/2014/main" id="{2212DA51-2D94-66BD-FB70-3EC9FE84D9D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ChangeAspect="1"/>
          </p:cNvSpPr>
          <p:nvPr>
            <p:ph type="body" sz="quarter" idx="22"/>
          </p:nvPr>
        </p:nvSpPr>
        <p:spPr>
          <a:xfrm>
            <a:off x="11811165" y="6500409"/>
            <a:ext cx="205200" cy="186545"/>
          </a:xfrm>
          <a:blipFill dpi="0" rotWithShape="1"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rcRect/>
            <a:stretch>
              <a:fillRect/>
            </a:stretch>
          </a:blipFill>
        </p:spPr>
        <p:txBody>
          <a:bodyPr>
            <a:normAutofit/>
          </a:bodyPr>
          <a:lstStyle>
            <a:lvl1pPr marL="6350" indent="0">
              <a:buNone/>
              <a:tabLst/>
              <a:defRPr sz="100">
                <a:solidFill>
                  <a:schemeClr val="bg2"/>
                </a:solidFill>
              </a:defRPr>
            </a:lvl1pPr>
            <a:lvl2pPr marL="6350" indent="0">
              <a:buNone/>
              <a:tabLst/>
              <a:defRPr sz="100"/>
            </a:lvl2pPr>
            <a:lvl3pPr marL="6350" indent="0">
              <a:buNone/>
              <a:tabLst/>
              <a:defRPr sz="100"/>
            </a:lvl3pPr>
            <a:lvl4pPr marL="6350" indent="0">
              <a:buNone/>
              <a:tabLst/>
              <a:defRPr sz="100"/>
            </a:lvl4pPr>
            <a:lvl5pPr marL="6350" indent="0">
              <a:buNone/>
              <a:tabLst/>
              <a:defRPr sz="1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270741650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:p15="http://schemas.microsoft.com/office/powerpoint/2012/main" xmlns:asvg="http://schemas.microsoft.com/office/drawing/2016/SVG/main" xmlns:adec="http://schemas.microsoft.com/office/drawing/2017/decorative" xmlns:a16="http://schemas.microsoft.com/office/drawing/2014/main"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/>
    </p:ext>
  </p:extLst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arousel 1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ekstSylinder 50">
            <a:extLst>
              <a:ext uri="{FF2B5EF4-FFF2-40B4-BE49-F238E27FC236}">
                <a16:creationId xmlns:a16="http://schemas.microsoft.com/office/drawing/2014/main" id="{DB7409EF-E06B-F254-0473-4F0A86C7ECD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/>
          <p:nvPr userDrawn="1"/>
        </p:nvSpPr>
        <p:spPr>
          <a:xfrm>
            <a:off x="12627096" y="4105715"/>
            <a:ext cx="2178795" cy="2032530"/>
          </a:xfrm>
          <a:prstGeom prst="rect">
            <a:avLst/>
          </a:prstGeom>
          <a:noFill/>
        </p:spPr>
        <p:txBody>
          <a:bodyPr wrap="square" lIns="0" tIns="108000" rIns="0" bIns="0" rtlCol="0">
            <a:spAutoFit/>
          </a:bodyPr>
          <a:lstStyle>
            <a:defPPr>
              <a:defRPr lang="en-NO"/>
            </a:defPPr>
            <a:lvl1pPr>
              <a:spcAft>
                <a:spcPts val="600"/>
              </a:spcAft>
              <a:defRPr b="0" i="0">
                <a:cs typeface="Arial" panose="020B0604020202020204" pitchFamily="34" charset="0"/>
              </a:defRPr>
            </a:lvl1pPr>
          </a:lstStyle>
          <a:p>
            <a:pPr lvl="0"/>
            <a:r>
              <a:rPr lang="nb" sz="1200" b="0" i="0" noProof="1">
                <a:solidFill>
                  <a:srgbClr val="070451"/>
                </a:solidFill>
                <a:latin typeface="+mj-lt"/>
                <a:cs typeface="TelenorEvolutionPPT-Light" panose="020B0604020202020204" charset="0"/>
              </a:rPr>
              <a:t>Endre farger</a:t>
            </a:r>
          </a:p>
          <a:p>
            <a:pPr lvl="0">
              <a:lnSpc>
                <a:spcPct val="120000"/>
              </a:lnSpc>
            </a:pPr>
            <a:r>
              <a:rPr lang="nb" sz="800" b="0" i="0" noProof="1">
                <a:solidFill>
                  <a:srgbClr val="070451"/>
                </a:solidFill>
                <a:latin typeface="+mj-lt"/>
                <a:cs typeface="TelenorEvolutionPPT-Light" panose="020B0604020202020204" charset="0"/>
              </a:rPr>
              <a:t>Gjør følgende for å endre bakgrunnsfarge:</a:t>
            </a:r>
          </a:p>
          <a:p>
            <a:pPr lvl="0">
              <a:lnSpc>
                <a:spcPct val="110000"/>
              </a:lnSpc>
            </a:pPr>
            <a:r>
              <a:rPr lang="nb" sz="800" b="0" i="0" noProof="1">
                <a:solidFill>
                  <a:srgbClr val="070451"/>
                </a:solidFill>
                <a:cs typeface="TelenorEvolutionPPT-Light" panose="020B0604020202020204" charset="0"/>
              </a:rPr>
              <a:t>Høyreklikk på lysbildet ditt, velg "formater bakgrunn" for å åpne "formatruten".</a:t>
            </a:r>
          </a:p>
          <a:p>
            <a:pPr lvl="0">
              <a:lnSpc>
                <a:spcPct val="110000"/>
              </a:lnSpc>
            </a:pPr>
            <a:r>
              <a:rPr lang="nb" sz="800" b="0" i="0" noProof="1">
                <a:solidFill>
                  <a:srgbClr val="070451"/>
                </a:solidFill>
                <a:cs typeface="TelenorEvolutionPPT-Light" panose="020B0604020202020204" charset="0"/>
              </a:rPr>
              <a:t>I formatruten velger du «Heldekkende fyll» og endrer «fyllfarge». </a:t>
            </a:r>
          </a:p>
          <a:p>
            <a:pPr lvl="0">
              <a:lnSpc>
                <a:spcPct val="110000"/>
              </a:lnSpc>
            </a:pPr>
            <a:r>
              <a:rPr lang="nb" sz="800" b="0" i="0" noProof="1">
                <a:solidFill>
                  <a:srgbClr val="070451"/>
                </a:solidFill>
                <a:cs typeface="TelenorEvolutionPPT-Light" panose="020B0604020202020204" charset="0"/>
              </a:rPr>
              <a:t>Bruk en av temafargene </a:t>
            </a:r>
            <a:r>
              <a:rPr lang="nb" sz="800" b="0" i="0" noProof="1">
                <a:solidFill>
                  <a:srgbClr val="070451"/>
                </a:solidFill>
                <a:latin typeface="+mj-lt"/>
                <a:cs typeface="TelenorEvolutionPPT-Light" panose="020B0604020202020204" charset="0"/>
              </a:rPr>
              <a:t>eller</a:t>
            </a:r>
            <a:r>
              <a:rPr lang="nb" sz="800" b="0" i="0" noProof="1">
                <a:solidFill>
                  <a:srgbClr val="070451"/>
                </a:solidFill>
                <a:cs typeface="TelenorEvolutionPPT-Light" panose="020B0604020202020204" charset="0"/>
              </a:rPr>
              <a:t> velg "flere farger" og bruk pipetten til å øyedroppe en av </a:t>
            </a:r>
            <a:r>
              <a:rPr lang="nb" sz="800" b="0" i="0" noProof="1">
                <a:solidFill>
                  <a:srgbClr val="070451"/>
                </a:solidFill>
                <a:latin typeface="+mj-lt"/>
                <a:cs typeface="TelenorEvolutionPPT-Light" panose="020B0604020202020204" charset="0"/>
              </a:rPr>
              <a:t>bakgrunnsfargene</a:t>
            </a:r>
            <a:r>
              <a:rPr lang="nb" sz="800" b="0" i="0" noProof="1">
                <a:solidFill>
                  <a:srgbClr val="070451"/>
                </a:solidFill>
                <a:cs typeface="TelenorEvolutionPPT-Light" panose="020B0604020202020204" charset="0"/>
              </a:rPr>
              <a:t>  fra dette panelet.</a:t>
            </a:r>
          </a:p>
          <a:p>
            <a:pPr lvl="0">
              <a:lnSpc>
                <a:spcPct val="110000"/>
              </a:lnSpc>
            </a:pPr>
            <a:r>
              <a:rPr lang="nb" sz="800" b="0" i="0" noProof="1">
                <a:solidFill>
                  <a:srgbClr val="070451"/>
                </a:solidFill>
                <a:cs typeface="TelenorEvolutionPPT-Light" panose="020B0604020202020204" charset="0"/>
              </a:rPr>
              <a:t>Sørg alltid for tilstrekkelig kontrast mellom bakgrunn, tekst og logo.</a:t>
            </a:r>
            <a:endParaRPr lang="en-GB" sz="1100" b="0" i="0" noProof="1">
              <a:solidFill>
                <a:srgbClr val="070451"/>
              </a:solidFill>
              <a:cs typeface="TelenorEvolutionPPT-Light" panose="020B0604020202020204" charset="0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4ED9996-D27C-5EC3-7480-185CC649DDD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" y="-900000"/>
            <a:ext cx="6094412" cy="720000"/>
          </a:xfrm>
          <a:solidFill>
            <a:schemeClr val="bg1"/>
          </a:solidFill>
        </p:spPr>
        <p:txBody>
          <a:bodyPr lIns="72000" tIns="72000" rIns="72000" bIns="72000" anchor="b" anchorCtr="0"/>
          <a:lstStyle>
            <a:lvl1pPr>
              <a:defRPr sz="1000"/>
            </a:lvl1pPr>
          </a:lstStyle>
          <a:p>
            <a:r>
              <a:rPr lang="nb"/>
              <a:t>Skriv lysbildetittel for tilgjengelighet i denne plassholderen</a:t>
            </a:r>
            <a:endParaRPr lang="nb-NO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C690B788-9DAD-CFA5-0BCB-A01A8E22829B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08810A5-7811-344D-9AE9-EC83104FB54D}" type="slidenum">
              <a:rPr lang="en-GB" smtClean="0"/>
              <a:t>‹#›</a:t>
            </a:fld>
            <a:endParaRPr lang="en-GB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C5C8A53-162E-7A3F-543D-343E14BD99E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Image 1">
            <a:extLst>
              <a:ext uri="{FF2B5EF4-FFF2-40B4-BE49-F238E27FC236}">
                <a16:creationId xmlns:a16="http://schemas.microsoft.com/office/drawing/2014/main" id="{9C5D8DBD-51ED-16F1-78C7-59F79258C5A7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pic" sz="quarter" idx="12" hasCustomPrompt="1"/>
          </p:nvPr>
        </p:nvSpPr>
        <p:spPr>
          <a:xfrm>
            <a:off x="1076218" y="540000"/>
            <a:ext cx="3567734" cy="5778000"/>
          </a:xfrm>
          <a:prstGeom prst="roundRect">
            <a:avLst>
              <a:gd name="adj" fmla="val 7093"/>
            </a:avLst>
          </a:prstGeom>
          <a:noFill/>
        </p:spPr>
        <p:txBody>
          <a:bodyPr tIns="360000"/>
          <a:lstStyle>
            <a:lvl1pPr marL="0" indent="0" algn="ctr">
              <a:buNone/>
              <a:defRPr sz="1200"/>
            </a:lvl1pPr>
          </a:lstStyle>
          <a:p>
            <a:r>
              <a:rPr lang="nb"/>
              <a:t>Bilde 1</a:t>
            </a:r>
          </a:p>
        </p:txBody>
      </p:sp>
      <p:sp>
        <p:nvSpPr>
          <p:cNvPr id="8" name="Image 2">
            <a:extLst>
              <a:ext uri="{FF2B5EF4-FFF2-40B4-BE49-F238E27FC236}">
                <a16:creationId xmlns:a16="http://schemas.microsoft.com/office/drawing/2014/main" id="{61525025-9158-78A5-2A27-135E56A4CC72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pic" sz="quarter" idx="13" hasCustomPrompt="1"/>
          </p:nvPr>
        </p:nvSpPr>
        <p:spPr>
          <a:xfrm>
            <a:off x="4858519" y="1191872"/>
            <a:ext cx="3014760" cy="4471200"/>
          </a:xfrm>
          <a:prstGeom prst="roundRect">
            <a:avLst>
              <a:gd name="adj" fmla="val 7093"/>
            </a:avLst>
          </a:prstGeom>
          <a:solidFill>
            <a:schemeClr val="bg1"/>
          </a:solidFill>
        </p:spPr>
        <p:txBody>
          <a:bodyPr tIns="360000"/>
          <a:lstStyle>
            <a:lvl1pPr marL="0" indent="0" algn="ctr">
              <a:buNone/>
              <a:defRPr sz="1200"/>
            </a:lvl1pPr>
          </a:lstStyle>
          <a:p>
            <a:r>
              <a:rPr lang="nb"/>
              <a:t>Bilde 2</a:t>
            </a:r>
          </a:p>
        </p:txBody>
      </p:sp>
      <p:sp>
        <p:nvSpPr>
          <p:cNvPr id="9" name="Image 3">
            <a:extLst>
              <a:ext uri="{FF2B5EF4-FFF2-40B4-BE49-F238E27FC236}">
                <a16:creationId xmlns:a16="http://schemas.microsoft.com/office/drawing/2014/main" id="{92CF4AE7-830D-7FA6-5274-70C69D2B7FDE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pic" sz="quarter" idx="14" hasCustomPrompt="1"/>
          </p:nvPr>
        </p:nvSpPr>
        <p:spPr>
          <a:xfrm>
            <a:off x="8087846" y="1191872"/>
            <a:ext cx="3014760" cy="4474256"/>
          </a:xfrm>
          <a:prstGeom prst="roundRect">
            <a:avLst>
              <a:gd name="adj" fmla="val 7093"/>
            </a:avLst>
          </a:prstGeom>
          <a:solidFill>
            <a:schemeClr val="bg1"/>
          </a:solidFill>
        </p:spPr>
        <p:txBody>
          <a:bodyPr tIns="360000"/>
          <a:lstStyle>
            <a:lvl1pPr marL="0" indent="0" algn="ctr">
              <a:buNone/>
              <a:defRPr sz="1200"/>
            </a:lvl1pPr>
          </a:lstStyle>
          <a:p>
            <a:r>
              <a:rPr lang="nb"/>
              <a:t>Bilde 3</a:t>
            </a:r>
          </a:p>
        </p:txBody>
      </p:sp>
      <p:sp>
        <p:nvSpPr>
          <p:cNvPr id="10" name="Image 4">
            <a:extLst>
              <a:ext uri="{FF2B5EF4-FFF2-40B4-BE49-F238E27FC236}">
                <a16:creationId xmlns:a16="http://schemas.microsoft.com/office/drawing/2014/main" id="{9A9841C3-081E-16F8-1E47-FE33A53F9361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pic" sz="quarter" idx="19" hasCustomPrompt="1"/>
          </p:nvPr>
        </p:nvSpPr>
        <p:spPr>
          <a:xfrm>
            <a:off x="-2153108" y="1628775"/>
            <a:ext cx="3014760" cy="3600450"/>
          </a:xfrm>
          <a:prstGeom prst="roundRect">
            <a:avLst>
              <a:gd name="adj" fmla="val 5482"/>
            </a:avLst>
          </a:prstGeom>
          <a:noFill/>
        </p:spPr>
        <p:txBody>
          <a:bodyPr tIns="360000"/>
          <a:lstStyle>
            <a:lvl1pPr marL="0" indent="0" algn="r">
              <a:buNone/>
              <a:defRPr sz="1200"/>
            </a:lvl1pPr>
          </a:lstStyle>
          <a:p>
            <a:r>
              <a:rPr lang="nb"/>
              <a:t>Bilde 4</a:t>
            </a:r>
          </a:p>
        </p:txBody>
      </p:sp>
      <p:sp>
        <p:nvSpPr>
          <p:cNvPr id="6" name="Image 5">
            <a:extLst>
              <a:ext uri="{FF2B5EF4-FFF2-40B4-BE49-F238E27FC236}">
                <a16:creationId xmlns:a16="http://schemas.microsoft.com/office/drawing/2014/main" id="{B30F469A-CCF3-9604-A8A6-BB482B9CE691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pic" sz="quarter" idx="18" hasCustomPrompt="1"/>
          </p:nvPr>
        </p:nvSpPr>
        <p:spPr>
          <a:xfrm>
            <a:off x="11317173" y="1628775"/>
            <a:ext cx="3014760" cy="3600450"/>
          </a:xfrm>
          <a:prstGeom prst="roundRect">
            <a:avLst>
              <a:gd name="adj" fmla="val 5482"/>
            </a:avLst>
          </a:prstGeom>
          <a:noFill/>
        </p:spPr>
        <p:txBody>
          <a:bodyPr tIns="360000"/>
          <a:lstStyle>
            <a:lvl1pPr marL="0" indent="0" algn="l">
              <a:buNone/>
              <a:defRPr sz="1200"/>
            </a:lvl1pPr>
          </a:lstStyle>
          <a:p>
            <a:r>
              <a:rPr lang="nb"/>
              <a:t>Bilde 5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25F1622-CDE1-0D00-887D-C705F5AFDF73}"/>
              </a:ext>
            </a:extLst>
          </p:cNvPr>
          <p:cNvSpPr>
            <a:spLocks noGrp="1"/>
          </p:cNvSpPr>
          <p:nvPr>
            <p:ph type="dt" sz="half" idx="20"/>
          </p:nvPr>
        </p:nvSpPr>
        <p:spPr/>
        <p:txBody>
          <a:bodyPr/>
          <a:lstStyle/>
          <a:p>
            <a:fld id="{28301413-4585-1941-AC00-159F82A713FE}" type="datetime1">
              <a:rPr lang="nb-NO" smtClean="0"/>
              <a:t>18.09.2026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265267378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:p15="http://schemas.microsoft.com/office/powerpoint/2012/main" xmlns:adec="http://schemas.microsoft.com/office/drawing/2017/decorative" xmlns:a16="http://schemas.microsoft.com/office/drawing/2014/main"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/>
    </p:ext>
  </p:extLst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arousel 2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ekstSylinder 50">
            <a:extLst>
              <a:ext uri="{FF2B5EF4-FFF2-40B4-BE49-F238E27FC236}">
                <a16:creationId xmlns:a16="http://schemas.microsoft.com/office/drawing/2014/main" id="{93485B01-B32A-1F5D-FE26-E286EB94819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/>
          <p:nvPr userDrawn="1"/>
        </p:nvSpPr>
        <p:spPr>
          <a:xfrm>
            <a:off x="12627096" y="4105715"/>
            <a:ext cx="2178795" cy="2032530"/>
          </a:xfrm>
          <a:prstGeom prst="rect">
            <a:avLst/>
          </a:prstGeom>
          <a:noFill/>
        </p:spPr>
        <p:txBody>
          <a:bodyPr wrap="square" lIns="0" tIns="108000" rIns="0" bIns="0" rtlCol="0">
            <a:spAutoFit/>
          </a:bodyPr>
          <a:lstStyle>
            <a:defPPr>
              <a:defRPr lang="en-NO"/>
            </a:defPPr>
            <a:lvl1pPr>
              <a:spcAft>
                <a:spcPts val="600"/>
              </a:spcAft>
              <a:defRPr b="0" i="0">
                <a:cs typeface="Arial" panose="020B0604020202020204" pitchFamily="34" charset="0"/>
              </a:defRPr>
            </a:lvl1pPr>
          </a:lstStyle>
          <a:p>
            <a:pPr lvl="0"/>
            <a:r>
              <a:rPr lang="nb" sz="1200" b="0" i="0" noProof="1">
                <a:solidFill>
                  <a:srgbClr val="070451"/>
                </a:solidFill>
                <a:latin typeface="+mj-lt"/>
                <a:cs typeface="TelenorEvolutionPPT-Light" panose="020B0604020202020204" charset="0"/>
              </a:rPr>
              <a:t>Endre farger</a:t>
            </a:r>
          </a:p>
          <a:p>
            <a:pPr lvl="0">
              <a:lnSpc>
                <a:spcPct val="120000"/>
              </a:lnSpc>
            </a:pPr>
            <a:r>
              <a:rPr lang="nb" sz="800" b="0" i="0" noProof="1">
                <a:solidFill>
                  <a:srgbClr val="070451"/>
                </a:solidFill>
                <a:latin typeface="+mj-lt"/>
                <a:cs typeface="TelenorEvolutionPPT-Light" panose="020B0604020202020204" charset="0"/>
              </a:rPr>
              <a:t>Gjør følgende for å endre bakgrunnsfarge:</a:t>
            </a:r>
          </a:p>
          <a:p>
            <a:pPr lvl="0">
              <a:lnSpc>
                <a:spcPct val="110000"/>
              </a:lnSpc>
            </a:pPr>
            <a:r>
              <a:rPr lang="nb" sz="800" b="0" i="0" noProof="1">
                <a:solidFill>
                  <a:srgbClr val="070451"/>
                </a:solidFill>
                <a:cs typeface="TelenorEvolutionPPT-Light" panose="020B0604020202020204" charset="0"/>
              </a:rPr>
              <a:t>Høyreklikk på lysbildet ditt, velg "formater bakgrunn" for å åpne "formatruten".</a:t>
            </a:r>
          </a:p>
          <a:p>
            <a:pPr lvl="0">
              <a:lnSpc>
                <a:spcPct val="110000"/>
              </a:lnSpc>
            </a:pPr>
            <a:r>
              <a:rPr lang="nb" sz="800" b="0" i="0" noProof="1">
                <a:solidFill>
                  <a:srgbClr val="070451"/>
                </a:solidFill>
                <a:cs typeface="TelenorEvolutionPPT-Light" panose="020B0604020202020204" charset="0"/>
              </a:rPr>
              <a:t>I formatruten velger du «Heldekkende fyll» og endrer «fyllfarge». </a:t>
            </a:r>
          </a:p>
          <a:p>
            <a:pPr lvl="0">
              <a:lnSpc>
                <a:spcPct val="110000"/>
              </a:lnSpc>
            </a:pPr>
            <a:r>
              <a:rPr lang="nb" sz="800" b="0" i="0" noProof="1">
                <a:solidFill>
                  <a:srgbClr val="070451"/>
                </a:solidFill>
                <a:cs typeface="TelenorEvolutionPPT-Light" panose="020B0604020202020204" charset="0"/>
              </a:rPr>
              <a:t>Bruk en av temafargene </a:t>
            </a:r>
            <a:r>
              <a:rPr lang="nb" sz="800" b="0" i="0" noProof="1">
                <a:solidFill>
                  <a:srgbClr val="070451"/>
                </a:solidFill>
                <a:latin typeface="+mj-lt"/>
                <a:cs typeface="TelenorEvolutionPPT-Light" panose="020B0604020202020204" charset="0"/>
              </a:rPr>
              <a:t>eller</a:t>
            </a:r>
            <a:r>
              <a:rPr lang="nb" sz="800" b="0" i="0" noProof="1">
                <a:solidFill>
                  <a:srgbClr val="070451"/>
                </a:solidFill>
                <a:cs typeface="TelenorEvolutionPPT-Light" panose="020B0604020202020204" charset="0"/>
              </a:rPr>
              <a:t> velg "flere farger" og bruk pipetten til å øyedroppe en av </a:t>
            </a:r>
            <a:r>
              <a:rPr lang="nb" sz="800" b="0" i="0" noProof="1">
                <a:solidFill>
                  <a:srgbClr val="070451"/>
                </a:solidFill>
                <a:latin typeface="+mj-lt"/>
                <a:cs typeface="TelenorEvolutionPPT-Light" panose="020B0604020202020204" charset="0"/>
              </a:rPr>
              <a:t>bakgrunnsfargene</a:t>
            </a:r>
            <a:r>
              <a:rPr lang="nb" sz="800" b="0" i="0" noProof="1">
                <a:solidFill>
                  <a:srgbClr val="070451"/>
                </a:solidFill>
                <a:cs typeface="TelenorEvolutionPPT-Light" panose="020B0604020202020204" charset="0"/>
              </a:rPr>
              <a:t>  fra dette panelet.</a:t>
            </a:r>
          </a:p>
          <a:p>
            <a:pPr lvl="0">
              <a:lnSpc>
                <a:spcPct val="110000"/>
              </a:lnSpc>
            </a:pPr>
            <a:r>
              <a:rPr lang="nb" sz="800" b="0" i="0" noProof="1">
                <a:solidFill>
                  <a:srgbClr val="070451"/>
                </a:solidFill>
                <a:cs typeface="TelenorEvolutionPPT-Light" panose="020B0604020202020204" charset="0"/>
              </a:rPr>
              <a:t>Sørg alltid for tilstrekkelig kontrast mellom bakgrunn, tekst og logo.</a:t>
            </a:r>
            <a:endParaRPr lang="en-GB" sz="1100" b="0" i="0" noProof="1">
              <a:solidFill>
                <a:srgbClr val="070451"/>
              </a:solidFill>
              <a:cs typeface="TelenorEvolutionPPT-Light" panose="020B0604020202020204" charset="0"/>
            </a:endParaRP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C690B788-9DAD-CFA5-0BCB-A01A8E22829B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08810A5-7811-344D-9AE9-EC83104FB54D}" type="slidenum">
              <a:rPr lang="en-GB" smtClean="0"/>
              <a:t>‹#›</a:t>
            </a:fld>
            <a:endParaRPr lang="en-GB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C5C8A53-162E-7A3F-543D-343E14BD99E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Image 1">
            <a:extLst>
              <a:ext uri="{FF2B5EF4-FFF2-40B4-BE49-F238E27FC236}">
                <a16:creationId xmlns:a16="http://schemas.microsoft.com/office/drawing/2014/main" id="{9C5D8DBD-51ED-16F1-78C7-59F79258C5A7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pic" sz="quarter" idx="12" hasCustomPrompt="1"/>
          </p:nvPr>
        </p:nvSpPr>
        <p:spPr>
          <a:xfrm>
            <a:off x="1076428" y="1191600"/>
            <a:ext cx="3013592" cy="4474800"/>
          </a:xfrm>
          <a:prstGeom prst="roundRect">
            <a:avLst>
              <a:gd name="adj" fmla="val 7093"/>
            </a:avLst>
          </a:prstGeom>
          <a:noFill/>
        </p:spPr>
        <p:txBody>
          <a:bodyPr tIns="360000"/>
          <a:lstStyle>
            <a:lvl1pPr marL="0" indent="0" algn="ctr">
              <a:buNone/>
              <a:defRPr sz="1200"/>
            </a:lvl1pPr>
          </a:lstStyle>
          <a:p>
            <a:r>
              <a:rPr lang="nb"/>
              <a:t>Bilde 1</a:t>
            </a:r>
          </a:p>
        </p:txBody>
      </p:sp>
      <p:sp>
        <p:nvSpPr>
          <p:cNvPr id="8" name="Image 2">
            <a:extLst>
              <a:ext uri="{FF2B5EF4-FFF2-40B4-BE49-F238E27FC236}">
                <a16:creationId xmlns:a16="http://schemas.microsoft.com/office/drawing/2014/main" id="{61525025-9158-78A5-2A27-135E56A4CC72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pic" sz="quarter" idx="13" hasCustomPrompt="1"/>
          </p:nvPr>
        </p:nvSpPr>
        <p:spPr>
          <a:xfrm>
            <a:off x="4304797" y="540000"/>
            <a:ext cx="3568064" cy="5778000"/>
          </a:xfrm>
          <a:prstGeom prst="roundRect">
            <a:avLst>
              <a:gd name="adj" fmla="val 7093"/>
            </a:avLst>
          </a:prstGeom>
          <a:solidFill>
            <a:schemeClr val="bg1"/>
          </a:solidFill>
        </p:spPr>
        <p:txBody>
          <a:bodyPr tIns="360000"/>
          <a:lstStyle>
            <a:lvl1pPr marL="0" indent="0" algn="ctr">
              <a:buNone/>
              <a:defRPr sz="1200"/>
            </a:lvl1pPr>
          </a:lstStyle>
          <a:p>
            <a:r>
              <a:rPr lang="nb"/>
              <a:t>Bilde 2</a:t>
            </a:r>
          </a:p>
        </p:txBody>
      </p:sp>
      <p:sp>
        <p:nvSpPr>
          <p:cNvPr id="9" name="Image 3">
            <a:extLst>
              <a:ext uri="{FF2B5EF4-FFF2-40B4-BE49-F238E27FC236}">
                <a16:creationId xmlns:a16="http://schemas.microsoft.com/office/drawing/2014/main" id="{92CF4AE7-830D-7FA6-5274-70C69D2B7FDE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pic" sz="quarter" idx="14" hasCustomPrompt="1"/>
          </p:nvPr>
        </p:nvSpPr>
        <p:spPr>
          <a:xfrm>
            <a:off x="8087637" y="1191872"/>
            <a:ext cx="3014760" cy="4474256"/>
          </a:xfrm>
          <a:prstGeom prst="roundRect">
            <a:avLst>
              <a:gd name="adj" fmla="val 7093"/>
            </a:avLst>
          </a:prstGeom>
          <a:solidFill>
            <a:schemeClr val="bg1"/>
          </a:solidFill>
        </p:spPr>
        <p:txBody>
          <a:bodyPr tIns="360000"/>
          <a:lstStyle>
            <a:lvl1pPr marL="0" indent="0" algn="ctr">
              <a:buNone/>
              <a:defRPr sz="1200"/>
            </a:lvl1pPr>
          </a:lstStyle>
          <a:p>
            <a:r>
              <a:rPr lang="nb"/>
              <a:t>Bilde 3</a:t>
            </a:r>
          </a:p>
        </p:txBody>
      </p:sp>
      <p:sp>
        <p:nvSpPr>
          <p:cNvPr id="10" name="Image 4">
            <a:extLst>
              <a:ext uri="{FF2B5EF4-FFF2-40B4-BE49-F238E27FC236}">
                <a16:creationId xmlns:a16="http://schemas.microsoft.com/office/drawing/2014/main" id="{9A9841C3-081E-16F8-1E47-FE33A53F9361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pic" sz="quarter" idx="19" hasCustomPrompt="1"/>
          </p:nvPr>
        </p:nvSpPr>
        <p:spPr>
          <a:xfrm>
            <a:off x="-2153108" y="1628775"/>
            <a:ext cx="3014760" cy="3600450"/>
          </a:xfrm>
          <a:prstGeom prst="roundRect">
            <a:avLst>
              <a:gd name="adj" fmla="val 5482"/>
            </a:avLst>
          </a:prstGeom>
          <a:noFill/>
        </p:spPr>
        <p:txBody>
          <a:bodyPr tIns="360000"/>
          <a:lstStyle>
            <a:lvl1pPr marL="0" indent="0" algn="r">
              <a:buNone/>
              <a:defRPr sz="1200"/>
            </a:lvl1pPr>
          </a:lstStyle>
          <a:p>
            <a:r>
              <a:rPr lang="nb"/>
              <a:t>Bilde 4</a:t>
            </a:r>
          </a:p>
        </p:txBody>
      </p:sp>
      <p:sp>
        <p:nvSpPr>
          <p:cNvPr id="6" name="Image 5">
            <a:extLst>
              <a:ext uri="{FF2B5EF4-FFF2-40B4-BE49-F238E27FC236}">
                <a16:creationId xmlns:a16="http://schemas.microsoft.com/office/drawing/2014/main" id="{B30F469A-CCF3-9604-A8A6-BB482B9CE691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pic" sz="quarter" idx="18" hasCustomPrompt="1"/>
          </p:nvPr>
        </p:nvSpPr>
        <p:spPr>
          <a:xfrm>
            <a:off x="11317173" y="1628775"/>
            <a:ext cx="3014760" cy="3600450"/>
          </a:xfrm>
          <a:prstGeom prst="roundRect">
            <a:avLst>
              <a:gd name="adj" fmla="val 5482"/>
            </a:avLst>
          </a:prstGeom>
          <a:noFill/>
        </p:spPr>
        <p:txBody>
          <a:bodyPr tIns="360000"/>
          <a:lstStyle>
            <a:lvl1pPr marL="0" indent="0" algn="l">
              <a:buNone/>
              <a:defRPr sz="1200"/>
            </a:lvl1pPr>
          </a:lstStyle>
          <a:p>
            <a:r>
              <a:rPr lang="nb"/>
              <a:t>Bilde 5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3280B77-3BDF-14DD-F52C-70498BD9EF5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-1" y="-900000"/>
            <a:ext cx="6096795" cy="720000"/>
          </a:xfrm>
          <a:solidFill>
            <a:schemeClr val="bg1"/>
          </a:solidFill>
        </p:spPr>
        <p:txBody>
          <a:bodyPr lIns="72000" tIns="72000" rIns="72000" bIns="72000" anchor="b" anchorCtr="0"/>
          <a:lstStyle>
            <a:lvl1pPr>
              <a:defRPr lang="en-GB" sz="1000" b="0" i="0" u="none" kern="1200" smtClean="0">
                <a:solidFill>
                  <a:schemeClr val="tx1"/>
                </a:solidFill>
                <a:latin typeface="+mn-lt"/>
                <a:ea typeface="Verdana" panose="020B0604030504040204" pitchFamily="34" charset="0"/>
                <a:cs typeface="+mj-cs"/>
                <a:sym typeface="Verdana" panose="020B0604030504040204" pitchFamily="34" charset="0"/>
              </a:defRPr>
            </a:lvl1pPr>
          </a:lstStyle>
          <a:p>
            <a:r>
              <a:rPr lang="nb"/>
              <a:t>Skriv lysbildetittel for tilgjengelighet i denne plassholderen</a:t>
            </a:r>
            <a:endParaRPr lang="nb-NO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866AC9A-51AB-9BF7-0F60-EFF6BCF8C291}"/>
              </a:ext>
            </a:extLst>
          </p:cNvPr>
          <p:cNvSpPr>
            <a:spLocks noGrp="1"/>
          </p:cNvSpPr>
          <p:nvPr>
            <p:ph type="dt" sz="half" idx="20"/>
          </p:nvPr>
        </p:nvSpPr>
        <p:spPr/>
        <p:txBody>
          <a:bodyPr/>
          <a:lstStyle/>
          <a:p>
            <a:fld id="{507EB366-45DC-1548-8EC1-375AF3CAE09C}" type="datetime1">
              <a:rPr lang="nb-NO" smtClean="0"/>
              <a:t>18.09.2026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18057231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:p15="http://schemas.microsoft.com/office/powerpoint/2012/main" xmlns:adec="http://schemas.microsoft.com/office/drawing/2017/decorative" xmlns:a16="http://schemas.microsoft.com/office/drawing/2014/main"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/>
    </p:ext>
  </p:extLst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arousel 3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ekstSylinder 50">
            <a:extLst>
              <a:ext uri="{FF2B5EF4-FFF2-40B4-BE49-F238E27FC236}">
                <a16:creationId xmlns:a16="http://schemas.microsoft.com/office/drawing/2014/main" id="{29F44BF4-AC00-3D2B-DD34-F52CE9F9B67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/>
          <p:nvPr userDrawn="1"/>
        </p:nvSpPr>
        <p:spPr>
          <a:xfrm>
            <a:off x="12627096" y="4105715"/>
            <a:ext cx="2178795" cy="2032530"/>
          </a:xfrm>
          <a:prstGeom prst="rect">
            <a:avLst/>
          </a:prstGeom>
          <a:noFill/>
        </p:spPr>
        <p:txBody>
          <a:bodyPr wrap="square" lIns="0" tIns="108000" rIns="0" bIns="0" rtlCol="0">
            <a:spAutoFit/>
          </a:bodyPr>
          <a:lstStyle>
            <a:defPPr>
              <a:defRPr lang="en-NO"/>
            </a:defPPr>
            <a:lvl1pPr>
              <a:spcAft>
                <a:spcPts val="600"/>
              </a:spcAft>
              <a:defRPr b="0" i="0">
                <a:cs typeface="Arial" panose="020B0604020202020204" pitchFamily="34" charset="0"/>
              </a:defRPr>
            </a:lvl1pPr>
          </a:lstStyle>
          <a:p>
            <a:pPr lvl="0"/>
            <a:r>
              <a:rPr lang="nb" sz="1200" b="0" i="0" noProof="1">
                <a:solidFill>
                  <a:srgbClr val="070451"/>
                </a:solidFill>
                <a:latin typeface="+mj-lt"/>
                <a:cs typeface="TelenorEvolutionPPT-Light" panose="020B0604020202020204" charset="0"/>
              </a:rPr>
              <a:t>Endre farger</a:t>
            </a:r>
          </a:p>
          <a:p>
            <a:pPr lvl="0">
              <a:lnSpc>
                <a:spcPct val="120000"/>
              </a:lnSpc>
            </a:pPr>
            <a:r>
              <a:rPr lang="nb" sz="800" b="0" i="0" noProof="1">
                <a:solidFill>
                  <a:srgbClr val="070451"/>
                </a:solidFill>
                <a:latin typeface="+mj-lt"/>
                <a:cs typeface="TelenorEvolutionPPT-Light" panose="020B0604020202020204" charset="0"/>
              </a:rPr>
              <a:t>Gjør følgende for å endre bakgrunnsfarge:</a:t>
            </a:r>
          </a:p>
          <a:p>
            <a:pPr lvl="0">
              <a:lnSpc>
                <a:spcPct val="110000"/>
              </a:lnSpc>
            </a:pPr>
            <a:r>
              <a:rPr lang="nb" sz="800" b="0" i="0" noProof="1">
                <a:solidFill>
                  <a:srgbClr val="070451"/>
                </a:solidFill>
                <a:cs typeface="TelenorEvolutionPPT-Light" panose="020B0604020202020204" charset="0"/>
              </a:rPr>
              <a:t>Høyreklikk på lysbildet ditt, velg "formater bakgrunn" for å åpne "formatruten".</a:t>
            </a:r>
          </a:p>
          <a:p>
            <a:pPr lvl="0">
              <a:lnSpc>
                <a:spcPct val="110000"/>
              </a:lnSpc>
            </a:pPr>
            <a:r>
              <a:rPr lang="nb" sz="800" b="0" i="0" noProof="1">
                <a:solidFill>
                  <a:srgbClr val="070451"/>
                </a:solidFill>
                <a:cs typeface="TelenorEvolutionPPT-Light" panose="020B0604020202020204" charset="0"/>
              </a:rPr>
              <a:t>I formatruten velger du «Heldekkende fyll» og endrer «fyllfarge». </a:t>
            </a:r>
          </a:p>
          <a:p>
            <a:pPr lvl="0">
              <a:lnSpc>
                <a:spcPct val="110000"/>
              </a:lnSpc>
            </a:pPr>
            <a:r>
              <a:rPr lang="nb" sz="800" b="0" i="0" noProof="1">
                <a:solidFill>
                  <a:srgbClr val="070451"/>
                </a:solidFill>
                <a:cs typeface="TelenorEvolutionPPT-Light" panose="020B0604020202020204" charset="0"/>
              </a:rPr>
              <a:t>Bruk en av temafargene </a:t>
            </a:r>
            <a:r>
              <a:rPr lang="nb" sz="800" b="0" i="0" noProof="1">
                <a:solidFill>
                  <a:srgbClr val="070451"/>
                </a:solidFill>
                <a:latin typeface="+mj-lt"/>
                <a:cs typeface="TelenorEvolutionPPT-Light" panose="020B0604020202020204" charset="0"/>
              </a:rPr>
              <a:t>eller</a:t>
            </a:r>
            <a:r>
              <a:rPr lang="nb" sz="800" b="0" i="0" noProof="1">
                <a:solidFill>
                  <a:srgbClr val="070451"/>
                </a:solidFill>
                <a:cs typeface="TelenorEvolutionPPT-Light" panose="020B0604020202020204" charset="0"/>
              </a:rPr>
              <a:t> velg "flere farger" og bruk pipetten til å øyedroppe en av </a:t>
            </a:r>
            <a:r>
              <a:rPr lang="nb" sz="800" b="0" i="0" noProof="1">
                <a:solidFill>
                  <a:srgbClr val="070451"/>
                </a:solidFill>
                <a:latin typeface="+mj-lt"/>
                <a:cs typeface="TelenorEvolutionPPT-Light" panose="020B0604020202020204" charset="0"/>
              </a:rPr>
              <a:t>bakgrunnsfargene</a:t>
            </a:r>
            <a:r>
              <a:rPr lang="nb" sz="800" b="0" i="0" noProof="1">
                <a:solidFill>
                  <a:srgbClr val="070451"/>
                </a:solidFill>
                <a:cs typeface="TelenorEvolutionPPT-Light" panose="020B0604020202020204" charset="0"/>
              </a:rPr>
              <a:t>  fra dette panelet.</a:t>
            </a:r>
          </a:p>
          <a:p>
            <a:pPr lvl="0">
              <a:lnSpc>
                <a:spcPct val="110000"/>
              </a:lnSpc>
            </a:pPr>
            <a:r>
              <a:rPr lang="nb" sz="800" b="0" i="0" noProof="1">
                <a:solidFill>
                  <a:srgbClr val="070451"/>
                </a:solidFill>
                <a:cs typeface="TelenorEvolutionPPT-Light" panose="020B0604020202020204" charset="0"/>
              </a:rPr>
              <a:t>Sørg alltid for tilstrekkelig kontrast mellom bakgrunn, tekst og logo.</a:t>
            </a:r>
            <a:endParaRPr lang="en-GB" sz="1100" b="0" i="0" noProof="1">
              <a:solidFill>
                <a:srgbClr val="070451"/>
              </a:solidFill>
              <a:cs typeface="TelenorEvolutionPPT-Light" panose="020B0604020202020204" charset="0"/>
            </a:endParaRP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C690B788-9DAD-CFA5-0BCB-A01A8E22829B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08810A5-7811-344D-9AE9-EC83104FB54D}" type="slidenum">
              <a:rPr lang="en-GB" smtClean="0"/>
              <a:t>‹#›</a:t>
            </a:fld>
            <a:endParaRPr lang="en-GB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C5C8A53-162E-7A3F-543D-343E14BD99E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Image 1">
            <a:extLst>
              <a:ext uri="{FF2B5EF4-FFF2-40B4-BE49-F238E27FC236}">
                <a16:creationId xmlns:a16="http://schemas.microsoft.com/office/drawing/2014/main" id="{9C5D8DBD-51ED-16F1-78C7-59F79258C5A7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pic" sz="quarter" idx="12" hasCustomPrompt="1"/>
          </p:nvPr>
        </p:nvSpPr>
        <p:spPr>
          <a:xfrm>
            <a:off x="1076720" y="1191600"/>
            <a:ext cx="3013592" cy="4474800"/>
          </a:xfrm>
          <a:prstGeom prst="roundRect">
            <a:avLst>
              <a:gd name="adj" fmla="val 7093"/>
            </a:avLst>
          </a:prstGeom>
          <a:noFill/>
        </p:spPr>
        <p:txBody>
          <a:bodyPr tIns="360000"/>
          <a:lstStyle>
            <a:lvl1pPr marL="0" indent="0" algn="ctr">
              <a:buNone/>
              <a:defRPr sz="1200"/>
            </a:lvl1pPr>
          </a:lstStyle>
          <a:p>
            <a:r>
              <a:rPr lang="nb"/>
              <a:t>Bilde 1</a:t>
            </a:r>
          </a:p>
        </p:txBody>
      </p:sp>
      <p:sp>
        <p:nvSpPr>
          <p:cNvPr id="8" name="Image 2">
            <a:extLst>
              <a:ext uri="{FF2B5EF4-FFF2-40B4-BE49-F238E27FC236}">
                <a16:creationId xmlns:a16="http://schemas.microsoft.com/office/drawing/2014/main" id="{61525025-9158-78A5-2A27-135E56A4CC72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pic" sz="quarter" idx="13" hasCustomPrompt="1"/>
          </p:nvPr>
        </p:nvSpPr>
        <p:spPr>
          <a:xfrm>
            <a:off x="4305381" y="1191600"/>
            <a:ext cx="3013592" cy="4474800"/>
          </a:xfrm>
          <a:prstGeom prst="roundRect">
            <a:avLst>
              <a:gd name="adj" fmla="val 7093"/>
            </a:avLst>
          </a:prstGeom>
          <a:solidFill>
            <a:schemeClr val="bg1"/>
          </a:solidFill>
        </p:spPr>
        <p:txBody>
          <a:bodyPr tIns="360000"/>
          <a:lstStyle>
            <a:lvl1pPr marL="0" indent="0" algn="ctr">
              <a:buNone/>
              <a:defRPr sz="1200"/>
            </a:lvl1pPr>
          </a:lstStyle>
          <a:p>
            <a:r>
              <a:rPr lang="nb"/>
              <a:t>Bilde 2</a:t>
            </a:r>
          </a:p>
        </p:txBody>
      </p:sp>
      <p:sp>
        <p:nvSpPr>
          <p:cNvPr id="9" name="Image 3">
            <a:extLst>
              <a:ext uri="{FF2B5EF4-FFF2-40B4-BE49-F238E27FC236}">
                <a16:creationId xmlns:a16="http://schemas.microsoft.com/office/drawing/2014/main" id="{92CF4AE7-830D-7FA6-5274-70C69D2B7FDE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pic" sz="quarter" idx="14" hasCustomPrompt="1"/>
          </p:nvPr>
        </p:nvSpPr>
        <p:spPr>
          <a:xfrm>
            <a:off x="7534041" y="540000"/>
            <a:ext cx="3568064" cy="5778000"/>
          </a:xfrm>
          <a:prstGeom prst="roundRect">
            <a:avLst>
              <a:gd name="adj" fmla="val 7093"/>
            </a:avLst>
          </a:prstGeom>
          <a:solidFill>
            <a:schemeClr val="bg1"/>
          </a:solidFill>
        </p:spPr>
        <p:txBody>
          <a:bodyPr tIns="360000"/>
          <a:lstStyle>
            <a:lvl1pPr marL="0" indent="0" algn="ctr">
              <a:buNone/>
              <a:defRPr sz="1200"/>
            </a:lvl1pPr>
          </a:lstStyle>
          <a:p>
            <a:r>
              <a:rPr lang="nb"/>
              <a:t>Bilde 3</a:t>
            </a:r>
          </a:p>
        </p:txBody>
      </p:sp>
      <p:sp>
        <p:nvSpPr>
          <p:cNvPr id="10" name="Image 4">
            <a:extLst>
              <a:ext uri="{FF2B5EF4-FFF2-40B4-BE49-F238E27FC236}">
                <a16:creationId xmlns:a16="http://schemas.microsoft.com/office/drawing/2014/main" id="{9A9841C3-081E-16F8-1E47-FE33A53F9361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pic" sz="quarter" idx="19" hasCustomPrompt="1"/>
          </p:nvPr>
        </p:nvSpPr>
        <p:spPr>
          <a:xfrm>
            <a:off x="-2153108" y="1628775"/>
            <a:ext cx="3014760" cy="3600450"/>
          </a:xfrm>
          <a:prstGeom prst="roundRect">
            <a:avLst>
              <a:gd name="adj" fmla="val 5482"/>
            </a:avLst>
          </a:prstGeom>
          <a:noFill/>
        </p:spPr>
        <p:txBody>
          <a:bodyPr tIns="360000"/>
          <a:lstStyle>
            <a:lvl1pPr marL="0" indent="0" algn="r">
              <a:buNone/>
              <a:defRPr sz="1200"/>
            </a:lvl1pPr>
          </a:lstStyle>
          <a:p>
            <a:r>
              <a:rPr lang="nb"/>
              <a:t>Bilde 4</a:t>
            </a:r>
          </a:p>
        </p:txBody>
      </p:sp>
      <p:sp>
        <p:nvSpPr>
          <p:cNvPr id="6" name="Image 5">
            <a:extLst>
              <a:ext uri="{FF2B5EF4-FFF2-40B4-BE49-F238E27FC236}">
                <a16:creationId xmlns:a16="http://schemas.microsoft.com/office/drawing/2014/main" id="{B30F469A-CCF3-9604-A8A6-BB482B9CE691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pic" sz="quarter" idx="18" hasCustomPrompt="1"/>
          </p:nvPr>
        </p:nvSpPr>
        <p:spPr>
          <a:xfrm>
            <a:off x="11317173" y="1628775"/>
            <a:ext cx="3014760" cy="3600450"/>
          </a:xfrm>
          <a:prstGeom prst="roundRect">
            <a:avLst>
              <a:gd name="adj" fmla="val 5482"/>
            </a:avLst>
          </a:prstGeom>
          <a:noFill/>
        </p:spPr>
        <p:txBody>
          <a:bodyPr tIns="360000"/>
          <a:lstStyle>
            <a:lvl1pPr marL="0" indent="0" algn="l">
              <a:buNone/>
              <a:defRPr sz="1200"/>
            </a:lvl1pPr>
          </a:lstStyle>
          <a:p>
            <a:r>
              <a:rPr lang="nb"/>
              <a:t>Bilde 5</a:t>
            </a:r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E387A5BC-852E-CBA5-8E62-C99D1CA099DA}"/>
              </a:ext>
            </a:extLst>
          </p:cNvPr>
          <p:cNvSpPr>
            <a:spLocks noGrp="1"/>
          </p:cNvSpPr>
          <p:nvPr>
            <p:ph type="dt" sz="half" idx="20"/>
          </p:nvPr>
        </p:nvSpPr>
        <p:spPr/>
        <p:txBody>
          <a:bodyPr/>
          <a:lstStyle/>
          <a:p>
            <a:fld id="{31932AE6-AD34-BB4D-A16E-936B911CCA16}" type="datetime1">
              <a:rPr lang="nb-NO" smtClean="0"/>
              <a:t>18.09.2026</a:t>
            </a:fld>
            <a:endParaRPr lang="en-GB"/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A02AA6A4-A222-AE71-065C-BC56AEA47A3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0" y="-900000"/>
            <a:ext cx="6098400" cy="720000"/>
          </a:xfrm>
          <a:solidFill>
            <a:schemeClr val="bg1"/>
          </a:solidFill>
        </p:spPr>
        <p:txBody>
          <a:bodyPr lIns="72000" tIns="72000" rIns="72000" bIns="72000" anchor="b" anchorCtr="0">
            <a:normAutofit/>
          </a:bodyPr>
          <a:lstStyle>
            <a:lvl1pPr>
              <a:defRPr sz="1000"/>
            </a:lvl1pPr>
          </a:lstStyle>
          <a:p>
            <a:r>
              <a:rPr lang="nb"/>
              <a:t>Skriv lysbildetittel for tilgjengelighet i denne plassholderen</a:t>
            </a:r>
            <a:endParaRPr lang="nb-NO"/>
          </a:p>
        </p:txBody>
      </p:sp>
    </p:spTree>
    <p:extLst>
      <p:ext uri="{BB962C8B-B14F-4D97-AF65-F5344CB8AC3E}">
        <p14:creationId xmlns:p14="http://schemas.microsoft.com/office/powerpoint/2010/main" val="99437692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:p15="http://schemas.microsoft.com/office/powerpoint/2012/main" xmlns:adec="http://schemas.microsoft.com/office/drawing/2017/decorative" xmlns:a16="http://schemas.microsoft.com/office/drawing/2014/main"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/>
    </p:ext>
  </p:extLst>
</p:sldLayout>
</file>

<file path=ppt/slideLayouts/slideLayout5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arousel Cards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kstSylinder 50">
            <a:extLst>
              <a:ext uri="{FF2B5EF4-FFF2-40B4-BE49-F238E27FC236}">
                <a16:creationId xmlns:a16="http://schemas.microsoft.com/office/drawing/2014/main" id="{52695C98-B1D9-0ECB-3B55-39CE7D804DA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/>
          <p:nvPr userDrawn="1"/>
        </p:nvSpPr>
        <p:spPr>
          <a:xfrm>
            <a:off x="12627096" y="4105715"/>
            <a:ext cx="2178795" cy="2032530"/>
          </a:xfrm>
          <a:prstGeom prst="rect">
            <a:avLst/>
          </a:prstGeom>
          <a:noFill/>
        </p:spPr>
        <p:txBody>
          <a:bodyPr wrap="square" lIns="0" tIns="108000" rIns="0" bIns="0" rtlCol="0">
            <a:spAutoFit/>
          </a:bodyPr>
          <a:lstStyle>
            <a:defPPr>
              <a:defRPr lang="en-NO"/>
            </a:defPPr>
            <a:lvl1pPr>
              <a:spcAft>
                <a:spcPts val="600"/>
              </a:spcAft>
              <a:defRPr b="0" i="0">
                <a:cs typeface="Arial" panose="020B0604020202020204" pitchFamily="34" charset="0"/>
              </a:defRPr>
            </a:lvl1pPr>
          </a:lstStyle>
          <a:p>
            <a:pPr lvl="0"/>
            <a:r>
              <a:rPr lang="nb" sz="1200" b="0" i="0" noProof="1">
                <a:solidFill>
                  <a:srgbClr val="070451"/>
                </a:solidFill>
                <a:latin typeface="+mj-lt"/>
                <a:cs typeface="TelenorEvolutionPPT-Light" panose="020B0604020202020204" charset="0"/>
              </a:rPr>
              <a:t>Endre farger</a:t>
            </a:r>
          </a:p>
          <a:p>
            <a:pPr lvl="0">
              <a:lnSpc>
                <a:spcPct val="120000"/>
              </a:lnSpc>
            </a:pPr>
            <a:r>
              <a:rPr lang="nb" sz="800" b="0" i="0" noProof="1">
                <a:solidFill>
                  <a:srgbClr val="070451"/>
                </a:solidFill>
                <a:latin typeface="+mj-lt"/>
                <a:cs typeface="TelenorEvolutionPPT-Light" panose="020B0604020202020204" charset="0"/>
              </a:rPr>
              <a:t>Gjør følgende for å endre bakgrunnsfarge:</a:t>
            </a:r>
          </a:p>
          <a:p>
            <a:pPr lvl="0">
              <a:lnSpc>
                <a:spcPct val="110000"/>
              </a:lnSpc>
            </a:pPr>
            <a:r>
              <a:rPr lang="nb" sz="800" b="0" i="0" noProof="1">
                <a:solidFill>
                  <a:srgbClr val="070451"/>
                </a:solidFill>
                <a:cs typeface="TelenorEvolutionPPT-Light" panose="020B0604020202020204" charset="0"/>
              </a:rPr>
              <a:t>Høyreklikk på lysbildet ditt, velg "formater bakgrunn" for å åpne "formatruten".</a:t>
            </a:r>
          </a:p>
          <a:p>
            <a:pPr lvl="0">
              <a:lnSpc>
                <a:spcPct val="110000"/>
              </a:lnSpc>
            </a:pPr>
            <a:r>
              <a:rPr lang="nb" sz="800" b="0" i="0" noProof="1">
                <a:solidFill>
                  <a:srgbClr val="070451"/>
                </a:solidFill>
                <a:cs typeface="TelenorEvolutionPPT-Light" panose="020B0604020202020204" charset="0"/>
              </a:rPr>
              <a:t>I formatruten velger du «Heldekkende fyll» og endrer «fyllfarge». </a:t>
            </a:r>
          </a:p>
          <a:p>
            <a:pPr lvl="0">
              <a:lnSpc>
                <a:spcPct val="110000"/>
              </a:lnSpc>
            </a:pPr>
            <a:r>
              <a:rPr lang="nb" sz="800" b="0" i="0" noProof="1">
                <a:solidFill>
                  <a:srgbClr val="070451"/>
                </a:solidFill>
                <a:cs typeface="TelenorEvolutionPPT-Light" panose="020B0604020202020204" charset="0"/>
              </a:rPr>
              <a:t>Bruk en av temafargene </a:t>
            </a:r>
            <a:r>
              <a:rPr lang="nb" sz="800" b="0" i="0" noProof="1">
                <a:solidFill>
                  <a:srgbClr val="070451"/>
                </a:solidFill>
                <a:latin typeface="+mj-lt"/>
                <a:cs typeface="TelenorEvolutionPPT-Light" panose="020B0604020202020204" charset="0"/>
              </a:rPr>
              <a:t>eller</a:t>
            </a:r>
            <a:r>
              <a:rPr lang="nb" sz="800" b="0" i="0" noProof="1">
                <a:solidFill>
                  <a:srgbClr val="070451"/>
                </a:solidFill>
                <a:cs typeface="TelenorEvolutionPPT-Light" panose="020B0604020202020204" charset="0"/>
              </a:rPr>
              <a:t> velg "flere farger" og bruk pipetten til å øyedroppe en av </a:t>
            </a:r>
            <a:r>
              <a:rPr lang="nb" sz="800" b="0" i="0" noProof="1">
                <a:solidFill>
                  <a:srgbClr val="070451"/>
                </a:solidFill>
                <a:latin typeface="+mj-lt"/>
                <a:cs typeface="TelenorEvolutionPPT-Light" panose="020B0604020202020204" charset="0"/>
              </a:rPr>
              <a:t>bakgrunnsfargene</a:t>
            </a:r>
            <a:r>
              <a:rPr lang="nb" sz="800" b="0" i="0" noProof="1">
                <a:solidFill>
                  <a:srgbClr val="070451"/>
                </a:solidFill>
                <a:cs typeface="TelenorEvolutionPPT-Light" panose="020B0604020202020204" charset="0"/>
              </a:rPr>
              <a:t>  fra dette panelet.</a:t>
            </a:r>
          </a:p>
          <a:p>
            <a:pPr lvl="0">
              <a:lnSpc>
                <a:spcPct val="110000"/>
              </a:lnSpc>
            </a:pPr>
            <a:r>
              <a:rPr lang="nb" sz="800" b="0" i="0" noProof="1">
                <a:solidFill>
                  <a:srgbClr val="070451"/>
                </a:solidFill>
                <a:cs typeface="TelenorEvolutionPPT-Light" panose="020B0604020202020204" charset="0"/>
              </a:rPr>
              <a:t>Sørg alltid for tilstrekkelig kontrast mellom bakgrunn, tekst og logo.</a:t>
            </a:r>
            <a:endParaRPr lang="en-GB" sz="1100" b="0" i="0" noProof="1">
              <a:solidFill>
                <a:srgbClr val="070451"/>
              </a:solidFill>
              <a:cs typeface="TelenorEvolutionPPT-Light" panose="020B0604020202020204" charset="0"/>
            </a:endParaRPr>
          </a:p>
        </p:txBody>
      </p:sp>
      <p:sp>
        <p:nvSpPr>
          <p:cNvPr id="20" name="!!Form 1">
            <a:extLst>
              <a:ext uri="{FF2B5EF4-FFF2-40B4-BE49-F238E27FC236}">
                <a16:creationId xmlns:a16="http://schemas.microsoft.com/office/drawing/2014/main" id="{BD9B1B5A-51C2-1DE4-AA77-5CE6889EF17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ChangeAspect="1"/>
          </p:cNvSpPr>
          <p:nvPr/>
        </p:nvSpPr>
        <p:spPr>
          <a:xfrm>
            <a:off x="1086347" y="4218450"/>
            <a:ext cx="3013591" cy="1447679"/>
          </a:xfrm>
          <a:custGeom>
            <a:avLst/>
            <a:gdLst>
              <a:gd name="connsiteX0" fmla="*/ 0 w 3013199"/>
              <a:gd name="connsiteY0" fmla="*/ 0 h 1447679"/>
              <a:gd name="connsiteX1" fmla="*/ 3013199 w 3013199"/>
              <a:gd name="connsiteY1" fmla="*/ 0 h 1447679"/>
              <a:gd name="connsiteX2" fmla="*/ 3013199 w 3013199"/>
              <a:gd name="connsiteY2" fmla="*/ 1236213 h 1447679"/>
              <a:gd name="connsiteX3" fmla="*/ 2801733 w 3013199"/>
              <a:gd name="connsiteY3" fmla="*/ 1447679 h 1447679"/>
              <a:gd name="connsiteX4" fmla="*/ 211466 w 3013199"/>
              <a:gd name="connsiteY4" fmla="*/ 1447679 h 1447679"/>
              <a:gd name="connsiteX5" fmla="*/ 0 w 3013199"/>
              <a:gd name="connsiteY5" fmla="*/ 1236213 h 144767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3013199" h="1447679">
                <a:moveTo>
                  <a:pt x="0" y="0"/>
                </a:moveTo>
                <a:lnTo>
                  <a:pt x="3013199" y="0"/>
                </a:lnTo>
                <a:lnTo>
                  <a:pt x="3013199" y="1236213"/>
                </a:lnTo>
                <a:cubicBezTo>
                  <a:pt x="3013199" y="1353002"/>
                  <a:pt x="2918522" y="1447679"/>
                  <a:pt x="2801733" y="1447679"/>
                </a:cubicBezTo>
                <a:lnTo>
                  <a:pt x="211466" y="1447679"/>
                </a:lnTo>
                <a:cubicBezTo>
                  <a:pt x="94677" y="1447679"/>
                  <a:pt x="0" y="1353002"/>
                  <a:pt x="0" y="1236213"/>
                </a:cubicBezTo>
                <a:close/>
              </a:path>
            </a:pathLst>
          </a:cu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36000" tIns="36000" rIns="36000" bIns="36000" rtlCol="0" anchor="ctr">
            <a:noAutofit/>
          </a:bodyPr>
          <a:lstStyle/>
          <a:p>
            <a:pPr algn="ctr">
              <a:lnSpc>
                <a:spcPct val="90000"/>
              </a:lnSpc>
              <a:spcAft>
                <a:spcPts val="1000"/>
              </a:spcAft>
            </a:pPr>
            <a:endParaRPr lang="nb-NO" sz="1800" err="1"/>
          </a:p>
        </p:txBody>
      </p:sp>
      <p:sp>
        <p:nvSpPr>
          <p:cNvPr id="9" name="!!Form 2">
            <a:extLst>
              <a:ext uri="{FF2B5EF4-FFF2-40B4-BE49-F238E27FC236}">
                <a16:creationId xmlns:a16="http://schemas.microsoft.com/office/drawing/2014/main" id="{E74F3E28-78B0-0214-77E7-4A533834A14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4311259" y="4218450"/>
            <a:ext cx="3569481" cy="2102963"/>
          </a:xfrm>
          <a:custGeom>
            <a:avLst/>
            <a:gdLst>
              <a:gd name="connsiteX0" fmla="*/ 0 w 3569016"/>
              <a:gd name="connsiteY0" fmla="*/ 0 h 2102963"/>
              <a:gd name="connsiteX1" fmla="*/ 3569016 w 3569016"/>
              <a:gd name="connsiteY1" fmla="*/ 0 h 2102963"/>
              <a:gd name="connsiteX2" fmla="*/ 3569016 w 3569016"/>
              <a:gd name="connsiteY2" fmla="*/ 1842960 h 2102963"/>
              <a:gd name="connsiteX3" fmla="*/ 3309013 w 3569016"/>
              <a:gd name="connsiteY3" fmla="*/ 2102963 h 2102963"/>
              <a:gd name="connsiteX4" fmla="*/ 260003 w 3569016"/>
              <a:gd name="connsiteY4" fmla="*/ 2102963 h 2102963"/>
              <a:gd name="connsiteX5" fmla="*/ 0 w 3569016"/>
              <a:gd name="connsiteY5" fmla="*/ 1842960 h 210296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3569016" h="2102963">
                <a:moveTo>
                  <a:pt x="0" y="0"/>
                </a:moveTo>
                <a:lnTo>
                  <a:pt x="3569016" y="0"/>
                </a:lnTo>
                <a:lnTo>
                  <a:pt x="3569016" y="1842960"/>
                </a:lnTo>
                <a:cubicBezTo>
                  <a:pt x="3569016" y="1986556"/>
                  <a:pt x="3452609" y="2102963"/>
                  <a:pt x="3309013" y="2102963"/>
                </a:cubicBezTo>
                <a:lnTo>
                  <a:pt x="260003" y="2102963"/>
                </a:lnTo>
                <a:cubicBezTo>
                  <a:pt x="116407" y="2102963"/>
                  <a:pt x="0" y="1986556"/>
                  <a:pt x="0" y="1842960"/>
                </a:cubicBezTo>
                <a:close/>
              </a:path>
            </a:pathLst>
          </a:cu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36000" tIns="36000" rIns="36000" bIns="36000" rtlCol="0" anchor="ctr">
            <a:noAutofit/>
          </a:bodyPr>
          <a:lstStyle/>
          <a:p>
            <a:pPr algn="ctr">
              <a:lnSpc>
                <a:spcPct val="90000"/>
              </a:lnSpc>
              <a:spcAft>
                <a:spcPts val="1000"/>
              </a:spcAft>
            </a:pPr>
            <a:endParaRPr lang="nb-NO" sz="1800" err="1"/>
          </a:p>
        </p:txBody>
      </p:sp>
      <p:sp>
        <p:nvSpPr>
          <p:cNvPr id="23" name="!!Form 3">
            <a:extLst>
              <a:ext uri="{FF2B5EF4-FFF2-40B4-BE49-F238E27FC236}">
                <a16:creationId xmlns:a16="http://schemas.microsoft.com/office/drawing/2014/main" id="{CFDA1C59-8A93-4FD1-A4BC-F5850E102C6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ChangeAspect="1"/>
          </p:cNvSpPr>
          <p:nvPr/>
        </p:nvSpPr>
        <p:spPr>
          <a:xfrm>
            <a:off x="8092962" y="4218450"/>
            <a:ext cx="3013591" cy="1447679"/>
          </a:xfrm>
          <a:custGeom>
            <a:avLst/>
            <a:gdLst>
              <a:gd name="connsiteX0" fmla="*/ 0 w 3013199"/>
              <a:gd name="connsiteY0" fmla="*/ 0 h 1447679"/>
              <a:gd name="connsiteX1" fmla="*/ 3013199 w 3013199"/>
              <a:gd name="connsiteY1" fmla="*/ 0 h 1447679"/>
              <a:gd name="connsiteX2" fmla="*/ 3013199 w 3013199"/>
              <a:gd name="connsiteY2" fmla="*/ 1236213 h 1447679"/>
              <a:gd name="connsiteX3" fmla="*/ 2801732 w 3013199"/>
              <a:gd name="connsiteY3" fmla="*/ 1447679 h 1447679"/>
              <a:gd name="connsiteX4" fmla="*/ 211467 w 3013199"/>
              <a:gd name="connsiteY4" fmla="*/ 1447679 h 1447679"/>
              <a:gd name="connsiteX5" fmla="*/ 0 w 3013199"/>
              <a:gd name="connsiteY5" fmla="*/ 1236213 h 144767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3013199" h="1447679">
                <a:moveTo>
                  <a:pt x="0" y="0"/>
                </a:moveTo>
                <a:lnTo>
                  <a:pt x="3013199" y="0"/>
                </a:lnTo>
                <a:lnTo>
                  <a:pt x="3013199" y="1236213"/>
                </a:lnTo>
                <a:cubicBezTo>
                  <a:pt x="3013199" y="1353002"/>
                  <a:pt x="2918522" y="1447679"/>
                  <a:pt x="2801732" y="1447679"/>
                </a:cubicBezTo>
                <a:lnTo>
                  <a:pt x="211467" y="1447679"/>
                </a:lnTo>
                <a:cubicBezTo>
                  <a:pt x="94677" y="1447679"/>
                  <a:pt x="0" y="1353002"/>
                  <a:pt x="0" y="1236213"/>
                </a:cubicBezTo>
                <a:close/>
              </a:path>
            </a:pathLst>
          </a:cu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36000" tIns="36000" rIns="36000" bIns="36000" rtlCol="0" anchor="ctr">
            <a:noAutofit/>
          </a:bodyPr>
          <a:lstStyle/>
          <a:p>
            <a:pPr algn="ctr">
              <a:lnSpc>
                <a:spcPct val="90000"/>
              </a:lnSpc>
              <a:spcAft>
                <a:spcPts val="1000"/>
              </a:spcAft>
            </a:pPr>
            <a:endParaRPr lang="nb-NO" sz="1800" err="1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C690B788-9DAD-CFA5-0BCB-A01A8E22829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08810A5-7811-344D-9AE9-EC83104FB54D}" type="slidenum">
              <a:rPr lang="en-GB" smtClean="0"/>
              <a:t>‹#›</a:t>
            </a:fld>
            <a:endParaRPr lang="en-GB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C5C8A53-162E-7A3F-543D-343E14BD99E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11" name="Freeform 10">
            <a:extLst>
              <a:ext uri="{FF2B5EF4-FFF2-40B4-BE49-F238E27FC236}">
                <a16:creationId xmlns:a16="http://schemas.microsoft.com/office/drawing/2014/main" id="{AEC0B013-7388-5E74-D479-A5DEACB2D83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1628775"/>
            <a:ext cx="866392" cy="3603600"/>
          </a:xfrm>
          <a:custGeom>
            <a:avLst/>
            <a:gdLst>
              <a:gd name="connsiteX0" fmla="*/ 0 w 866279"/>
              <a:gd name="connsiteY0" fmla="*/ 0 h 3603600"/>
              <a:gd name="connsiteX1" fmla="*/ 670994 w 866279"/>
              <a:gd name="connsiteY1" fmla="*/ 0 h 3603600"/>
              <a:gd name="connsiteX2" fmla="*/ 866279 w 866279"/>
              <a:gd name="connsiteY2" fmla="*/ 195285 h 3603600"/>
              <a:gd name="connsiteX3" fmla="*/ 866279 w 866279"/>
              <a:gd name="connsiteY3" fmla="*/ 3408315 h 3603600"/>
              <a:gd name="connsiteX4" fmla="*/ 670994 w 866279"/>
              <a:gd name="connsiteY4" fmla="*/ 3603600 h 3603600"/>
              <a:gd name="connsiteX5" fmla="*/ 0 w 866279"/>
              <a:gd name="connsiteY5" fmla="*/ 3603600 h 36036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866279" h="3603600">
                <a:moveTo>
                  <a:pt x="0" y="0"/>
                </a:moveTo>
                <a:lnTo>
                  <a:pt x="670994" y="0"/>
                </a:lnTo>
                <a:cubicBezTo>
                  <a:pt x="778847" y="0"/>
                  <a:pt x="866279" y="87432"/>
                  <a:pt x="866279" y="195285"/>
                </a:cubicBezTo>
                <a:lnTo>
                  <a:pt x="866279" y="3408315"/>
                </a:lnTo>
                <a:cubicBezTo>
                  <a:pt x="866279" y="3516168"/>
                  <a:pt x="778847" y="3603600"/>
                  <a:pt x="670994" y="3603600"/>
                </a:cubicBezTo>
                <a:lnTo>
                  <a:pt x="0" y="3603600"/>
                </a:lnTo>
                <a:close/>
              </a:path>
            </a:pathLst>
          </a:cu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36000" tIns="36000" rIns="36000" bIns="36000" rtlCol="0" anchor="ctr">
            <a:noAutofit/>
          </a:bodyPr>
          <a:lstStyle/>
          <a:p>
            <a:pPr algn="ctr">
              <a:lnSpc>
                <a:spcPct val="90000"/>
              </a:lnSpc>
              <a:spcAft>
                <a:spcPts val="1000"/>
              </a:spcAft>
            </a:pPr>
            <a:endParaRPr lang="nb-NO" sz="1800" err="1"/>
          </a:p>
        </p:txBody>
      </p:sp>
      <p:sp>
        <p:nvSpPr>
          <p:cNvPr id="12" name="Freeform 11">
            <a:extLst>
              <a:ext uri="{FF2B5EF4-FFF2-40B4-BE49-F238E27FC236}">
                <a16:creationId xmlns:a16="http://schemas.microsoft.com/office/drawing/2014/main" id="{EA4882B8-B832-B56B-E985-C613EDCB27C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 rot="10800000">
            <a:off x="11325609" y="1628776"/>
            <a:ext cx="866392" cy="3603600"/>
          </a:xfrm>
          <a:custGeom>
            <a:avLst/>
            <a:gdLst>
              <a:gd name="connsiteX0" fmla="*/ 0 w 866279"/>
              <a:gd name="connsiteY0" fmla="*/ 0 h 3603600"/>
              <a:gd name="connsiteX1" fmla="*/ 670994 w 866279"/>
              <a:gd name="connsiteY1" fmla="*/ 0 h 3603600"/>
              <a:gd name="connsiteX2" fmla="*/ 866279 w 866279"/>
              <a:gd name="connsiteY2" fmla="*/ 195285 h 3603600"/>
              <a:gd name="connsiteX3" fmla="*/ 866279 w 866279"/>
              <a:gd name="connsiteY3" fmla="*/ 3408315 h 3603600"/>
              <a:gd name="connsiteX4" fmla="*/ 670994 w 866279"/>
              <a:gd name="connsiteY4" fmla="*/ 3603600 h 3603600"/>
              <a:gd name="connsiteX5" fmla="*/ 0 w 866279"/>
              <a:gd name="connsiteY5" fmla="*/ 3603600 h 36036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866279" h="3603600">
                <a:moveTo>
                  <a:pt x="0" y="0"/>
                </a:moveTo>
                <a:lnTo>
                  <a:pt x="670994" y="0"/>
                </a:lnTo>
                <a:cubicBezTo>
                  <a:pt x="778847" y="0"/>
                  <a:pt x="866279" y="87432"/>
                  <a:pt x="866279" y="195285"/>
                </a:cubicBezTo>
                <a:lnTo>
                  <a:pt x="866279" y="3408315"/>
                </a:lnTo>
                <a:cubicBezTo>
                  <a:pt x="866279" y="3516168"/>
                  <a:pt x="778847" y="3603600"/>
                  <a:pt x="670994" y="3603600"/>
                </a:cubicBezTo>
                <a:lnTo>
                  <a:pt x="0" y="3603600"/>
                </a:lnTo>
                <a:close/>
              </a:path>
            </a:pathLst>
          </a:cu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36000" tIns="36000" rIns="36000" bIns="36000" rtlCol="0" anchor="ctr">
            <a:noAutofit/>
          </a:bodyPr>
          <a:lstStyle/>
          <a:p>
            <a:pPr algn="ctr">
              <a:lnSpc>
                <a:spcPct val="90000"/>
              </a:lnSpc>
              <a:spcAft>
                <a:spcPts val="1000"/>
              </a:spcAft>
            </a:pPr>
            <a:endParaRPr lang="nb-NO" sz="1800" err="1"/>
          </a:p>
        </p:txBody>
      </p:sp>
      <p:sp>
        <p:nvSpPr>
          <p:cNvPr id="37" name="Image 1">
            <a:extLst>
              <a:ext uri="{FF2B5EF4-FFF2-40B4-BE49-F238E27FC236}">
                <a16:creationId xmlns:a16="http://schemas.microsoft.com/office/drawing/2014/main" id="{F38BACCD-B354-5D0D-EB63-83F1B9D91F00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pic" sz="quarter" idx="12" hasCustomPrompt="1"/>
          </p:nvPr>
        </p:nvSpPr>
        <p:spPr>
          <a:xfrm>
            <a:off x="1088146" y="1191600"/>
            <a:ext cx="3013592" cy="3034800"/>
          </a:xfrm>
          <a:custGeom>
            <a:avLst/>
            <a:gdLst>
              <a:gd name="connsiteX0" fmla="*/ 213726 w 3013200"/>
              <a:gd name="connsiteY0" fmla="*/ 0 h 3034800"/>
              <a:gd name="connsiteX1" fmla="*/ 2799474 w 3013200"/>
              <a:gd name="connsiteY1" fmla="*/ 0 h 3034800"/>
              <a:gd name="connsiteX2" fmla="*/ 3013200 w 3013200"/>
              <a:gd name="connsiteY2" fmla="*/ 213726 h 3034800"/>
              <a:gd name="connsiteX3" fmla="*/ 3013200 w 3013200"/>
              <a:gd name="connsiteY3" fmla="*/ 3034800 h 3034800"/>
              <a:gd name="connsiteX4" fmla="*/ 0 w 3013200"/>
              <a:gd name="connsiteY4" fmla="*/ 3034800 h 3034800"/>
              <a:gd name="connsiteX5" fmla="*/ 0 w 3013200"/>
              <a:gd name="connsiteY5" fmla="*/ 213726 h 3034800"/>
              <a:gd name="connsiteX6" fmla="*/ 213726 w 3013200"/>
              <a:gd name="connsiteY6" fmla="*/ 0 h 30348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3013200" h="3034800">
                <a:moveTo>
                  <a:pt x="213726" y="0"/>
                </a:moveTo>
                <a:lnTo>
                  <a:pt x="2799474" y="0"/>
                </a:lnTo>
                <a:cubicBezTo>
                  <a:pt x="2917512" y="0"/>
                  <a:pt x="3013200" y="95688"/>
                  <a:pt x="3013200" y="213726"/>
                </a:cubicBezTo>
                <a:lnTo>
                  <a:pt x="3013200" y="3034800"/>
                </a:lnTo>
                <a:lnTo>
                  <a:pt x="0" y="3034800"/>
                </a:lnTo>
                <a:lnTo>
                  <a:pt x="0" y="213726"/>
                </a:lnTo>
                <a:cubicBezTo>
                  <a:pt x="0" y="95688"/>
                  <a:pt x="95688" y="0"/>
                  <a:pt x="213726" y="0"/>
                </a:cubicBezTo>
                <a:close/>
              </a:path>
            </a:pathLst>
          </a:custGeom>
          <a:solidFill>
            <a:schemeClr val="tx2"/>
          </a:solidFill>
        </p:spPr>
        <p:txBody>
          <a:bodyPr wrap="square" tIns="360000">
            <a:noAutofit/>
          </a:bodyPr>
          <a:lstStyle>
            <a:lvl1pPr marL="0" indent="0" algn="ctr">
              <a:buNone/>
              <a:defRPr sz="1200">
                <a:solidFill>
                  <a:schemeClr val="bg1"/>
                </a:solidFill>
              </a:defRPr>
            </a:lvl1pPr>
          </a:lstStyle>
          <a:p>
            <a:r>
              <a:rPr lang="nb"/>
              <a:t>Bilde 1</a:t>
            </a:r>
          </a:p>
        </p:txBody>
      </p:sp>
      <p:sp>
        <p:nvSpPr>
          <p:cNvPr id="21" name="Card Title 1">
            <a:extLst>
              <a:ext uri="{FF2B5EF4-FFF2-40B4-BE49-F238E27FC236}">
                <a16:creationId xmlns:a16="http://schemas.microsoft.com/office/drawing/2014/main" id="{EADAABA4-F5CB-0667-6C75-ECE0ABB02437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1088147" y="4409517"/>
            <a:ext cx="3013591" cy="276999"/>
          </a:xfrm>
        </p:spPr>
        <p:txBody>
          <a:bodyPr lIns="360000" rIns="360000">
            <a:spAutoFit/>
          </a:bodyPr>
          <a:lstStyle>
            <a:lvl1pPr marL="0" indent="0" algn="ctr">
              <a:lnSpc>
                <a:spcPct val="90000"/>
              </a:lnSpc>
              <a:spcBef>
                <a:spcPts val="0"/>
              </a:spcBef>
              <a:buNone/>
              <a:defRPr sz="2000" b="1" i="0">
                <a:solidFill>
                  <a:schemeClr val="bg1"/>
                </a:solidFill>
                <a:latin typeface="+mj-lt"/>
              </a:defRPr>
            </a:lvl1pPr>
            <a:lvl2pPr marL="0" indent="0" algn="ctr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  <a:defRPr sz="1600"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nb"/>
              <a:t>Kort tittel</a:t>
            </a:r>
          </a:p>
        </p:txBody>
      </p:sp>
      <p:sp>
        <p:nvSpPr>
          <p:cNvPr id="25" name="Text 1">
            <a:extLst>
              <a:ext uri="{FF2B5EF4-FFF2-40B4-BE49-F238E27FC236}">
                <a16:creationId xmlns:a16="http://schemas.microsoft.com/office/drawing/2014/main" id="{7256B910-46FF-2473-9191-6F8E7A099C47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1088147" y="4688746"/>
            <a:ext cx="3013591" cy="465118"/>
          </a:xfrm>
        </p:spPr>
        <p:txBody>
          <a:bodyPr lIns="360000" tIns="72000" rIns="360000">
            <a:sp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1200" b="0" i="0">
                <a:solidFill>
                  <a:schemeClr val="bg1"/>
                </a:solidFill>
                <a:latin typeface="+mn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buFont typeface="Arial" panose="020B0604020202020204" pitchFamily="34" charset="0"/>
              <a:buNone/>
              <a:defRPr sz="1200">
                <a:solidFill>
                  <a:schemeClr val="bg1"/>
                </a:solidFill>
                <a:latin typeface="+mn-lt"/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nb"/>
              <a:t>Tilleggstekst</a:t>
            </a:r>
          </a:p>
          <a:p>
            <a:pPr lvl="1"/>
            <a:r>
              <a:rPr lang="nb"/>
              <a:t>Andre nivå</a:t>
            </a:r>
            <a:endParaRPr lang="nb-NO"/>
          </a:p>
        </p:txBody>
      </p:sp>
      <p:sp>
        <p:nvSpPr>
          <p:cNvPr id="39" name="Image 2">
            <a:extLst>
              <a:ext uri="{FF2B5EF4-FFF2-40B4-BE49-F238E27FC236}">
                <a16:creationId xmlns:a16="http://schemas.microsoft.com/office/drawing/2014/main" id="{B538B689-7B66-C894-A7D8-BF7EEE842975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pic" sz="quarter" idx="30" hasCustomPrompt="1"/>
          </p:nvPr>
        </p:nvSpPr>
        <p:spPr>
          <a:xfrm>
            <a:off x="4311967" y="540000"/>
            <a:ext cx="3568064" cy="3686400"/>
          </a:xfrm>
          <a:custGeom>
            <a:avLst/>
            <a:gdLst>
              <a:gd name="connsiteX0" fmla="*/ 253050 w 3567600"/>
              <a:gd name="connsiteY0" fmla="*/ 0 h 3686400"/>
              <a:gd name="connsiteX1" fmla="*/ 3314550 w 3567600"/>
              <a:gd name="connsiteY1" fmla="*/ 0 h 3686400"/>
              <a:gd name="connsiteX2" fmla="*/ 3567600 w 3567600"/>
              <a:gd name="connsiteY2" fmla="*/ 253050 h 3686400"/>
              <a:gd name="connsiteX3" fmla="*/ 3567600 w 3567600"/>
              <a:gd name="connsiteY3" fmla="*/ 3686400 h 3686400"/>
              <a:gd name="connsiteX4" fmla="*/ 0 w 3567600"/>
              <a:gd name="connsiteY4" fmla="*/ 3686400 h 3686400"/>
              <a:gd name="connsiteX5" fmla="*/ 0 w 3567600"/>
              <a:gd name="connsiteY5" fmla="*/ 253050 h 3686400"/>
              <a:gd name="connsiteX6" fmla="*/ 253050 w 3567600"/>
              <a:gd name="connsiteY6" fmla="*/ 0 h 36864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3567600" h="3686400">
                <a:moveTo>
                  <a:pt x="253050" y="0"/>
                </a:moveTo>
                <a:lnTo>
                  <a:pt x="3314550" y="0"/>
                </a:lnTo>
                <a:cubicBezTo>
                  <a:pt x="3454306" y="0"/>
                  <a:pt x="3567600" y="113294"/>
                  <a:pt x="3567600" y="253050"/>
                </a:cubicBezTo>
                <a:lnTo>
                  <a:pt x="3567600" y="3686400"/>
                </a:lnTo>
                <a:lnTo>
                  <a:pt x="0" y="3686400"/>
                </a:lnTo>
                <a:lnTo>
                  <a:pt x="0" y="253050"/>
                </a:lnTo>
                <a:cubicBezTo>
                  <a:pt x="0" y="113294"/>
                  <a:pt x="113294" y="0"/>
                  <a:pt x="253050" y="0"/>
                </a:cubicBezTo>
                <a:close/>
              </a:path>
            </a:pathLst>
          </a:custGeom>
          <a:solidFill>
            <a:schemeClr val="tx2"/>
          </a:solidFill>
        </p:spPr>
        <p:txBody>
          <a:bodyPr wrap="square" tIns="360000">
            <a:noAutofit/>
          </a:bodyPr>
          <a:lstStyle>
            <a:lvl1pPr marL="0" indent="0" algn="ctr">
              <a:buNone/>
              <a:defRPr sz="1200">
                <a:solidFill>
                  <a:schemeClr val="bg1"/>
                </a:solidFill>
              </a:defRPr>
            </a:lvl1pPr>
          </a:lstStyle>
          <a:p>
            <a:r>
              <a:rPr lang="nb"/>
              <a:t>Bilde 2</a:t>
            </a:r>
          </a:p>
        </p:txBody>
      </p:sp>
      <p:sp>
        <p:nvSpPr>
          <p:cNvPr id="28" name="Card Title 2">
            <a:extLst>
              <a:ext uri="{FF2B5EF4-FFF2-40B4-BE49-F238E27FC236}">
                <a16:creationId xmlns:a16="http://schemas.microsoft.com/office/drawing/2014/main" id="{EDBD39A7-8C48-88E8-32E2-D5EDAFD57088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4311259" y="4584561"/>
            <a:ext cx="3569481" cy="387798"/>
          </a:xfrm>
        </p:spPr>
        <p:txBody>
          <a:bodyPr wrap="square" lIns="360000" rIns="360000">
            <a:spAutoFit/>
          </a:bodyPr>
          <a:lstStyle>
            <a:lvl1pPr marL="0" indent="0" algn="ctr">
              <a:lnSpc>
                <a:spcPct val="90000"/>
              </a:lnSpc>
              <a:spcBef>
                <a:spcPts val="0"/>
              </a:spcBef>
              <a:buNone/>
              <a:defRPr sz="2800" b="1" i="0">
                <a:solidFill>
                  <a:schemeClr val="bg1"/>
                </a:solidFill>
                <a:latin typeface="+mj-lt"/>
              </a:defRPr>
            </a:lvl1pPr>
            <a:lvl2pPr marL="0" indent="0" algn="ctr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  <a:defRPr sz="1600"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nb"/>
              <a:t>Kort tittel</a:t>
            </a:r>
          </a:p>
        </p:txBody>
      </p:sp>
      <p:sp>
        <p:nvSpPr>
          <p:cNvPr id="29" name="Text 2">
            <a:extLst>
              <a:ext uri="{FF2B5EF4-FFF2-40B4-BE49-F238E27FC236}">
                <a16:creationId xmlns:a16="http://schemas.microsoft.com/office/drawing/2014/main" id="{B14F490F-2AAA-C579-9C22-18E3F1FAB151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4311259" y="4977432"/>
            <a:ext cx="3569481" cy="530521"/>
          </a:xfrm>
        </p:spPr>
        <p:txBody>
          <a:bodyPr wrap="square" lIns="360000" tIns="72000" rIns="360000">
            <a:sp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1400" b="0" i="0">
                <a:solidFill>
                  <a:schemeClr val="bg1"/>
                </a:solidFill>
                <a:latin typeface="+mn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buFont typeface="Arial" panose="020B0604020202020204" pitchFamily="34" charset="0"/>
              <a:buNone/>
              <a:defRPr sz="1400"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nb"/>
              <a:t>Tilleggstekst</a:t>
            </a:r>
          </a:p>
          <a:p>
            <a:pPr lvl="1"/>
            <a:r>
              <a:rPr lang="nb"/>
              <a:t>Andre nivå</a:t>
            </a:r>
            <a:endParaRPr lang="nb-NO"/>
          </a:p>
        </p:txBody>
      </p:sp>
      <p:sp>
        <p:nvSpPr>
          <p:cNvPr id="41" name="Image 3">
            <a:extLst>
              <a:ext uri="{FF2B5EF4-FFF2-40B4-BE49-F238E27FC236}">
                <a16:creationId xmlns:a16="http://schemas.microsoft.com/office/drawing/2014/main" id="{9472DD20-051F-AADC-8DD1-8690BDCE7D5F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pic" sz="quarter" idx="31" hasCustomPrompt="1"/>
          </p:nvPr>
        </p:nvSpPr>
        <p:spPr>
          <a:xfrm>
            <a:off x="8092377" y="1191872"/>
            <a:ext cx="3014760" cy="3034528"/>
          </a:xfrm>
          <a:custGeom>
            <a:avLst/>
            <a:gdLst>
              <a:gd name="connsiteX0" fmla="*/ 213809 w 3014368"/>
              <a:gd name="connsiteY0" fmla="*/ 0 h 3034528"/>
              <a:gd name="connsiteX1" fmla="*/ 2800559 w 3014368"/>
              <a:gd name="connsiteY1" fmla="*/ 0 h 3034528"/>
              <a:gd name="connsiteX2" fmla="*/ 3014368 w 3014368"/>
              <a:gd name="connsiteY2" fmla="*/ 213809 h 3034528"/>
              <a:gd name="connsiteX3" fmla="*/ 3014368 w 3014368"/>
              <a:gd name="connsiteY3" fmla="*/ 3034528 h 3034528"/>
              <a:gd name="connsiteX4" fmla="*/ 0 w 3014368"/>
              <a:gd name="connsiteY4" fmla="*/ 3034528 h 3034528"/>
              <a:gd name="connsiteX5" fmla="*/ 0 w 3014368"/>
              <a:gd name="connsiteY5" fmla="*/ 213809 h 3034528"/>
              <a:gd name="connsiteX6" fmla="*/ 213809 w 3014368"/>
              <a:gd name="connsiteY6" fmla="*/ 0 h 303452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3014368" h="3034528">
                <a:moveTo>
                  <a:pt x="213809" y="0"/>
                </a:moveTo>
                <a:lnTo>
                  <a:pt x="2800559" y="0"/>
                </a:lnTo>
                <a:cubicBezTo>
                  <a:pt x="2918642" y="0"/>
                  <a:pt x="3014368" y="95726"/>
                  <a:pt x="3014368" y="213809"/>
                </a:cubicBezTo>
                <a:lnTo>
                  <a:pt x="3014368" y="3034528"/>
                </a:lnTo>
                <a:lnTo>
                  <a:pt x="0" y="3034528"/>
                </a:lnTo>
                <a:lnTo>
                  <a:pt x="0" y="213809"/>
                </a:lnTo>
                <a:cubicBezTo>
                  <a:pt x="0" y="95726"/>
                  <a:pt x="95726" y="0"/>
                  <a:pt x="213809" y="0"/>
                </a:cubicBezTo>
                <a:close/>
              </a:path>
            </a:pathLst>
          </a:custGeom>
          <a:solidFill>
            <a:schemeClr val="tx2"/>
          </a:solidFill>
        </p:spPr>
        <p:txBody>
          <a:bodyPr wrap="square" tIns="360000">
            <a:noAutofit/>
          </a:bodyPr>
          <a:lstStyle>
            <a:lvl1pPr marL="0" indent="0" algn="ctr">
              <a:buNone/>
              <a:defRPr sz="1200">
                <a:solidFill>
                  <a:schemeClr val="bg1"/>
                </a:solidFill>
              </a:defRPr>
            </a:lvl1pPr>
          </a:lstStyle>
          <a:p>
            <a:r>
              <a:rPr lang="nb"/>
              <a:t>Bilde 3</a:t>
            </a:r>
          </a:p>
        </p:txBody>
      </p:sp>
      <p:sp>
        <p:nvSpPr>
          <p:cNvPr id="22" name="Card Title 3">
            <a:extLst>
              <a:ext uri="{FF2B5EF4-FFF2-40B4-BE49-F238E27FC236}">
                <a16:creationId xmlns:a16="http://schemas.microsoft.com/office/drawing/2014/main" id="{598F07C3-8939-0589-7223-A411B20B99AD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8092962" y="4409517"/>
            <a:ext cx="3013591" cy="276999"/>
          </a:xfrm>
        </p:spPr>
        <p:txBody>
          <a:bodyPr lIns="360000" rIns="360000">
            <a:spAutoFit/>
          </a:bodyPr>
          <a:lstStyle>
            <a:lvl1pPr marL="0" indent="0" algn="ctr">
              <a:lnSpc>
                <a:spcPct val="90000"/>
              </a:lnSpc>
              <a:spcBef>
                <a:spcPts val="0"/>
              </a:spcBef>
              <a:buNone/>
              <a:defRPr sz="2000" b="1" i="0">
                <a:solidFill>
                  <a:schemeClr val="bg1"/>
                </a:solidFill>
                <a:latin typeface="+mj-lt"/>
              </a:defRPr>
            </a:lvl1pPr>
            <a:lvl2pPr marL="0" indent="0" algn="ctr">
              <a:lnSpc>
                <a:spcPct val="100000"/>
              </a:lnSpc>
              <a:buFont typeface="Arial" panose="020B0604020202020204" pitchFamily="34" charset="0"/>
              <a:buNone/>
              <a:defRPr sz="1600"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nb"/>
              <a:t>Kort tittel</a:t>
            </a:r>
          </a:p>
        </p:txBody>
      </p:sp>
      <p:sp>
        <p:nvSpPr>
          <p:cNvPr id="27" name="Text 3">
            <a:extLst>
              <a:ext uri="{FF2B5EF4-FFF2-40B4-BE49-F238E27FC236}">
                <a16:creationId xmlns:a16="http://schemas.microsoft.com/office/drawing/2014/main" id="{6F141E99-2701-AA17-93FD-00F62FB699B5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8092962" y="4688746"/>
            <a:ext cx="3013591" cy="465118"/>
          </a:xfrm>
        </p:spPr>
        <p:txBody>
          <a:bodyPr lIns="360000" tIns="72000" rIns="360000">
            <a:sp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1200" b="0" i="0">
                <a:solidFill>
                  <a:schemeClr val="bg1"/>
                </a:solidFill>
                <a:latin typeface="+mn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buFont typeface="Arial" panose="020B0604020202020204" pitchFamily="34" charset="0"/>
              <a:buNone/>
              <a:defRPr sz="1200">
                <a:solidFill>
                  <a:schemeClr val="bg1"/>
                </a:solidFill>
                <a:latin typeface="+mn-lt"/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nb"/>
              <a:t>Tilleggstekst</a:t>
            </a:r>
          </a:p>
          <a:p>
            <a:pPr lvl="1"/>
            <a:r>
              <a:rPr lang="nb"/>
              <a:t>Andre nivå</a:t>
            </a:r>
            <a:endParaRPr lang="nb-NO"/>
          </a:p>
        </p:txBody>
      </p:sp>
      <p:sp>
        <p:nvSpPr>
          <p:cNvPr id="43" name="Image 4">
            <a:extLst>
              <a:ext uri="{FF2B5EF4-FFF2-40B4-BE49-F238E27FC236}">
                <a16:creationId xmlns:a16="http://schemas.microsoft.com/office/drawing/2014/main" id="{EE9A1C44-9CEA-B295-5A41-91EE01504091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pic" sz="quarter" idx="33" hasCustomPrompt="1"/>
          </p:nvPr>
        </p:nvSpPr>
        <p:spPr>
          <a:xfrm>
            <a:off x="-2148368" y="1625625"/>
            <a:ext cx="3014760" cy="3016800"/>
          </a:xfrm>
          <a:custGeom>
            <a:avLst/>
            <a:gdLst>
              <a:gd name="connsiteX0" fmla="*/ 165248 w 3014368"/>
              <a:gd name="connsiteY0" fmla="*/ 0 h 3016800"/>
              <a:gd name="connsiteX1" fmla="*/ 2849120 w 3014368"/>
              <a:gd name="connsiteY1" fmla="*/ 0 h 3016800"/>
              <a:gd name="connsiteX2" fmla="*/ 3014368 w 3014368"/>
              <a:gd name="connsiteY2" fmla="*/ 165248 h 3016800"/>
              <a:gd name="connsiteX3" fmla="*/ 3014368 w 3014368"/>
              <a:gd name="connsiteY3" fmla="*/ 3016800 h 3016800"/>
              <a:gd name="connsiteX4" fmla="*/ 0 w 3014368"/>
              <a:gd name="connsiteY4" fmla="*/ 3016800 h 3016800"/>
              <a:gd name="connsiteX5" fmla="*/ 0 w 3014368"/>
              <a:gd name="connsiteY5" fmla="*/ 165248 h 3016800"/>
              <a:gd name="connsiteX6" fmla="*/ 165248 w 3014368"/>
              <a:gd name="connsiteY6" fmla="*/ 0 h 30168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3014368" h="3016800">
                <a:moveTo>
                  <a:pt x="165248" y="0"/>
                </a:moveTo>
                <a:lnTo>
                  <a:pt x="2849120" y="0"/>
                </a:lnTo>
                <a:cubicBezTo>
                  <a:pt x="2940384" y="0"/>
                  <a:pt x="3014368" y="73984"/>
                  <a:pt x="3014368" y="165248"/>
                </a:cubicBezTo>
                <a:lnTo>
                  <a:pt x="3014368" y="3016800"/>
                </a:lnTo>
                <a:lnTo>
                  <a:pt x="0" y="3016800"/>
                </a:lnTo>
                <a:lnTo>
                  <a:pt x="0" y="165248"/>
                </a:lnTo>
                <a:cubicBezTo>
                  <a:pt x="0" y="73984"/>
                  <a:pt x="73984" y="0"/>
                  <a:pt x="165248" y="0"/>
                </a:cubicBezTo>
                <a:close/>
              </a:path>
            </a:pathLst>
          </a:custGeom>
          <a:noFill/>
        </p:spPr>
        <p:txBody>
          <a:bodyPr wrap="square" lIns="72000" tIns="360000" rIns="72000">
            <a:noAutofit/>
          </a:bodyPr>
          <a:lstStyle>
            <a:lvl1pPr marL="0" indent="0" algn="r">
              <a:buNone/>
              <a:defRPr sz="1200">
                <a:solidFill>
                  <a:schemeClr val="bg1"/>
                </a:solidFill>
              </a:defRPr>
            </a:lvl1pPr>
          </a:lstStyle>
          <a:p>
            <a:r>
              <a:rPr lang="nb"/>
              <a:t>Bilde 4</a:t>
            </a:r>
          </a:p>
        </p:txBody>
      </p:sp>
      <p:sp>
        <p:nvSpPr>
          <p:cNvPr id="45" name="Image 5">
            <a:extLst>
              <a:ext uri="{FF2B5EF4-FFF2-40B4-BE49-F238E27FC236}">
                <a16:creationId xmlns:a16="http://schemas.microsoft.com/office/drawing/2014/main" id="{D972DE10-1098-EE16-B8DC-3397AD74E985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pic" sz="quarter" idx="32" hasCustomPrompt="1"/>
          </p:nvPr>
        </p:nvSpPr>
        <p:spPr>
          <a:xfrm>
            <a:off x="11325608" y="1628775"/>
            <a:ext cx="3014760" cy="3009163"/>
          </a:xfrm>
          <a:custGeom>
            <a:avLst/>
            <a:gdLst>
              <a:gd name="connsiteX0" fmla="*/ 165248 w 3014368"/>
              <a:gd name="connsiteY0" fmla="*/ 0 h 3009163"/>
              <a:gd name="connsiteX1" fmla="*/ 2849120 w 3014368"/>
              <a:gd name="connsiteY1" fmla="*/ 0 h 3009163"/>
              <a:gd name="connsiteX2" fmla="*/ 3014368 w 3014368"/>
              <a:gd name="connsiteY2" fmla="*/ 165248 h 3009163"/>
              <a:gd name="connsiteX3" fmla="*/ 3014368 w 3014368"/>
              <a:gd name="connsiteY3" fmla="*/ 3009163 h 3009163"/>
              <a:gd name="connsiteX4" fmla="*/ 0 w 3014368"/>
              <a:gd name="connsiteY4" fmla="*/ 3009163 h 3009163"/>
              <a:gd name="connsiteX5" fmla="*/ 0 w 3014368"/>
              <a:gd name="connsiteY5" fmla="*/ 165248 h 3009163"/>
              <a:gd name="connsiteX6" fmla="*/ 165248 w 3014368"/>
              <a:gd name="connsiteY6" fmla="*/ 0 h 300916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3014368" h="3009163">
                <a:moveTo>
                  <a:pt x="165248" y="0"/>
                </a:moveTo>
                <a:lnTo>
                  <a:pt x="2849120" y="0"/>
                </a:lnTo>
                <a:cubicBezTo>
                  <a:pt x="2940384" y="0"/>
                  <a:pt x="3014368" y="73984"/>
                  <a:pt x="3014368" y="165248"/>
                </a:cubicBezTo>
                <a:lnTo>
                  <a:pt x="3014368" y="3009163"/>
                </a:lnTo>
                <a:lnTo>
                  <a:pt x="0" y="3009163"/>
                </a:lnTo>
                <a:lnTo>
                  <a:pt x="0" y="165248"/>
                </a:lnTo>
                <a:cubicBezTo>
                  <a:pt x="0" y="73984"/>
                  <a:pt x="73984" y="0"/>
                  <a:pt x="165248" y="0"/>
                </a:cubicBezTo>
                <a:close/>
              </a:path>
            </a:pathLst>
          </a:custGeom>
          <a:noFill/>
        </p:spPr>
        <p:txBody>
          <a:bodyPr wrap="square" lIns="72000" tIns="360000" rIns="72000">
            <a:noAutofit/>
          </a:bodyPr>
          <a:lstStyle>
            <a:lvl1pPr marL="0" indent="0" algn="l">
              <a:buNone/>
              <a:defRPr sz="1200">
                <a:solidFill>
                  <a:schemeClr val="bg1"/>
                </a:solidFill>
              </a:defRPr>
            </a:lvl1pPr>
          </a:lstStyle>
          <a:p>
            <a:r>
              <a:rPr lang="nb"/>
              <a:t>Bilde 5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5893F36-5B6A-F9EA-4DF9-C8724807F282}"/>
              </a:ext>
            </a:extLst>
          </p:cNvPr>
          <p:cNvSpPr>
            <a:spLocks noGrp="1"/>
          </p:cNvSpPr>
          <p:nvPr>
            <p:ph type="dt" sz="half" idx="34"/>
          </p:nvPr>
        </p:nvSpPr>
        <p:spPr/>
        <p:txBody>
          <a:bodyPr/>
          <a:lstStyle/>
          <a:p>
            <a:fld id="{9FAA757E-4A7C-6941-8DD2-9985673B1D3A}" type="datetime1">
              <a:rPr lang="nb-NO" smtClean="0"/>
              <a:t>18.09.2026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725964443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:adec="http://schemas.microsoft.com/office/drawing/2017/decorative" xmlns:a16="http://schemas.microsoft.com/office/drawing/2014/main" xmlns="">
      <p:transition spd="med">
        <p:fade/>
      </p:transition>
    </mc:Fallback>
  </mc:AlternateContent>
</p:sldLayout>
</file>

<file path=ppt/slideLayouts/slideLayout5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ards Title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F0A0C23-5FAE-E135-3F41-0CDF3026BFA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nb" dirty="0"/>
              <a:t>Klikk for å redigere</a:t>
            </a:r>
            <a:endParaRPr lang="nb-NO" dirty="0"/>
          </a:p>
        </p:txBody>
      </p:sp>
      <p:sp>
        <p:nvSpPr>
          <p:cNvPr id="11" name="Form 1">
            <a:extLst>
              <a:ext uri="{FF2B5EF4-FFF2-40B4-BE49-F238E27FC236}">
                <a16:creationId xmlns:a16="http://schemas.microsoft.com/office/drawing/2014/main" id="{AE21D1F5-2BD5-EC6A-2B03-0A347F4E104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541410" y="4218450"/>
            <a:ext cx="3571200" cy="2102962"/>
          </a:xfrm>
          <a:prstGeom prst="round2SameRect">
            <a:avLst>
              <a:gd name="adj1" fmla="val 0"/>
              <a:gd name="adj2" fmla="val 11946"/>
            </a:avLst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108000" rIns="108000" bIns="108000" rtlCol="0" anchor="t" anchorCtr="0"/>
          <a:lstStyle/>
          <a:p>
            <a:pPr algn="l"/>
            <a:endParaRPr lang="nb-NO" sz="1200" err="1">
              <a:solidFill>
                <a:schemeClr val="bg1"/>
              </a:solidFill>
            </a:endParaRPr>
          </a:p>
        </p:txBody>
      </p:sp>
      <p:sp>
        <p:nvSpPr>
          <p:cNvPr id="14" name="Form 2">
            <a:extLst>
              <a:ext uri="{FF2B5EF4-FFF2-40B4-BE49-F238E27FC236}">
                <a16:creationId xmlns:a16="http://schemas.microsoft.com/office/drawing/2014/main" id="{205D9756-C712-6801-4208-500B83F921F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/>
          </p:cNvSpPr>
          <p:nvPr userDrawn="1"/>
        </p:nvSpPr>
        <p:spPr>
          <a:xfrm>
            <a:off x="4309540" y="4218450"/>
            <a:ext cx="3571200" cy="2102962"/>
          </a:xfrm>
          <a:prstGeom prst="round2SameRect">
            <a:avLst>
              <a:gd name="adj1" fmla="val 0"/>
              <a:gd name="adj2" fmla="val 11946"/>
            </a:avLst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108000" rIns="108000" bIns="108000" rtlCol="0" anchor="t" anchorCtr="0"/>
          <a:lstStyle/>
          <a:p>
            <a:pPr algn="l"/>
            <a:endParaRPr lang="nb-NO" sz="1200" err="1">
              <a:solidFill>
                <a:schemeClr val="bg1"/>
              </a:solidFill>
            </a:endParaRPr>
          </a:p>
        </p:txBody>
      </p:sp>
      <p:sp>
        <p:nvSpPr>
          <p:cNvPr id="17" name="Form 3">
            <a:extLst>
              <a:ext uri="{FF2B5EF4-FFF2-40B4-BE49-F238E27FC236}">
                <a16:creationId xmlns:a16="http://schemas.microsoft.com/office/drawing/2014/main" id="{723AE2CE-3A3C-075B-C55E-F45FF905F6F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8081105" y="4218450"/>
            <a:ext cx="3571200" cy="2102962"/>
          </a:xfrm>
          <a:prstGeom prst="round2SameRect">
            <a:avLst>
              <a:gd name="adj1" fmla="val 0"/>
              <a:gd name="adj2" fmla="val 11946"/>
            </a:avLst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108000" rIns="108000" bIns="108000" rtlCol="0" anchor="t" anchorCtr="0"/>
          <a:lstStyle/>
          <a:p>
            <a:pPr algn="l"/>
            <a:endParaRPr lang="nb-NO" sz="1200" err="1">
              <a:solidFill>
                <a:schemeClr val="bg1"/>
              </a:solidFill>
            </a:endParaRPr>
          </a:p>
        </p:txBody>
      </p:sp>
      <p:sp>
        <p:nvSpPr>
          <p:cNvPr id="27" name="Picture Placeholder 26">
            <a:extLst>
              <a:ext uri="{FF2B5EF4-FFF2-40B4-BE49-F238E27FC236}">
                <a16:creationId xmlns:a16="http://schemas.microsoft.com/office/drawing/2014/main" id="{C5800836-9DAC-37B2-E714-C037F88D504E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pic" sz="quarter" idx="12" hasCustomPrompt="1"/>
          </p:nvPr>
        </p:nvSpPr>
        <p:spPr>
          <a:xfrm>
            <a:off x="541410" y="2003804"/>
            <a:ext cx="3571200" cy="2390399"/>
          </a:xfrm>
          <a:custGeom>
            <a:avLst/>
            <a:gdLst>
              <a:gd name="connsiteX0" fmla="*/ 255363 w 3569021"/>
              <a:gd name="connsiteY0" fmla="*/ 0 h 2390399"/>
              <a:gd name="connsiteX1" fmla="*/ 3313658 w 3569021"/>
              <a:gd name="connsiteY1" fmla="*/ 0 h 2390399"/>
              <a:gd name="connsiteX2" fmla="*/ 3569021 w 3569021"/>
              <a:gd name="connsiteY2" fmla="*/ 255363 h 2390399"/>
              <a:gd name="connsiteX3" fmla="*/ 3569021 w 3569021"/>
              <a:gd name="connsiteY3" fmla="*/ 2390399 h 2390399"/>
              <a:gd name="connsiteX4" fmla="*/ 0 w 3569021"/>
              <a:gd name="connsiteY4" fmla="*/ 2390399 h 2390399"/>
              <a:gd name="connsiteX5" fmla="*/ 0 w 3569021"/>
              <a:gd name="connsiteY5" fmla="*/ 255363 h 2390399"/>
              <a:gd name="connsiteX6" fmla="*/ 255363 w 3569021"/>
              <a:gd name="connsiteY6" fmla="*/ 0 h 239039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3569021" h="2390399">
                <a:moveTo>
                  <a:pt x="255363" y="0"/>
                </a:moveTo>
                <a:lnTo>
                  <a:pt x="3313658" y="0"/>
                </a:lnTo>
                <a:cubicBezTo>
                  <a:pt x="3454691" y="0"/>
                  <a:pt x="3569021" y="114330"/>
                  <a:pt x="3569021" y="255363"/>
                </a:cubicBezTo>
                <a:lnTo>
                  <a:pt x="3569021" y="2390399"/>
                </a:lnTo>
                <a:lnTo>
                  <a:pt x="0" y="2390399"/>
                </a:lnTo>
                <a:lnTo>
                  <a:pt x="0" y="255363"/>
                </a:lnTo>
                <a:cubicBezTo>
                  <a:pt x="0" y="114330"/>
                  <a:pt x="114330" y="0"/>
                  <a:pt x="255363" y="0"/>
                </a:cubicBezTo>
                <a:close/>
              </a:path>
            </a:pathLst>
          </a:custGeom>
          <a:solidFill>
            <a:schemeClr val="tx2"/>
          </a:solidFill>
        </p:spPr>
        <p:txBody>
          <a:bodyPr wrap="square" tIns="360000">
            <a:noAutofit/>
          </a:bodyPr>
          <a:lstStyle>
            <a:lvl1pPr marL="0" indent="0" algn="ctr">
              <a:buNone/>
              <a:defRPr sz="1200">
                <a:solidFill>
                  <a:schemeClr val="bg1"/>
                </a:solidFill>
              </a:defRPr>
            </a:lvl1pPr>
          </a:lstStyle>
          <a:p>
            <a:r>
              <a:rPr lang="nb"/>
              <a:t>Bilde 1</a:t>
            </a:r>
          </a:p>
        </p:txBody>
      </p:sp>
      <p:sp>
        <p:nvSpPr>
          <p:cNvPr id="9" name="Card Title 1">
            <a:extLst>
              <a:ext uri="{FF2B5EF4-FFF2-40B4-BE49-F238E27FC236}">
                <a16:creationId xmlns:a16="http://schemas.microsoft.com/office/drawing/2014/main" id="{98C28AB7-B72D-BD11-BF20-A7C31B7C44D2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545989" y="4700434"/>
            <a:ext cx="3560328" cy="276999"/>
          </a:xfrm>
        </p:spPr>
        <p:txBody>
          <a:bodyPr wrap="square" lIns="360000" rIns="360000">
            <a:spAutoFit/>
          </a:bodyPr>
          <a:lstStyle>
            <a:lvl1pPr marL="0" indent="0" algn="l">
              <a:lnSpc>
                <a:spcPct val="90000"/>
              </a:lnSpc>
              <a:spcBef>
                <a:spcPts val="0"/>
              </a:spcBef>
              <a:buNone/>
              <a:defRPr sz="2000" b="1" i="0">
                <a:solidFill>
                  <a:schemeClr val="bg1"/>
                </a:solidFill>
                <a:latin typeface="+mj-lt"/>
              </a:defRPr>
            </a:lvl1pPr>
            <a:lvl2pPr marL="0" indent="0" algn="ctr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  <a:defRPr sz="1600"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nb"/>
              <a:t>Kort tittel</a:t>
            </a:r>
          </a:p>
        </p:txBody>
      </p:sp>
      <p:sp>
        <p:nvSpPr>
          <p:cNvPr id="10" name="Text 1">
            <a:extLst>
              <a:ext uri="{FF2B5EF4-FFF2-40B4-BE49-F238E27FC236}">
                <a16:creationId xmlns:a16="http://schemas.microsoft.com/office/drawing/2014/main" id="{6E88913F-9222-5E48-CBF6-EFABC06FC2E3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545989" y="4977433"/>
            <a:ext cx="3560328" cy="465118"/>
          </a:xfrm>
        </p:spPr>
        <p:txBody>
          <a:bodyPr wrap="square" lIns="360000" tIns="72000" rIns="360000">
            <a:sp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200" b="0" i="0">
                <a:solidFill>
                  <a:schemeClr val="bg1"/>
                </a:solidFill>
                <a:latin typeface="+mn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buFont typeface="Arial" panose="020B0604020202020204" pitchFamily="34" charset="0"/>
              <a:buNone/>
              <a:defRPr sz="1200">
                <a:solidFill>
                  <a:schemeClr val="bg1"/>
                </a:solidFill>
                <a:latin typeface="+mn-lt"/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nb"/>
              <a:t>Tilleggstekst</a:t>
            </a:r>
          </a:p>
          <a:p>
            <a:pPr lvl="1"/>
            <a:r>
              <a:rPr lang="nb"/>
              <a:t>Andre nivå</a:t>
            </a:r>
            <a:endParaRPr lang="nb-NO"/>
          </a:p>
        </p:txBody>
      </p:sp>
      <p:sp>
        <p:nvSpPr>
          <p:cNvPr id="28" name="Picture Placeholder 27">
            <a:extLst>
              <a:ext uri="{FF2B5EF4-FFF2-40B4-BE49-F238E27FC236}">
                <a16:creationId xmlns:a16="http://schemas.microsoft.com/office/drawing/2014/main" id="{4A44531E-3706-FB46-65E5-417E396A5D95}"/>
              </a:ext>
            </a:extLst>
          </p:cNvPr>
          <p:cNvSpPr>
            <a:spLocks noGrp="1"/>
          </p:cNvSpPr>
          <p:nvPr>
            <p:ph type="pic" sz="quarter" idx="27" hasCustomPrompt="1"/>
          </p:nvPr>
        </p:nvSpPr>
        <p:spPr>
          <a:xfrm>
            <a:off x="4309540" y="2003804"/>
            <a:ext cx="3569481" cy="2369773"/>
          </a:xfrm>
          <a:custGeom>
            <a:avLst/>
            <a:gdLst>
              <a:gd name="connsiteX0" fmla="*/ 255363 w 3569016"/>
              <a:gd name="connsiteY0" fmla="*/ 0 h 2369773"/>
              <a:gd name="connsiteX1" fmla="*/ 3313653 w 3569016"/>
              <a:gd name="connsiteY1" fmla="*/ 0 h 2369773"/>
              <a:gd name="connsiteX2" fmla="*/ 3569016 w 3569016"/>
              <a:gd name="connsiteY2" fmla="*/ 255363 h 2369773"/>
              <a:gd name="connsiteX3" fmla="*/ 3569016 w 3569016"/>
              <a:gd name="connsiteY3" fmla="*/ 2369773 h 2369773"/>
              <a:gd name="connsiteX4" fmla="*/ 0 w 3569016"/>
              <a:gd name="connsiteY4" fmla="*/ 2369773 h 2369773"/>
              <a:gd name="connsiteX5" fmla="*/ 0 w 3569016"/>
              <a:gd name="connsiteY5" fmla="*/ 255363 h 2369773"/>
              <a:gd name="connsiteX6" fmla="*/ 255363 w 3569016"/>
              <a:gd name="connsiteY6" fmla="*/ 0 h 236977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3569016" h="2369773">
                <a:moveTo>
                  <a:pt x="255363" y="0"/>
                </a:moveTo>
                <a:lnTo>
                  <a:pt x="3313653" y="0"/>
                </a:lnTo>
                <a:cubicBezTo>
                  <a:pt x="3454686" y="0"/>
                  <a:pt x="3569016" y="114330"/>
                  <a:pt x="3569016" y="255363"/>
                </a:cubicBezTo>
                <a:lnTo>
                  <a:pt x="3569016" y="2369773"/>
                </a:lnTo>
                <a:lnTo>
                  <a:pt x="0" y="2369773"/>
                </a:lnTo>
                <a:lnTo>
                  <a:pt x="0" y="255363"/>
                </a:lnTo>
                <a:cubicBezTo>
                  <a:pt x="0" y="114330"/>
                  <a:pt x="114330" y="0"/>
                  <a:pt x="255363" y="0"/>
                </a:cubicBezTo>
                <a:close/>
              </a:path>
            </a:pathLst>
          </a:custGeom>
          <a:solidFill>
            <a:schemeClr val="tx2"/>
          </a:solidFill>
        </p:spPr>
        <p:txBody>
          <a:bodyPr wrap="square" tIns="360000">
            <a:noAutofit/>
          </a:bodyPr>
          <a:lstStyle>
            <a:lvl1pPr marL="0" indent="0" algn="ctr">
              <a:buNone/>
              <a:defRPr sz="1200">
                <a:solidFill>
                  <a:schemeClr val="bg1"/>
                </a:solidFill>
              </a:defRPr>
            </a:lvl1pPr>
          </a:lstStyle>
          <a:p>
            <a:r>
              <a:rPr lang="nb"/>
              <a:t>Bilde 2</a:t>
            </a:r>
          </a:p>
        </p:txBody>
      </p:sp>
      <p:sp>
        <p:nvSpPr>
          <p:cNvPr id="12" name="Card Title 2">
            <a:extLst>
              <a:ext uri="{FF2B5EF4-FFF2-40B4-BE49-F238E27FC236}">
                <a16:creationId xmlns:a16="http://schemas.microsoft.com/office/drawing/2014/main" id="{5BA6D557-6889-E2EA-A180-0F5F9EFDAA1C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4309540" y="4700434"/>
            <a:ext cx="3569481" cy="276999"/>
          </a:xfrm>
        </p:spPr>
        <p:txBody>
          <a:bodyPr wrap="square" lIns="360000" rIns="360000">
            <a:spAutoFit/>
          </a:bodyPr>
          <a:lstStyle>
            <a:lvl1pPr marL="0" indent="0" algn="l">
              <a:lnSpc>
                <a:spcPct val="90000"/>
              </a:lnSpc>
              <a:spcBef>
                <a:spcPts val="0"/>
              </a:spcBef>
              <a:buFont typeface="Arial" panose="020B0604020202020204" pitchFamily="34" charset="0"/>
              <a:buNone/>
              <a:defRPr sz="2000" b="1" i="0">
                <a:solidFill>
                  <a:schemeClr val="bg1"/>
                </a:solidFill>
                <a:latin typeface="+mj-lt"/>
              </a:defRPr>
            </a:lvl1pPr>
            <a:lvl2pPr marL="0" indent="0" algn="ctr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  <a:defRPr sz="1600"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nb"/>
              <a:t>Kort tittel</a:t>
            </a:r>
          </a:p>
        </p:txBody>
      </p:sp>
      <p:sp>
        <p:nvSpPr>
          <p:cNvPr id="13" name="Text 2">
            <a:extLst>
              <a:ext uri="{FF2B5EF4-FFF2-40B4-BE49-F238E27FC236}">
                <a16:creationId xmlns:a16="http://schemas.microsoft.com/office/drawing/2014/main" id="{77D52F34-39F9-1FB3-7551-7C893F60CFA5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4309540" y="4977433"/>
            <a:ext cx="3569481" cy="465118"/>
          </a:xfrm>
        </p:spPr>
        <p:txBody>
          <a:bodyPr wrap="square" lIns="360000" tIns="72000" rIns="360000">
            <a:sp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Font typeface="Arial" panose="020B0604020202020204" pitchFamily="34" charset="0"/>
              <a:buNone/>
              <a:defRPr sz="1200" b="0" i="0">
                <a:solidFill>
                  <a:schemeClr val="bg1"/>
                </a:solidFill>
                <a:latin typeface="+mn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buFont typeface="Arial" panose="020B0604020202020204" pitchFamily="34" charset="0"/>
              <a:buNone/>
              <a:defRPr sz="1200"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nb"/>
              <a:t>Tilleggstekst</a:t>
            </a:r>
          </a:p>
          <a:p>
            <a:pPr lvl="1"/>
            <a:r>
              <a:rPr lang="nb"/>
              <a:t>Andre nivå</a:t>
            </a:r>
            <a:endParaRPr lang="nb-NO"/>
          </a:p>
        </p:txBody>
      </p:sp>
      <p:sp>
        <p:nvSpPr>
          <p:cNvPr id="29" name="Picture Placeholder 28">
            <a:extLst>
              <a:ext uri="{FF2B5EF4-FFF2-40B4-BE49-F238E27FC236}">
                <a16:creationId xmlns:a16="http://schemas.microsoft.com/office/drawing/2014/main" id="{538B383B-DBAC-8569-2139-E74605AD67B2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pic" sz="quarter" idx="30" hasCustomPrompt="1"/>
          </p:nvPr>
        </p:nvSpPr>
        <p:spPr>
          <a:xfrm>
            <a:off x="8081105" y="2003804"/>
            <a:ext cx="3571200" cy="2369773"/>
          </a:xfrm>
          <a:custGeom>
            <a:avLst/>
            <a:gdLst>
              <a:gd name="connsiteX0" fmla="*/ 255363 w 3569021"/>
              <a:gd name="connsiteY0" fmla="*/ 0 h 2369773"/>
              <a:gd name="connsiteX1" fmla="*/ 3313658 w 3569021"/>
              <a:gd name="connsiteY1" fmla="*/ 0 h 2369773"/>
              <a:gd name="connsiteX2" fmla="*/ 3569021 w 3569021"/>
              <a:gd name="connsiteY2" fmla="*/ 255363 h 2369773"/>
              <a:gd name="connsiteX3" fmla="*/ 3569021 w 3569021"/>
              <a:gd name="connsiteY3" fmla="*/ 2369773 h 2369773"/>
              <a:gd name="connsiteX4" fmla="*/ 0 w 3569021"/>
              <a:gd name="connsiteY4" fmla="*/ 2369773 h 2369773"/>
              <a:gd name="connsiteX5" fmla="*/ 0 w 3569021"/>
              <a:gd name="connsiteY5" fmla="*/ 255363 h 2369773"/>
              <a:gd name="connsiteX6" fmla="*/ 255363 w 3569021"/>
              <a:gd name="connsiteY6" fmla="*/ 0 h 236977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3569021" h="2369773">
                <a:moveTo>
                  <a:pt x="255363" y="0"/>
                </a:moveTo>
                <a:lnTo>
                  <a:pt x="3313658" y="0"/>
                </a:lnTo>
                <a:cubicBezTo>
                  <a:pt x="3454691" y="0"/>
                  <a:pt x="3569021" y="114330"/>
                  <a:pt x="3569021" y="255363"/>
                </a:cubicBezTo>
                <a:lnTo>
                  <a:pt x="3569021" y="2369773"/>
                </a:lnTo>
                <a:lnTo>
                  <a:pt x="0" y="2369773"/>
                </a:lnTo>
                <a:lnTo>
                  <a:pt x="0" y="255363"/>
                </a:lnTo>
                <a:cubicBezTo>
                  <a:pt x="0" y="114330"/>
                  <a:pt x="114330" y="0"/>
                  <a:pt x="255363" y="0"/>
                </a:cubicBezTo>
                <a:close/>
              </a:path>
            </a:pathLst>
          </a:custGeom>
          <a:solidFill>
            <a:schemeClr val="tx2"/>
          </a:solidFill>
        </p:spPr>
        <p:txBody>
          <a:bodyPr wrap="square" tIns="360000">
            <a:noAutofit/>
          </a:bodyPr>
          <a:lstStyle>
            <a:lvl1pPr marL="0" indent="0" algn="ctr">
              <a:buNone/>
              <a:defRPr sz="1200">
                <a:solidFill>
                  <a:schemeClr val="bg1"/>
                </a:solidFill>
              </a:defRPr>
            </a:lvl1pPr>
          </a:lstStyle>
          <a:p>
            <a:r>
              <a:rPr lang="nb"/>
              <a:t>Bilde 3</a:t>
            </a:r>
          </a:p>
        </p:txBody>
      </p:sp>
      <p:sp>
        <p:nvSpPr>
          <p:cNvPr id="15" name="Card Title 3">
            <a:extLst>
              <a:ext uri="{FF2B5EF4-FFF2-40B4-BE49-F238E27FC236}">
                <a16:creationId xmlns:a16="http://schemas.microsoft.com/office/drawing/2014/main" id="{8D9E2659-1FB7-CD10-4CEA-5F2683402025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8087034" y="4700434"/>
            <a:ext cx="3557629" cy="276999"/>
          </a:xfrm>
        </p:spPr>
        <p:txBody>
          <a:bodyPr wrap="square" lIns="360000" rIns="360000">
            <a:spAutoFit/>
          </a:bodyPr>
          <a:lstStyle>
            <a:lvl1pPr marL="0" indent="0" algn="l">
              <a:lnSpc>
                <a:spcPct val="90000"/>
              </a:lnSpc>
              <a:spcBef>
                <a:spcPts val="0"/>
              </a:spcBef>
              <a:buNone/>
              <a:defRPr sz="2000" b="1" i="0">
                <a:solidFill>
                  <a:schemeClr val="bg1"/>
                </a:solidFill>
                <a:latin typeface="+mj-lt"/>
              </a:defRPr>
            </a:lvl1pPr>
            <a:lvl2pPr marL="0" indent="0" algn="ctr">
              <a:lnSpc>
                <a:spcPct val="100000"/>
              </a:lnSpc>
              <a:buFont typeface="Arial" panose="020B0604020202020204" pitchFamily="34" charset="0"/>
              <a:buNone/>
              <a:defRPr sz="1600"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nb"/>
              <a:t>Kort tittel</a:t>
            </a:r>
          </a:p>
        </p:txBody>
      </p:sp>
      <p:sp>
        <p:nvSpPr>
          <p:cNvPr id="16" name="Text 3">
            <a:extLst>
              <a:ext uri="{FF2B5EF4-FFF2-40B4-BE49-F238E27FC236}">
                <a16:creationId xmlns:a16="http://schemas.microsoft.com/office/drawing/2014/main" id="{2E9B81C8-32BC-1323-014E-2B9F46B443EF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8087034" y="4977433"/>
            <a:ext cx="3557629" cy="465118"/>
          </a:xfrm>
        </p:spPr>
        <p:txBody>
          <a:bodyPr wrap="square" lIns="360000" tIns="72000" rIns="360000">
            <a:sp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200" b="0" i="0">
                <a:solidFill>
                  <a:schemeClr val="bg1"/>
                </a:solidFill>
                <a:latin typeface="+mn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buFont typeface="Arial" panose="020B0604020202020204" pitchFamily="34" charset="0"/>
              <a:buNone/>
              <a:defRPr sz="1200">
                <a:solidFill>
                  <a:schemeClr val="bg1"/>
                </a:solidFill>
                <a:latin typeface="+mn-lt"/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nb"/>
              <a:t>Tilleggstekst</a:t>
            </a:r>
          </a:p>
          <a:p>
            <a:pPr lvl="1"/>
            <a:r>
              <a:rPr lang="nb"/>
              <a:t>Andre nivå</a:t>
            </a:r>
            <a:endParaRPr lang="nb-NO"/>
          </a:p>
        </p:txBody>
      </p:sp>
      <p:sp>
        <p:nvSpPr>
          <p:cNvPr id="30" name="Text Placeholder 4">
            <a:extLst>
              <a:ext uri="{FF2B5EF4-FFF2-40B4-BE49-F238E27FC236}">
                <a16:creationId xmlns:a16="http://schemas.microsoft.com/office/drawing/2014/main" id="{90113651-6267-B416-E92A-533AAE659DA4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540072" y="504001"/>
            <a:ext cx="724651" cy="252377"/>
          </a:xfrm>
        </p:spPr>
        <p:txBody>
          <a:bodyPr wrap="none">
            <a:sp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600">
                <a:solidFill>
                  <a:schemeClr val="tx2"/>
                </a:solidFill>
              </a:defRPr>
            </a:lvl1pPr>
            <a:lvl2pPr marL="216000" indent="0">
              <a:buNone/>
              <a:defRPr sz="1600"/>
            </a:lvl2pPr>
            <a:lvl3pPr marL="468000" indent="0">
              <a:buNone/>
              <a:defRPr sz="1600"/>
            </a:lvl3pPr>
            <a:lvl4pPr marL="720000" indent="0">
              <a:buNone/>
              <a:defRPr sz="1600"/>
            </a:lvl4pPr>
            <a:lvl5pPr marL="938213" indent="0">
              <a:buNone/>
              <a:defRPr sz="1600"/>
            </a:lvl5pPr>
          </a:lstStyle>
          <a:p>
            <a:pPr lvl="0"/>
            <a:r>
              <a:rPr lang="nb"/>
              <a:t>Seksjon</a:t>
            </a:r>
            <a:endParaRPr lang="nb-NO"/>
          </a:p>
        </p:txBody>
      </p:sp>
      <p:sp>
        <p:nvSpPr>
          <p:cNvPr id="8" name="Date Placeholder 7">
            <a:extLst>
              <a:ext uri="{FF2B5EF4-FFF2-40B4-BE49-F238E27FC236}">
                <a16:creationId xmlns:a16="http://schemas.microsoft.com/office/drawing/2014/main" id="{52308F77-A82F-367C-A30B-5CCA6E91EE86}"/>
              </a:ext>
            </a:extLst>
          </p:cNvPr>
          <p:cNvSpPr>
            <a:spLocks noGrp="1"/>
          </p:cNvSpPr>
          <p:nvPr>
            <p:ph type="dt" sz="half" idx="31"/>
          </p:nvPr>
        </p:nvSpPr>
        <p:spPr/>
        <p:txBody>
          <a:bodyPr/>
          <a:lstStyle/>
          <a:p>
            <a:fld id="{2D7387FA-935B-3942-9F04-436B742D76BA}" type="datetime1">
              <a:rPr lang="nb-NO" smtClean="0"/>
              <a:t>18.09.2026</a:t>
            </a:fld>
            <a:endParaRPr lang="en-GB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EFBBB53E-5605-8CAC-338A-65A8B101D602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08810A5-7811-344D-9AE9-EC83104FB54D}" type="slidenum">
              <a:rPr lang="en-GB" smtClean="0"/>
              <a:t>‹#›</a:t>
            </a:fld>
            <a:endParaRPr lang="en-GB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F4F65DE-88B0-4770-29D6-7B18977ABBB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TekstSylinder 50">
            <a:extLst>
              <a:ext uri="{FF2B5EF4-FFF2-40B4-BE49-F238E27FC236}">
                <a16:creationId xmlns:a16="http://schemas.microsoft.com/office/drawing/2014/main" id="{5E1EBF08-C947-7DBA-5E7A-9AC9D9BACAF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/>
          <p:nvPr userDrawn="1"/>
        </p:nvSpPr>
        <p:spPr>
          <a:xfrm>
            <a:off x="12627096" y="4105715"/>
            <a:ext cx="2178795" cy="2032530"/>
          </a:xfrm>
          <a:prstGeom prst="rect">
            <a:avLst/>
          </a:prstGeom>
          <a:noFill/>
        </p:spPr>
        <p:txBody>
          <a:bodyPr wrap="square" lIns="0" tIns="108000" rIns="0" bIns="0" rtlCol="0">
            <a:spAutoFit/>
          </a:bodyPr>
          <a:lstStyle>
            <a:defPPr>
              <a:defRPr lang="en-NO"/>
            </a:defPPr>
            <a:lvl1pPr>
              <a:spcAft>
                <a:spcPts val="600"/>
              </a:spcAft>
              <a:defRPr b="0" i="0">
                <a:cs typeface="Arial" panose="020B0604020202020204" pitchFamily="34" charset="0"/>
              </a:defRPr>
            </a:lvl1pPr>
          </a:lstStyle>
          <a:p>
            <a:pPr lvl="0"/>
            <a:r>
              <a:rPr lang="nb" sz="1200" b="0" i="0" noProof="1">
                <a:solidFill>
                  <a:srgbClr val="070451"/>
                </a:solidFill>
                <a:latin typeface="+mj-lt"/>
                <a:cs typeface="TelenorEvolutionPPT-Light" panose="020B0604020202020204" charset="0"/>
              </a:rPr>
              <a:t>Endre farger</a:t>
            </a:r>
          </a:p>
          <a:p>
            <a:pPr lvl="0">
              <a:lnSpc>
                <a:spcPct val="120000"/>
              </a:lnSpc>
            </a:pPr>
            <a:r>
              <a:rPr lang="nb" sz="800" b="0" i="0" noProof="1">
                <a:solidFill>
                  <a:srgbClr val="070451"/>
                </a:solidFill>
                <a:latin typeface="+mj-lt"/>
                <a:cs typeface="TelenorEvolutionPPT-Light" panose="020B0604020202020204" charset="0"/>
              </a:rPr>
              <a:t>Gjør følgende for å endre bakgrunnsfarge:</a:t>
            </a:r>
          </a:p>
          <a:p>
            <a:pPr lvl="0">
              <a:lnSpc>
                <a:spcPct val="110000"/>
              </a:lnSpc>
            </a:pPr>
            <a:r>
              <a:rPr lang="nb" sz="800" b="0" i="0" noProof="1">
                <a:solidFill>
                  <a:srgbClr val="070451"/>
                </a:solidFill>
                <a:cs typeface="TelenorEvolutionPPT-Light" panose="020B0604020202020204" charset="0"/>
              </a:rPr>
              <a:t>Høyreklikk på lysbildet ditt, velg "formater bakgrunn" for å åpne "formatruten".</a:t>
            </a:r>
          </a:p>
          <a:p>
            <a:pPr lvl="0">
              <a:lnSpc>
                <a:spcPct val="110000"/>
              </a:lnSpc>
            </a:pPr>
            <a:r>
              <a:rPr lang="nb" sz="800" b="0" i="0" noProof="1">
                <a:solidFill>
                  <a:srgbClr val="070451"/>
                </a:solidFill>
                <a:cs typeface="TelenorEvolutionPPT-Light" panose="020B0604020202020204" charset="0"/>
              </a:rPr>
              <a:t>I formatruten velger du «Heldekkende fyll» og endrer «fyllfarge». </a:t>
            </a:r>
          </a:p>
          <a:p>
            <a:pPr lvl="0">
              <a:lnSpc>
                <a:spcPct val="110000"/>
              </a:lnSpc>
            </a:pPr>
            <a:r>
              <a:rPr lang="nb" sz="800" b="0" i="0" noProof="1">
                <a:solidFill>
                  <a:srgbClr val="070451"/>
                </a:solidFill>
                <a:cs typeface="TelenorEvolutionPPT-Light" panose="020B0604020202020204" charset="0"/>
              </a:rPr>
              <a:t>Bruk en av temafargene </a:t>
            </a:r>
            <a:r>
              <a:rPr lang="nb" sz="800" b="0" i="0" noProof="1">
                <a:solidFill>
                  <a:srgbClr val="070451"/>
                </a:solidFill>
                <a:latin typeface="+mj-lt"/>
                <a:cs typeface="TelenorEvolutionPPT-Light" panose="020B0604020202020204" charset="0"/>
              </a:rPr>
              <a:t>eller</a:t>
            </a:r>
            <a:r>
              <a:rPr lang="nb" sz="800" b="0" i="0" noProof="1">
                <a:solidFill>
                  <a:srgbClr val="070451"/>
                </a:solidFill>
                <a:cs typeface="TelenorEvolutionPPT-Light" panose="020B0604020202020204" charset="0"/>
              </a:rPr>
              <a:t> velg "flere farger" og bruk pipetten til å øyedroppe en av </a:t>
            </a:r>
            <a:r>
              <a:rPr lang="nb" sz="800" b="0" i="0" noProof="1">
                <a:solidFill>
                  <a:srgbClr val="070451"/>
                </a:solidFill>
                <a:latin typeface="+mj-lt"/>
                <a:cs typeface="TelenorEvolutionPPT-Light" panose="020B0604020202020204" charset="0"/>
              </a:rPr>
              <a:t>bakgrunnsfargene</a:t>
            </a:r>
            <a:r>
              <a:rPr lang="nb" sz="800" b="0" i="0" noProof="1">
                <a:solidFill>
                  <a:srgbClr val="070451"/>
                </a:solidFill>
                <a:cs typeface="TelenorEvolutionPPT-Light" panose="020B0604020202020204" charset="0"/>
              </a:rPr>
              <a:t>  fra dette panelet.</a:t>
            </a:r>
          </a:p>
          <a:p>
            <a:pPr lvl="0">
              <a:lnSpc>
                <a:spcPct val="110000"/>
              </a:lnSpc>
            </a:pPr>
            <a:r>
              <a:rPr lang="nb" sz="800" b="0" i="0" noProof="1">
                <a:solidFill>
                  <a:srgbClr val="070451"/>
                </a:solidFill>
                <a:cs typeface="TelenorEvolutionPPT-Light" panose="020B0604020202020204" charset="0"/>
              </a:rPr>
              <a:t>Sørg alltid for tilstrekkelig kontrast mellom bakgrunn, tekst og logo.</a:t>
            </a:r>
            <a:endParaRPr lang="en-GB" sz="1100" b="0" i="0" noProof="1">
              <a:solidFill>
                <a:srgbClr val="070451"/>
              </a:solidFill>
              <a:cs typeface="TelenorEvolutionPPT-Light" panose="020B060402020202020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105087254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:adec="http://schemas.microsoft.com/office/drawing/2017/decorative" xmlns:a16="http://schemas.microsoft.com/office/drawing/2014/main" xmlns="">
      <p:transition spd="med">
        <p:fade/>
      </p:transition>
    </mc:Fallback>
  </mc:AlternateContent>
</p:sldLayout>
</file>

<file path=ppt/slideLayouts/slideLayout5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ards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!!Form 1">
            <a:extLst>
              <a:ext uri="{FF2B5EF4-FFF2-40B4-BE49-F238E27FC236}">
                <a16:creationId xmlns:a16="http://schemas.microsoft.com/office/drawing/2014/main" id="{BF870914-9EDF-D799-187F-F659B632866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/>
          </p:cNvSpPr>
          <p:nvPr userDrawn="1"/>
        </p:nvSpPr>
        <p:spPr>
          <a:xfrm>
            <a:off x="541410" y="4218450"/>
            <a:ext cx="3571200" cy="2102962"/>
          </a:xfrm>
          <a:prstGeom prst="round2SameRect">
            <a:avLst>
              <a:gd name="adj1" fmla="val 0"/>
              <a:gd name="adj2" fmla="val 11946"/>
            </a:avLst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108000" rIns="108000" bIns="108000" rtlCol="0" anchor="t" anchorCtr="0"/>
          <a:lstStyle/>
          <a:p>
            <a:pPr algn="l"/>
            <a:endParaRPr lang="nb-NO" sz="1200" err="1">
              <a:solidFill>
                <a:schemeClr val="bg1"/>
              </a:solidFill>
            </a:endParaRPr>
          </a:p>
        </p:txBody>
      </p:sp>
      <p:sp>
        <p:nvSpPr>
          <p:cNvPr id="11" name="!!Form 2">
            <a:extLst>
              <a:ext uri="{FF2B5EF4-FFF2-40B4-BE49-F238E27FC236}">
                <a16:creationId xmlns:a16="http://schemas.microsoft.com/office/drawing/2014/main" id="{7FC41C89-EA1F-5908-C6CE-A46F13F772A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/>
          </p:cNvSpPr>
          <p:nvPr userDrawn="1"/>
        </p:nvSpPr>
        <p:spPr>
          <a:xfrm>
            <a:off x="4309540" y="4218450"/>
            <a:ext cx="3571200" cy="2102962"/>
          </a:xfrm>
          <a:prstGeom prst="round2SameRect">
            <a:avLst>
              <a:gd name="adj1" fmla="val 0"/>
              <a:gd name="adj2" fmla="val 11946"/>
            </a:avLst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108000" rIns="108000" bIns="108000" rtlCol="0" anchor="t" anchorCtr="0"/>
          <a:lstStyle/>
          <a:p>
            <a:pPr algn="l"/>
            <a:endParaRPr lang="nb-NO" sz="1200" err="1">
              <a:solidFill>
                <a:schemeClr val="bg1"/>
              </a:solidFill>
            </a:endParaRPr>
          </a:p>
        </p:txBody>
      </p:sp>
      <p:sp>
        <p:nvSpPr>
          <p:cNvPr id="12" name="!!Form 3">
            <a:extLst>
              <a:ext uri="{FF2B5EF4-FFF2-40B4-BE49-F238E27FC236}">
                <a16:creationId xmlns:a16="http://schemas.microsoft.com/office/drawing/2014/main" id="{B67A9F4C-1408-C8B6-1109-1875F8578C7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/>
          </p:cNvSpPr>
          <p:nvPr userDrawn="1"/>
        </p:nvSpPr>
        <p:spPr>
          <a:xfrm>
            <a:off x="8081105" y="4218450"/>
            <a:ext cx="3571200" cy="2102962"/>
          </a:xfrm>
          <a:prstGeom prst="round2SameRect">
            <a:avLst>
              <a:gd name="adj1" fmla="val 0"/>
              <a:gd name="adj2" fmla="val 11946"/>
            </a:avLst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108000" rIns="108000" bIns="108000" rtlCol="0" anchor="t" anchorCtr="0"/>
          <a:lstStyle/>
          <a:p>
            <a:pPr algn="l"/>
            <a:endParaRPr lang="nb-NO" sz="1200" err="1">
              <a:solidFill>
                <a:schemeClr val="bg1"/>
              </a:solidFill>
            </a:endParaRPr>
          </a:p>
        </p:txBody>
      </p:sp>
      <p:sp>
        <p:nvSpPr>
          <p:cNvPr id="13" name="Image 1">
            <a:extLst>
              <a:ext uri="{FF2B5EF4-FFF2-40B4-BE49-F238E27FC236}">
                <a16:creationId xmlns:a16="http://schemas.microsoft.com/office/drawing/2014/main" id="{BF4E8175-5EAF-C4E1-98D2-C0267DA8469F}"/>
              </a:ext>
            </a:extLst>
          </p:cNvPr>
          <p:cNvSpPr>
            <a:spLocks noGrp="1"/>
          </p:cNvSpPr>
          <p:nvPr>
            <p:ph type="pic" sz="quarter" idx="12" hasCustomPrompt="1"/>
          </p:nvPr>
        </p:nvSpPr>
        <p:spPr>
          <a:xfrm>
            <a:off x="541410" y="540001"/>
            <a:ext cx="3569486" cy="3686400"/>
          </a:xfrm>
          <a:prstGeom prst="round2SameRect">
            <a:avLst>
              <a:gd name="adj1" fmla="val 7155"/>
              <a:gd name="adj2" fmla="val 0"/>
            </a:avLst>
          </a:prstGeom>
          <a:solidFill>
            <a:schemeClr val="tx2"/>
          </a:solidFill>
        </p:spPr>
        <p:txBody>
          <a:bodyPr tIns="360000"/>
          <a:lstStyle>
            <a:lvl1pPr marL="0" indent="0" algn="ctr">
              <a:buNone/>
              <a:defRPr sz="1200">
                <a:solidFill>
                  <a:schemeClr val="bg1"/>
                </a:solidFill>
              </a:defRPr>
            </a:lvl1pPr>
          </a:lstStyle>
          <a:p>
            <a:r>
              <a:rPr lang="nb"/>
              <a:t>Bilde 1</a:t>
            </a:r>
          </a:p>
        </p:txBody>
      </p:sp>
      <p:sp>
        <p:nvSpPr>
          <p:cNvPr id="2" name="Card Title 1">
            <a:extLst>
              <a:ext uri="{FF2B5EF4-FFF2-40B4-BE49-F238E27FC236}">
                <a16:creationId xmlns:a16="http://schemas.microsoft.com/office/drawing/2014/main" id="{BD352953-9D57-0A70-9D30-B67A54662C77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541410" y="4584561"/>
            <a:ext cx="3560328" cy="387798"/>
          </a:xfrm>
        </p:spPr>
        <p:txBody>
          <a:bodyPr wrap="square" lIns="360000" rIns="360000">
            <a:spAutoFit/>
          </a:bodyPr>
          <a:lstStyle>
            <a:lvl1pPr marL="0" indent="0" algn="l">
              <a:lnSpc>
                <a:spcPct val="90000"/>
              </a:lnSpc>
              <a:spcBef>
                <a:spcPts val="0"/>
              </a:spcBef>
              <a:buNone/>
              <a:defRPr sz="2800" b="1" i="0">
                <a:solidFill>
                  <a:schemeClr val="bg1"/>
                </a:solidFill>
                <a:latin typeface="+mj-lt"/>
              </a:defRPr>
            </a:lvl1pPr>
            <a:lvl2pPr marL="0" indent="0" algn="ctr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  <a:defRPr sz="1600"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nb"/>
              <a:t>Kort tittel</a:t>
            </a:r>
          </a:p>
        </p:txBody>
      </p:sp>
      <p:sp>
        <p:nvSpPr>
          <p:cNvPr id="5" name="Text 1">
            <a:extLst>
              <a:ext uri="{FF2B5EF4-FFF2-40B4-BE49-F238E27FC236}">
                <a16:creationId xmlns:a16="http://schemas.microsoft.com/office/drawing/2014/main" id="{40296459-B7D6-BC14-4BBF-F71827182BAE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541410" y="4977432"/>
            <a:ext cx="3560328" cy="530521"/>
          </a:xfrm>
        </p:spPr>
        <p:txBody>
          <a:bodyPr wrap="square" lIns="360000" tIns="72000" rIns="360000">
            <a:sp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400" b="0" i="0">
                <a:solidFill>
                  <a:schemeClr val="bg1"/>
                </a:solidFill>
                <a:latin typeface="+mn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buFont typeface="Arial" panose="020B0604020202020204" pitchFamily="34" charset="0"/>
              <a:buNone/>
              <a:defRPr sz="1400">
                <a:solidFill>
                  <a:schemeClr val="bg1"/>
                </a:solidFill>
                <a:latin typeface="+mn-lt"/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nb"/>
              <a:t>Tilleggstekst</a:t>
            </a:r>
          </a:p>
          <a:p>
            <a:pPr lvl="1"/>
            <a:r>
              <a:rPr lang="nb"/>
              <a:t>Andre nivå</a:t>
            </a:r>
            <a:endParaRPr lang="nb-NO"/>
          </a:p>
        </p:txBody>
      </p:sp>
      <p:sp>
        <p:nvSpPr>
          <p:cNvPr id="8" name="Image 2">
            <a:extLst>
              <a:ext uri="{FF2B5EF4-FFF2-40B4-BE49-F238E27FC236}">
                <a16:creationId xmlns:a16="http://schemas.microsoft.com/office/drawing/2014/main" id="{539F1F1F-AE41-EA56-480A-FBBABAB1188A}"/>
              </a:ext>
            </a:extLst>
          </p:cNvPr>
          <p:cNvSpPr>
            <a:spLocks noGrp="1"/>
          </p:cNvSpPr>
          <p:nvPr>
            <p:ph type="pic" sz="quarter" idx="27" hasCustomPrompt="1"/>
          </p:nvPr>
        </p:nvSpPr>
        <p:spPr>
          <a:xfrm>
            <a:off x="4309540" y="540001"/>
            <a:ext cx="3569481" cy="3686400"/>
          </a:xfrm>
          <a:prstGeom prst="round2SameRect">
            <a:avLst>
              <a:gd name="adj1" fmla="val 7155"/>
              <a:gd name="adj2" fmla="val 0"/>
            </a:avLst>
          </a:prstGeom>
          <a:solidFill>
            <a:schemeClr val="tx2"/>
          </a:solidFill>
        </p:spPr>
        <p:txBody>
          <a:bodyPr tIns="360000"/>
          <a:lstStyle>
            <a:lvl1pPr marL="0" indent="0" algn="ctr">
              <a:buNone/>
              <a:defRPr sz="1200">
                <a:solidFill>
                  <a:schemeClr val="bg1"/>
                </a:solidFill>
              </a:defRPr>
            </a:lvl1pPr>
          </a:lstStyle>
          <a:p>
            <a:r>
              <a:rPr lang="nb"/>
              <a:t>Bilde 2</a:t>
            </a:r>
          </a:p>
        </p:txBody>
      </p:sp>
      <p:sp>
        <p:nvSpPr>
          <p:cNvPr id="18" name="Card Title 2">
            <a:extLst>
              <a:ext uri="{FF2B5EF4-FFF2-40B4-BE49-F238E27FC236}">
                <a16:creationId xmlns:a16="http://schemas.microsoft.com/office/drawing/2014/main" id="{DEE0D4B3-1E06-9B84-D5E5-EB7472DB0F56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4309540" y="4584561"/>
            <a:ext cx="3569481" cy="387798"/>
          </a:xfrm>
        </p:spPr>
        <p:txBody>
          <a:bodyPr wrap="square" lIns="360000" rIns="360000">
            <a:spAutoFit/>
          </a:bodyPr>
          <a:lstStyle>
            <a:lvl1pPr marL="0" indent="0" algn="l">
              <a:lnSpc>
                <a:spcPct val="90000"/>
              </a:lnSpc>
              <a:spcBef>
                <a:spcPts val="0"/>
              </a:spcBef>
              <a:buFont typeface="Arial" panose="020B0604020202020204" pitchFamily="34" charset="0"/>
              <a:buNone/>
              <a:defRPr sz="2800" b="1" i="0">
                <a:solidFill>
                  <a:schemeClr val="bg1"/>
                </a:solidFill>
                <a:latin typeface="+mj-lt"/>
              </a:defRPr>
            </a:lvl1pPr>
            <a:lvl2pPr marL="0" indent="0" algn="ctr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  <a:defRPr sz="1600"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nb"/>
              <a:t>Kort tittel</a:t>
            </a:r>
          </a:p>
        </p:txBody>
      </p:sp>
      <p:sp>
        <p:nvSpPr>
          <p:cNvPr id="19" name="Text 2">
            <a:extLst>
              <a:ext uri="{FF2B5EF4-FFF2-40B4-BE49-F238E27FC236}">
                <a16:creationId xmlns:a16="http://schemas.microsoft.com/office/drawing/2014/main" id="{3CB0CD72-9720-F40C-1A8A-27E8E6BEC23B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4309540" y="4977432"/>
            <a:ext cx="3569481" cy="530521"/>
          </a:xfrm>
        </p:spPr>
        <p:txBody>
          <a:bodyPr wrap="square" lIns="360000" tIns="72000" rIns="360000">
            <a:sp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Font typeface="Arial" panose="020B0604020202020204" pitchFamily="34" charset="0"/>
              <a:buNone/>
              <a:defRPr sz="1400" b="0" i="0">
                <a:solidFill>
                  <a:schemeClr val="bg1"/>
                </a:solidFill>
                <a:latin typeface="+mn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buFont typeface="Arial" panose="020B0604020202020204" pitchFamily="34" charset="0"/>
              <a:buNone/>
              <a:defRPr sz="1400"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nb"/>
              <a:t>Tilleggstekst</a:t>
            </a:r>
          </a:p>
          <a:p>
            <a:pPr lvl="1"/>
            <a:r>
              <a:rPr lang="nb"/>
              <a:t>Andre nivå</a:t>
            </a:r>
            <a:endParaRPr lang="nb-NO"/>
          </a:p>
        </p:txBody>
      </p:sp>
      <p:sp>
        <p:nvSpPr>
          <p:cNvPr id="16" name="Image 3">
            <a:extLst>
              <a:ext uri="{FF2B5EF4-FFF2-40B4-BE49-F238E27FC236}">
                <a16:creationId xmlns:a16="http://schemas.microsoft.com/office/drawing/2014/main" id="{9E58CE8C-09A5-A2C7-8966-9385B35B648B}"/>
              </a:ext>
            </a:extLst>
          </p:cNvPr>
          <p:cNvSpPr>
            <a:spLocks noGrp="1"/>
          </p:cNvSpPr>
          <p:nvPr>
            <p:ph type="pic" sz="quarter" idx="30" hasCustomPrompt="1"/>
          </p:nvPr>
        </p:nvSpPr>
        <p:spPr>
          <a:xfrm>
            <a:off x="8081105" y="540001"/>
            <a:ext cx="3569486" cy="3686400"/>
          </a:xfrm>
          <a:prstGeom prst="round2SameRect">
            <a:avLst>
              <a:gd name="adj1" fmla="val 7155"/>
              <a:gd name="adj2" fmla="val 0"/>
            </a:avLst>
          </a:prstGeom>
          <a:solidFill>
            <a:schemeClr val="tx2"/>
          </a:solidFill>
        </p:spPr>
        <p:txBody>
          <a:bodyPr tIns="360000"/>
          <a:lstStyle>
            <a:lvl1pPr marL="0" indent="0" algn="ctr">
              <a:buNone/>
              <a:defRPr sz="1200">
                <a:solidFill>
                  <a:schemeClr val="bg1"/>
                </a:solidFill>
              </a:defRPr>
            </a:lvl1pPr>
          </a:lstStyle>
          <a:p>
            <a:r>
              <a:rPr lang="nb"/>
              <a:t>Bilde 3</a:t>
            </a:r>
          </a:p>
        </p:txBody>
      </p:sp>
      <p:sp>
        <p:nvSpPr>
          <p:cNvPr id="6" name="Card Title 3">
            <a:extLst>
              <a:ext uri="{FF2B5EF4-FFF2-40B4-BE49-F238E27FC236}">
                <a16:creationId xmlns:a16="http://schemas.microsoft.com/office/drawing/2014/main" id="{8DE9D201-354A-7FBD-D1BE-AFD8403E9714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8081105" y="4584561"/>
            <a:ext cx="3557629" cy="387798"/>
          </a:xfrm>
        </p:spPr>
        <p:txBody>
          <a:bodyPr wrap="square" lIns="360000" rIns="360000">
            <a:spAutoFit/>
          </a:bodyPr>
          <a:lstStyle>
            <a:lvl1pPr marL="0" indent="0" algn="l">
              <a:lnSpc>
                <a:spcPct val="90000"/>
              </a:lnSpc>
              <a:spcBef>
                <a:spcPts val="0"/>
              </a:spcBef>
              <a:buNone/>
              <a:defRPr sz="2800" b="1" i="0">
                <a:solidFill>
                  <a:schemeClr val="bg1"/>
                </a:solidFill>
                <a:latin typeface="+mj-lt"/>
              </a:defRPr>
            </a:lvl1pPr>
            <a:lvl2pPr marL="0" indent="0" algn="ctr">
              <a:lnSpc>
                <a:spcPct val="100000"/>
              </a:lnSpc>
              <a:buFont typeface="Arial" panose="020B0604020202020204" pitchFamily="34" charset="0"/>
              <a:buNone/>
              <a:defRPr sz="1600"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nb"/>
              <a:t>Kort tittel</a:t>
            </a:r>
          </a:p>
        </p:txBody>
      </p:sp>
      <p:sp>
        <p:nvSpPr>
          <p:cNvPr id="7" name="Text 3">
            <a:extLst>
              <a:ext uri="{FF2B5EF4-FFF2-40B4-BE49-F238E27FC236}">
                <a16:creationId xmlns:a16="http://schemas.microsoft.com/office/drawing/2014/main" id="{7CAB51F6-2FF1-0AEB-32E8-05C0F0DC466E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8081105" y="4977432"/>
            <a:ext cx="3557629" cy="530521"/>
          </a:xfrm>
        </p:spPr>
        <p:txBody>
          <a:bodyPr wrap="square" lIns="360000" tIns="72000" rIns="360000">
            <a:sp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400" b="0" i="0">
                <a:solidFill>
                  <a:schemeClr val="bg1"/>
                </a:solidFill>
                <a:latin typeface="+mn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buFont typeface="Arial" panose="020B0604020202020204" pitchFamily="34" charset="0"/>
              <a:buNone/>
              <a:defRPr sz="1400">
                <a:solidFill>
                  <a:schemeClr val="bg1"/>
                </a:solidFill>
                <a:latin typeface="+mn-lt"/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nb"/>
              <a:t>Tilleggstekst</a:t>
            </a:r>
          </a:p>
          <a:p>
            <a:pPr lvl="1"/>
            <a:r>
              <a:rPr lang="nb"/>
              <a:t>Andre nivå</a:t>
            </a:r>
            <a:endParaRPr lang="nb-NO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C690B788-9DAD-CFA5-0BCB-A01A8E22829B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08810A5-7811-344D-9AE9-EC83104FB54D}" type="slidenum">
              <a:rPr lang="en-GB" smtClean="0"/>
              <a:t>‹#›</a:t>
            </a:fld>
            <a:endParaRPr lang="en-GB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C5C8A53-162E-7A3F-543D-343E14BD99E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Date Placeholder 8">
            <a:extLst>
              <a:ext uri="{FF2B5EF4-FFF2-40B4-BE49-F238E27FC236}">
                <a16:creationId xmlns:a16="http://schemas.microsoft.com/office/drawing/2014/main" id="{8E25A9DB-C34C-3DB2-49C0-38317B8F4991}"/>
              </a:ext>
            </a:extLst>
          </p:cNvPr>
          <p:cNvSpPr>
            <a:spLocks noGrp="1"/>
          </p:cNvSpPr>
          <p:nvPr>
            <p:ph type="dt" sz="half" idx="31"/>
          </p:nvPr>
        </p:nvSpPr>
        <p:spPr/>
        <p:txBody>
          <a:bodyPr/>
          <a:lstStyle/>
          <a:p>
            <a:fld id="{BFE81E57-EE26-9047-B0ED-37948D954AEA}" type="datetime1">
              <a:rPr lang="nb-NO" smtClean="0"/>
              <a:t>18.09.2026</a:t>
            </a:fld>
            <a:endParaRPr lang="en-GB"/>
          </a:p>
        </p:txBody>
      </p:sp>
      <p:sp>
        <p:nvSpPr>
          <p:cNvPr id="14" name="TekstSylinder 50">
            <a:extLst>
              <a:ext uri="{FF2B5EF4-FFF2-40B4-BE49-F238E27FC236}">
                <a16:creationId xmlns:a16="http://schemas.microsoft.com/office/drawing/2014/main" id="{CA73271C-13A9-115F-1460-957E91C3311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/>
          <p:nvPr userDrawn="1"/>
        </p:nvSpPr>
        <p:spPr>
          <a:xfrm>
            <a:off x="12627096" y="4105715"/>
            <a:ext cx="2178795" cy="2032530"/>
          </a:xfrm>
          <a:prstGeom prst="rect">
            <a:avLst/>
          </a:prstGeom>
          <a:noFill/>
        </p:spPr>
        <p:txBody>
          <a:bodyPr wrap="square" lIns="0" tIns="108000" rIns="0" bIns="0" rtlCol="0">
            <a:spAutoFit/>
          </a:bodyPr>
          <a:lstStyle>
            <a:defPPr>
              <a:defRPr lang="en-NO"/>
            </a:defPPr>
            <a:lvl1pPr>
              <a:spcAft>
                <a:spcPts val="600"/>
              </a:spcAft>
              <a:defRPr b="0" i="0">
                <a:cs typeface="Arial" panose="020B0604020202020204" pitchFamily="34" charset="0"/>
              </a:defRPr>
            </a:lvl1pPr>
          </a:lstStyle>
          <a:p>
            <a:pPr lvl="0"/>
            <a:r>
              <a:rPr lang="nb" sz="1200" b="0" i="0" noProof="1">
                <a:solidFill>
                  <a:srgbClr val="070451"/>
                </a:solidFill>
                <a:latin typeface="+mj-lt"/>
                <a:cs typeface="TelenorEvolutionPPT-Light" panose="020B0604020202020204" charset="0"/>
              </a:rPr>
              <a:t>Endre farger</a:t>
            </a:r>
          </a:p>
          <a:p>
            <a:pPr lvl="0">
              <a:lnSpc>
                <a:spcPct val="120000"/>
              </a:lnSpc>
            </a:pPr>
            <a:r>
              <a:rPr lang="nb" sz="800" b="0" i="0" noProof="1">
                <a:solidFill>
                  <a:srgbClr val="070451"/>
                </a:solidFill>
                <a:latin typeface="+mj-lt"/>
                <a:cs typeface="TelenorEvolutionPPT-Light" panose="020B0604020202020204" charset="0"/>
              </a:rPr>
              <a:t>Gjør følgende for å endre bakgrunnsfarge:</a:t>
            </a:r>
          </a:p>
          <a:p>
            <a:pPr lvl="0">
              <a:lnSpc>
                <a:spcPct val="110000"/>
              </a:lnSpc>
            </a:pPr>
            <a:r>
              <a:rPr lang="nb" sz="800" b="0" i="0" noProof="1">
                <a:solidFill>
                  <a:srgbClr val="070451"/>
                </a:solidFill>
                <a:cs typeface="TelenorEvolutionPPT-Light" panose="020B0604020202020204" charset="0"/>
              </a:rPr>
              <a:t>Høyreklikk på lysbildet ditt, velg "formater bakgrunn" for å åpne "formatruten".</a:t>
            </a:r>
          </a:p>
          <a:p>
            <a:pPr lvl="0">
              <a:lnSpc>
                <a:spcPct val="110000"/>
              </a:lnSpc>
            </a:pPr>
            <a:r>
              <a:rPr lang="nb" sz="800" b="0" i="0" noProof="1">
                <a:solidFill>
                  <a:srgbClr val="070451"/>
                </a:solidFill>
                <a:cs typeface="TelenorEvolutionPPT-Light" panose="020B0604020202020204" charset="0"/>
              </a:rPr>
              <a:t>I formatruten velger du «Heldekkende fyll» og endrer «fyllfarge». </a:t>
            </a:r>
          </a:p>
          <a:p>
            <a:pPr lvl="0">
              <a:lnSpc>
                <a:spcPct val="110000"/>
              </a:lnSpc>
            </a:pPr>
            <a:r>
              <a:rPr lang="nb" sz="800" b="0" i="0" noProof="1">
                <a:solidFill>
                  <a:srgbClr val="070451"/>
                </a:solidFill>
                <a:cs typeface="TelenorEvolutionPPT-Light" panose="020B0604020202020204" charset="0"/>
              </a:rPr>
              <a:t>Bruk en av temafargene </a:t>
            </a:r>
            <a:r>
              <a:rPr lang="nb" sz="800" b="0" i="0" noProof="1">
                <a:solidFill>
                  <a:srgbClr val="070451"/>
                </a:solidFill>
                <a:latin typeface="+mj-lt"/>
                <a:cs typeface="TelenorEvolutionPPT-Light" panose="020B0604020202020204" charset="0"/>
              </a:rPr>
              <a:t>eller</a:t>
            </a:r>
            <a:r>
              <a:rPr lang="nb" sz="800" b="0" i="0" noProof="1">
                <a:solidFill>
                  <a:srgbClr val="070451"/>
                </a:solidFill>
                <a:cs typeface="TelenorEvolutionPPT-Light" panose="020B0604020202020204" charset="0"/>
              </a:rPr>
              <a:t> velg "flere farger" og bruk pipetten til å øyedroppe en av </a:t>
            </a:r>
            <a:r>
              <a:rPr lang="nb" sz="800" b="0" i="0" noProof="1">
                <a:solidFill>
                  <a:srgbClr val="070451"/>
                </a:solidFill>
                <a:latin typeface="+mj-lt"/>
                <a:cs typeface="TelenorEvolutionPPT-Light" panose="020B0604020202020204" charset="0"/>
              </a:rPr>
              <a:t>bakgrunnsfargene</a:t>
            </a:r>
            <a:r>
              <a:rPr lang="nb" sz="800" b="0" i="0" noProof="1">
                <a:solidFill>
                  <a:srgbClr val="070451"/>
                </a:solidFill>
                <a:cs typeface="TelenorEvolutionPPT-Light" panose="020B0604020202020204" charset="0"/>
              </a:rPr>
              <a:t>  fra dette panelet.</a:t>
            </a:r>
          </a:p>
          <a:p>
            <a:pPr lvl="0">
              <a:lnSpc>
                <a:spcPct val="110000"/>
              </a:lnSpc>
            </a:pPr>
            <a:r>
              <a:rPr lang="nb" sz="800" b="0" i="0" noProof="1">
                <a:solidFill>
                  <a:srgbClr val="070451"/>
                </a:solidFill>
                <a:cs typeface="TelenorEvolutionPPT-Light" panose="020B0604020202020204" charset="0"/>
              </a:rPr>
              <a:t>Sørg alltid for tilstrekkelig kontrast mellom bakgrunn, tekst og logo.</a:t>
            </a:r>
            <a:endParaRPr lang="en-GB" sz="1100" b="0" i="0" noProof="1">
              <a:solidFill>
                <a:srgbClr val="070451"/>
              </a:solidFill>
              <a:cs typeface="TelenorEvolutionPPT-Light" panose="020B060402020202020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690157836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:adec="http://schemas.microsoft.com/office/drawing/2017/decorative" xmlns:a16="http://schemas.microsoft.com/office/drawing/2014/main" xmlns="">
      <p:transition spd="med">
        <p:fade/>
      </p:transition>
    </mc:Fallback>
  </mc:AlternateContent>
</p:sldLayout>
</file>

<file path=ppt/slideLayouts/slideLayout5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ards 1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!!Form 1">
            <a:extLst>
              <a:ext uri="{FF2B5EF4-FFF2-40B4-BE49-F238E27FC236}">
                <a16:creationId xmlns:a16="http://schemas.microsoft.com/office/drawing/2014/main" id="{D93C994E-400F-15E3-37C1-0B64325996A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/>
          </p:cNvSpPr>
          <p:nvPr userDrawn="1"/>
        </p:nvSpPr>
        <p:spPr>
          <a:xfrm>
            <a:off x="1099256" y="4218450"/>
            <a:ext cx="3571200" cy="2102962"/>
          </a:xfrm>
          <a:prstGeom prst="round2SameRect">
            <a:avLst>
              <a:gd name="adj1" fmla="val 0"/>
              <a:gd name="adj2" fmla="val 11946"/>
            </a:avLst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108000" rIns="108000" bIns="108000" rtlCol="0" anchor="t" anchorCtr="0"/>
          <a:lstStyle/>
          <a:p>
            <a:pPr algn="l"/>
            <a:endParaRPr lang="nb-NO" sz="1200" err="1">
              <a:solidFill>
                <a:schemeClr val="bg1"/>
              </a:solidFill>
            </a:endParaRPr>
          </a:p>
        </p:txBody>
      </p:sp>
      <p:sp>
        <p:nvSpPr>
          <p:cNvPr id="7" name="!!Form 2">
            <a:extLst>
              <a:ext uri="{FF2B5EF4-FFF2-40B4-BE49-F238E27FC236}">
                <a16:creationId xmlns:a16="http://schemas.microsoft.com/office/drawing/2014/main" id="{99AA62DC-2F89-71B3-FBD1-BBC7023365D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4873346" y="4218448"/>
            <a:ext cx="3013007" cy="1447680"/>
          </a:xfrm>
          <a:prstGeom prst="round2SameRect">
            <a:avLst>
              <a:gd name="adj1" fmla="val 0"/>
              <a:gd name="adj2" fmla="val 14139"/>
            </a:avLst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108000" rIns="108000" bIns="108000" rtlCol="0" anchor="t" anchorCtr="0"/>
          <a:lstStyle/>
          <a:p>
            <a:pPr algn="l"/>
            <a:endParaRPr lang="nb-NO" sz="1200" err="1">
              <a:solidFill>
                <a:schemeClr val="bg1"/>
              </a:solidFill>
            </a:endParaRPr>
          </a:p>
        </p:txBody>
      </p:sp>
      <p:sp>
        <p:nvSpPr>
          <p:cNvPr id="9" name="!!Form 3">
            <a:extLst>
              <a:ext uri="{FF2B5EF4-FFF2-40B4-BE49-F238E27FC236}">
                <a16:creationId xmlns:a16="http://schemas.microsoft.com/office/drawing/2014/main" id="{3F8594FD-18AD-67F3-522F-A4EB078BBD1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8092962" y="4218448"/>
            <a:ext cx="3013007" cy="1447679"/>
          </a:xfrm>
          <a:prstGeom prst="round2SameRect">
            <a:avLst>
              <a:gd name="adj1" fmla="val 0"/>
              <a:gd name="adj2" fmla="val 13751"/>
            </a:avLst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108000" rIns="108000" bIns="108000" rtlCol="0" anchor="t" anchorCtr="0"/>
          <a:lstStyle/>
          <a:p>
            <a:pPr algn="l"/>
            <a:endParaRPr lang="nb-NO" sz="1200" err="1">
              <a:solidFill>
                <a:schemeClr val="bg1"/>
              </a:solidFill>
            </a:endParaRP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C690B788-9DAD-CFA5-0BCB-A01A8E22829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08810A5-7811-344D-9AE9-EC83104FB54D}" type="slidenum">
              <a:rPr lang="en-GB" smtClean="0"/>
              <a:t>‹#›</a:t>
            </a:fld>
            <a:endParaRPr lang="en-GB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C5C8A53-162E-7A3F-543D-343E14BD99E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8" name="Picture Placeholder 7">
            <a:extLst>
              <a:ext uri="{FF2B5EF4-FFF2-40B4-BE49-F238E27FC236}">
                <a16:creationId xmlns:a16="http://schemas.microsoft.com/office/drawing/2014/main" id="{019B073D-4E7C-4F54-4601-12DC9C862FB5}"/>
              </a:ext>
            </a:extLst>
          </p:cNvPr>
          <p:cNvSpPr>
            <a:spLocks noGrp="1"/>
          </p:cNvSpPr>
          <p:nvPr>
            <p:ph type="pic" sz="quarter" idx="12" hasCustomPrompt="1"/>
          </p:nvPr>
        </p:nvSpPr>
        <p:spPr>
          <a:xfrm>
            <a:off x="1099256" y="539999"/>
            <a:ext cx="3568064" cy="3686400"/>
          </a:xfrm>
          <a:custGeom>
            <a:avLst/>
            <a:gdLst>
              <a:gd name="connsiteX0" fmla="*/ 253050 w 3567600"/>
              <a:gd name="connsiteY0" fmla="*/ 0 h 3686400"/>
              <a:gd name="connsiteX1" fmla="*/ 3314551 w 3567600"/>
              <a:gd name="connsiteY1" fmla="*/ 0 h 3686400"/>
              <a:gd name="connsiteX2" fmla="*/ 3567600 w 3567600"/>
              <a:gd name="connsiteY2" fmla="*/ 252070 h 3686400"/>
              <a:gd name="connsiteX3" fmla="*/ 3567600 w 3567600"/>
              <a:gd name="connsiteY3" fmla="*/ 2772000 h 3686400"/>
              <a:gd name="connsiteX4" fmla="*/ 3567600 w 3567600"/>
              <a:gd name="connsiteY4" fmla="*/ 3579267 h 3686400"/>
              <a:gd name="connsiteX5" fmla="*/ 3567600 w 3567600"/>
              <a:gd name="connsiteY5" fmla="*/ 3686400 h 3686400"/>
              <a:gd name="connsiteX6" fmla="*/ 0 w 3567600"/>
              <a:gd name="connsiteY6" fmla="*/ 3686400 h 3686400"/>
              <a:gd name="connsiteX7" fmla="*/ 0 w 3567600"/>
              <a:gd name="connsiteY7" fmla="*/ 3579267 h 3686400"/>
              <a:gd name="connsiteX8" fmla="*/ 0 w 3567600"/>
              <a:gd name="connsiteY8" fmla="*/ 2772000 h 3686400"/>
              <a:gd name="connsiteX9" fmla="*/ 0 w 3567600"/>
              <a:gd name="connsiteY9" fmla="*/ 252070 h 3686400"/>
              <a:gd name="connsiteX10" fmla="*/ 253050 w 3567600"/>
              <a:gd name="connsiteY10" fmla="*/ 0 h 36864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3567600" h="3686400">
                <a:moveTo>
                  <a:pt x="253050" y="0"/>
                </a:moveTo>
                <a:lnTo>
                  <a:pt x="3314551" y="0"/>
                </a:lnTo>
                <a:cubicBezTo>
                  <a:pt x="3454306" y="0"/>
                  <a:pt x="3567600" y="112855"/>
                  <a:pt x="3567600" y="252070"/>
                </a:cubicBezTo>
                <a:lnTo>
                  <a:pt x="3567600" y="2772000"/>
                </a:lnTo>
                <a:lnTo>
                  <a:pt x="3567600" y="3579267"/>
                </a:lnTo>
                <a:lnTo>
                  <a:pt x="3567600" y="3686400"/>
                </a:lnTo>
                <a:lnTo>
                  <a:pt x="0" y="3686400"/>
                </a:lnTo>
                <a:lnTo>
                  <a:pt x="0" y="3579267"/>
                </a:lnTo>
                <a:lnTo>
                  <a:pt x="0" y="2772000"/>
                </a:lnTo>
                <a:lnTo>
                  <a:pt x="0" y="252070"/>
                </a:lnTo>
                <a:cubicBezTo>
                  <a:pt x="0" y="112855"/>
                  <a:pt x="113294" y="0"/>
                  <a:pt x="253050" y="0"/>
                </a:cubicBezTo>
                <a:close/>
              </a:path>
            </a:pathLst>
          </a:custGeom>
          <a:solidFill>
            <a:schemeClr val="tx2"/>
          </a:solidFill>
        </p:spPr>
        <p:txBody>
          <a:bodyPr wrap="square" tIns="360000">
            <a:noAutofit/>
          </a:bodyPr>
          <a:lstStyle>
            <a:lvl1pPr marL="0" indent="0" algn="ctr">
              <a:buNone/>
              <a:defRPr sz="1200">
                <a:solidFill>
                  <a:schemeClr val="bg1"/>
                </a:solidFill>
              </a:defRPr>
            </a:lvl1pPr>
          </a:lstStyle>
          <a:p>
            <a:r>
              <a:rPr lang="nb"/>
              <a:t>Bilde 1</a:t>
            </a:r>
          </a:p>
        </p:txBody>
      </p:sp>
      <p:sp>
        <p:nvSpPr>
          <p:cNvPr id="21" name="Card Title 1">
            <a:extLst>
              <a:ext uri="{FF2B5EF4-FFF2-40B4-BE49-F238E27FC236}">
                <a16:creationId xmlns:a16="http://schemas.microsoft.com/office/drawing/2014/main" id="{EADAABA4-F5CB-0667-6C75-ECE0ABB02437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1099256" y="4584561"/>
            <a:ext cx="3568063" cy="387798"/>
          </a:xfrm>
        </p:spPr>
        <p:txBody>
          <a:bodyPr wrap="square" lIns="360000" rIns="360000">
            <a:spAutoFit/>
          </a:bodyPr>
          <a:lstStyle>
            <a:lvl1pPr marL="0" indent="0" algn="ctr">
              <a:lnSpc>
                <a:spcPct val="90000"/>
              </a:lnSpc>
              <a:spcBef>
                <a:spcPts val="0"/>
              </a:spcBef>
              <a:buNone/>
              <a:defRPr sz="2800" b="1" i="0">
                <a:solidFill>
                  <a:schemeClr val="bg1"/>
                </a:solidFill>
                <a:latin typeface="+mj-lt"/>
              </a:defRPr>
            </a:lvl1pPr>
            <a:lvl2pPr marL="0" indent="0" algn="ctr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  <a:defRPr sz="1600"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nb"/>
              <a:t>Kort tittel</a:t>
            </a:r>
          </a:p>
        </p:txBody>
      </p:sp>
      <p:sp>
        <p:nvSpPr>
          <p:cNvPr id="25" name="Text 1">
            <a:extLst>
              <a:ext uri="{FF2B5EF4-FFF2-40B4-BE49-F238E27FC236}">
                <a16:creationId xmlns:a16="http://schemas.microsoft.com/office/drawing/2014/main" id="{7256B910-46FF-2473-9191-6F8E7A099C47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1099256" y="4977432"/>
            <a:ext cx="3568063" cy="530521"/>
          </a:xfrm>
        </p:spPr>
        <p:txBody>
          <a:bodyPr wrap="square" lIns="360000" tIns="72000" rIns="360000">
            <a:sp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1400" b="0" i="0">
                <a:solidFill>
                  <a:schemeClr val="bg1"/>
                </a:solidFill>
                <a:latin typeface="+mn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buFont typeface="Arial" panose="020B0604020202020204" pitchFamily="34" charset="0"/>
              <a:buNone/>
              <a:defRPr sz="1400">
                <a:solidFill>
                  <a:schemeClr val="bg1"/>
                </a:solidFill>
                <a:latin typeface="+mn-lt"/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nb"/>
              <a:t>Tilleggstekst</a:t>
            </a:r>
          </a:p>
          <a:p>
            <a:pPr lvl="1"/>
            <a:r>
              <a:rPr lang="nb"/>
              <a:t>Andre nivå</a:t>
            </a:r>
            <a:endParaRPr lang="nb-NO"/>
          </a:p>
        </p:txBody>
      </p:sp>
      <p:sp>
        <p:nvSpPr>
          <p:cNvPr id="13" name="Picture Placeholder 12">
            <a:extLst>
              <a:ext uri="{FF2B5EF4-FFF2-40B4-BE49-F238E27FC236}">
                <a16:creationId xmlns:a16="http://schemas.microsoft.com/office/drawing/2014/main" id="{2021E886-71D4-281C-0A55-F4E9FA1C8222}"/>
              </a:ext>
            </a:extLst>
          </p:cNvPr>
          <p:cNvSpPr>
            <a:spLocks noGrp="1" noChangeAspect="1"/>
          </p:cNvSpPr>
          <p:nvPr>
            <p:ph type="pic" sz="quarter" idx="30" hasCustomPrompt="1"/>
          </p:nvPr>
        </p:nvSpPr>
        <p:spPr>
          <a:xfrm>
            <a:off x="4873346" y="1191872"/>
            <a:ext cx="3013591" cy="3034526"/>
          </a:xfrm>
          <a:custGeom>
            <a:avLst/>
            <a:gdLst>
              <a:gd name="connsiteX0" fmla="*/ 213727 w 3013199"/>
              <a:gd name="connsiteY0" fmla="*/ 0 h 3034526"/>
              <a:gd name="connsiteX1" fmla="*/ 2799473 w 3013199"/>
              <a:gd name="connsiteY1" fmla="*/ 0 h 3034526"/>
              <a:gd name="connsiteX2" fmla="*/ 3013199 w 3013199"/>
              <a:gd name="connsiteY2" fmla="*/ 213726 h 3034526"/>
              <a:gd name="connsiteX3" fmla="*/ 3013199 w 3013199"/>
              <a:gd name="connsiteY3" fmla="*/ 3034526 h 3034526"/>
              <a:gd name="connsiteX4" fmla="*/ 0 w 3013199"/>
              <a:gd name="connsiteY4" fmla="*/ 3034526 h 3034526"/>
              <a:gd name="connsiteX5" fmla="*/ 0 w 3013199"/>
              <a:gd name="connsiteY5" fmla="*/ 213726 h 3034526"/>
              <a:gd name="connsiteX6" fmla="*/ 213727 w 3013199"/>
              <a:gd name="connsiteY6" fmla="*/ 0 h 303452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3013199" h="3034526">
                <a:moveTo>
                  <a:pt x="213727" y="0"/>
                </a:moveTo>
                <a:lnTo>
                  <a:pt x="2799473" y="0"/>
                </a:lnTo>
                <a:cubicBezTo>
                  <a:pt x="2917511" y="0"/>
                  <a:pt x="3013199" y="95688"/>
                  <a:pt x="3013199" y="213726"/>
                </a:cubicBezTo>
                <a:lnTo>
                  <a:pt x="3013199" y="3034526"/>
                </a:lnTo>
                <a:lnTo>
                  <a:pt x="0" y="3034526"/>
                </a:lnTo>
                <a:lnTo>
                  <a:pt x="0" y="213726"/>
                </a:lnTo>
                <a:cubicBezTo>
                  <a:pt x="0" y="95688"/>
                  <a:pt x="95688" y="0"/>
                  <a:pt x="213727" y="0"/>
                </a:cubicBezTo>
                <a:close/>
              </a:path>
            </a:pathLst>
          </a:custGeom>
          <a:solidFill>
            <a:schemeClr val="tx2"/>
          </a:solidFill>
        </p:spPr>
        <p:txBody>
          <a:bodyPr wrap="square" tIns="360000">
            <a:noAutofit/>
          </a:bodyPr>
          <a:lstStyle>
            <a:lvl1pPr marL="0" indent="0" algn="ctr">
              <a:buNone/>
              <a:defRPr sz="1200">
                <a:solidFill>
                  <a:schemeClr val="bg1"/>
                </a:solidFill>
              </a:defRPr>
            </a:lvl1pPr>
          </a:lstStyle>
          <a:p>
            <a:r>
              <a:rPr lang="nb"/>
              <a:t>Bilde 2</a:t>
            </a:r>
          </a:p>
        </p:txBody>
      </p:sp>
      <p:sp>
        <p:nvSpPr>
          <p:cNvPr id="28" name="Card Title 2">
            <a:extLst>
              <a:ext uri="{FF2B5EF4-FFF2-40B4-BE49-F238E27FC236}">
                <a16:creationId xmlns:a16="http://schemas.microsoft.com/office/drawing/2014/main" id="{EDBD39A7-8C48-88E8-32E2-D5EDAFD57088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4873346" y="4409517"/>
            <a:ext cx="3013200" cy="276999"/>
          </a:xfrm>
        </p:spPr>
        <p:txBody>
          <a:bodyPr wrap="square" lIns="360000" rIns="360000">
            <a:spAutoFit/>
          </a:bodyPr>
          <a:lstStyle>
            <a:lvl1pPr marL="0" indent="0" algn="ctr">
              <a:lnSpc>
                <a:spcPct val="90000"/>
              </a:lnSpc>
              <a:spcBef>
                <a:spcPts val="0"/>
              </a:spcBef>
              <a:buNone/>
              <a:defRPr sz="2000" b="1" i="0">
                <a:solidFill>
                  <a:schemeClr val="bg1"/>
                </a:solidFill>
                <a:latin typeface="+mj-lt"/>
              </a:defRPr>
            </a:lvl1pPr>
            <a:lvl2pPr marL="0" indent="0" algn="ctr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  <a:defRPr sz="1600"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nb"/>
              <a:t>Kort tittel</a:t>
            </a:r>
          </a:p>
        </p:txBody>
      </p:sp>
      <p:sp>
        <p:nvSpPr>
          <p:cNvPr id="29" name="Text 2">
            <a:extLst>
              <a:ext uri="{FF2B5EF4-FFF2-40B4-BE49-F238E27FC236}">
                <a16:creationId xmlns:a16="http://schemas.microsoft.com/office/drawing/2014/main" id="{B14F490F-2AAA-C579-9C22-18E3F1FAB151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4873346" y="4688746"/>
            <a:ext cx="3013591" cy="465118"/>
          </a:xfrm>
        </p:spPr>
        <p:txBody>
          <a:bodyPr wrap="square" lIns="360000" tIns="72000" rIns="360000">
            <a:sp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1200" b="0" i="0">
                <a:solidFill>
                  <a:schemeClr val="bg1"/>
                </a:solidFill>
                <a:latin typeface="+mn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buFont typeface="Arial" panose="020B0604020202020204" pitchFamily="34" charset="0"/>
              <a:buNone/>
              <a:defRPr sz="1200"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nb"/>
              <a:t>Tilleggstekst</a:t>
            </a:r>
          </a:p>
          <a:p>
            <a:pPr lvl="1"/>
            <a:r>
              <a:rPr lang="nb"/>
              <a:t>Andre nivå</a:t>
            </a:r>
            <a:endParaRPr lang="nb-NO"/>
          </a:p>
        </p:txBody>
      </p:sp>
      <p:sp>
        <p:nvSpPr>
          <p:cNvPr id="41" name="Image 3">
            <a:extLst>
              <a:ext uri="{FF2B5EF4-FFF2-40B4-BE49-F238E27FC236}">
                <a16:creationId xmlns:a16="http://schemas.microsoft.com/office/drawing/2014/main" id="{9472DD20-051F-AADC-8DD1-8690BDCE7D5F}"/>
              </a:ext>
            </a:extLst>
          </p:cNvPr>
          <p:cNvSpPr>
            <a:spLocks noGrp="1"/>
          </p:cNvSpPr>
          <p:nvPr>
            <p:ph type="pic" sz="quarter" idx="31" hasCustomPrompt="1"/>
          </p:nvPr>
        </p:nvSpPr>
        <p:spPr>
          <a:xfrm>
            <a:off x="8092962" y="1191872"/>
            <a:ext cx="3013591" cy="3034528"/>
          </a:xfrm>
          <a:custGeom>
            <a:avLst/>
            <a:gdLst>
              <a:gd name="connsiteX0" fmla="*/ 213809 w 3014368"/>
              <a:gd name="connsiteY0" fmla="*/ 0 h 3034528"/>
              <a:gd name="connsiteX1" fmla="*/ 2800559 w 3014368"/>
              <a:gd name="connsiteY1" fmla="*/ 0 h 3034528"/>
              <a:gd name="connsiteX2" fmla="*/ 3014368 w 3014368"/>
              <a:gd name="connsiteY2" fmla="*/ 213809 h 3034528"/>
              <a:gd name="connsiteX3" fmla="*/ 3014368 w 3014368"/>
              <a:gd name="connsiteY3" fmla="*/ 3034528 h 3034528"/>
              <a:gd name="connsiteX4" fmla="*/ 0 w 3014368"/>
              <a:gd name="connsiteY4" fmla="*/ 3034528 h 3034528"/>
              <a:gd name="connsiteX5" fmla="*/ 0 w 3014368"/>
              <a:gd name="connsiteY5" fmla="*/ 213809 h 3034528"/>
              <a:gd name="connsiteX6" fmla="*/ 213809 w 3014368"/>
              <a:gd name="connsiteY6" fmla="*/ 0 h 303452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3014368" h="3034528">
                <a:moveTo>
                  <a:pt x="213809" y="0"/>
                </a:moveTo>
                <a:lnTo>
                  <a:pt x="2800559" y="0"/>
                </a:lnTo>
                <a:cubicBezTo>
                  <a:pt x="2918642" y="0"/>
                  <a:pt x="3014368" y="95726"/>
                  <a:pt x="3014368" y="213809"/>
                </a:cubicBezTo>
                <a:lnTo>
                  <a:pt x="3014368" y="3034528"/>
                </a:lnTo>
                <a:lnTo>
                  <a:pt x="0" y="3034528"/>
                </a:lnTo>
                <a:lnTo>
                  <a:pt x="0" y="213809"/>
                </a:lnTo>
                <a:cubicBezTo>
                  <a:pt x="0" y="95726"/>
                  <a:pt x="95726" y="0"/>
                  <a:pt x="213809" y="0"/>
                </a:cubicBezTo>
                <a:close/>
              </a:path>
            </a:pathLst>
          </a:custGeom>
          <a:solidFill>
            <a:schemeClr val="tx2"/>
          </a:solidFill>
        </p:spPr>
        <p:txBody>
          <a:bodyPr wrap="square" tIns="360000">
            <a:noAutofit/>
          </a:bodyPr>
          <a:lstStyle>
            <a:lvl1pPr marL="0" indent="0" algn="ctr">
              <a:buNone/>
              <a:defRPr sz="1200">
                <a:solidFill>
                  <a:schemeClr val="bg1"/>
                </a:solidFill>
              </a:defRPr>
            </a:lvl1pPr>
          </a:lstStyle>
          <a:p>
            <a:r>
              <a:rPr lang="nb"/>
              <a:t>Bilde 3</a:t>
            </a:r>
          </a:p>
        </p:txBody>
      </p:sp>
      <p:sp>
        <p:nvSpPr>
          <p:cNvPr id="22" name="Card Title 3">
            <a:extLst>
              <a:ext uri="{FF2B5EF4-FFF2-40B4-BE49-F238E27FC236}">
                <a16:creationId xmlns:a16="http://schemas.microsoft.com/office/drawing/2014/main" id="{598F07C3-8939-0589-7223-A411B20B99AD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8092962" y="4409517"/>
            <a:ext cx="3013591" cy="276999"/>
          </a:xfrm>
        </p:spPr>
        <p:txBody>
          <a:bodyPr lIns="360000" rIns="360000">
            <a:spAutoFit/>
          </a:bodyPr>
          <a:lstStyle>
            <a:lvl1pPr marL="0" indent="0" algn="ctr">
              <a:lnSpc>
                <a:spcPct val="90000"/>
              </a:lnSpc>
              <a:spcBef>
                <a:spcPts val="0"/>
              </a:spcBef>
              <a:buNone/>
              <a:defRPr sz="2000" b="1" i="0">
                <a:solidFill>
                  <a:schemeClr val="bg1"/>
                </a:solidFill>
                <a:latin typeface="+mj-lt"/>
              </a:defRPr>
            </a:lvl1pPr>
            <a:lvl2pPr marL="0" indent="0" algn="ctr">
              <a:lnSpc>
                <a:spcPct val="100000"/>
              </a:lnSpc>
              <a:buFont typeface="Arial" panose="020B0604020202020204" pitchFamily="34" charset="0"/>
              <a:buNone/>
              <a:defRPr sz="1600"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nb"/>
              <a:t>Kort tittel</a:t>
            </a:r>
          </a:p>
        </p:txBody>
      </p:sp>
      <p:sp>
        <p:nvSpPr>
          <p:cNvPr id="27" name="Text 3">
            <a:extLst>
              <a:ext uri="{FF2B5EF4-FFF2-40B4-BE49-F238E27FC236}">
                <a16:creationId xmlns:a16="http://schemas.microsoft.com/office/drawing/2014/main" id="{6F141E99-2701-AA17-93FD-00F62FB699B5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8092962" y="4688746"/>
            <a:ext cx="3013591" cy="465118"/>
          </a:xfrm>
        </p:spPr>
        <p:txBody>
          <a:bodyPr lIns="360000" tIns="72000" rIns="360000">
            <a:sp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1200" b="0" i="0">
                <a:solidFill>
                  <a:schemeClr val="bg1"/>
                </a:solidFill>
                <a:latin typeface="+mn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buFont typeface="Arial" panose="020B0604020202020204" pitchFamily="34" charset="0"/>
              <a:buNone/>
              <a:defRPr sz="1200">
                <a:solidFill>
                  <a:schemeClr val="bg1"/>
                </a:solidFill>
                <a:latin typeface="+mn-lt"/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nb"/>
              <a:t>Tilleggstekst</a:t>
            </a:r>
          </a:p>
          <a:p>
            <a:pPr lvl="1"/>
            <a:r>
              <a:rPr lang="nb"/>
              <a:t>Andre nivå</a:t>
            </a:r>
            <a:endParaRPr lang="nb-NO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603204C-8D7D-421D-34FA-5960A15A1084}"/>
              </a:ext>
            </a:extLst>
          </p:cNvPr>
          <p:cNvSpPr>
            <a:spLocks noGrp="1"/>
          </p:cNvSpPr>
          <p:nvPr>
            <p:ph type="dt" sz="half" idx="32"/>
          </p:nvPr>
        </p:nvSpPr>
        <p:spPr/>
        <p:txBody>
          <a:bodyPr/>
          <a:lstStyle/>
          <a:p>
            <a:fld id="{7C3E358C-23F0-464C-BE59-9BA22C49933C}" type="datetime1">
              <a:rPr lang="nb-NO" smtClean="0"/>
              <a:t>18.09.2026</a:t>
            </a:fld>
            <a:endParaRPr lang="en-GB"/>
          </a:p>
        </p:txBody>
      </p:sp>
      <p:sp>
        <p:nvSpPr>
          <p:cNvPr id="6" name="TekstSylinder 50">
            <a:extLst>
              <a:ext uri="{FF2B5EF4-FFF2-40B4-BE49-F238E27FC236}">
                <a16:creationId xmlns:a16="http://schemas.microsoft.com/office/drawing/2014/main" id="{44EA06E5-CCC9-D7C7-227E-48FBE936FF8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/>
          <p:nvPr userDrawn="1"/>
        </p:nvSpPr>
        <p:spPr>
          <a:xfrm>
            <a:off x="12627096" y="4105715"/>
            <a:ext cx="2178795" cy="2032530"/>
          </a:xfrm>
          <a:prstGeom prst="rect">
            <a:avLst/>
          </a:prstGeom>
          <a:noFill/>
        </p:spPr>
        <p:txBody>
          <a:bodyPr wrap="square" lIns="0" tIns="108000" rIns="0" bIns="0" rtlCol="0">
            <a:spAutoFit/>
          </a:bodyPr>
          <a:lstStyle>
            <a:defPPr>
              <a:defRPr lang="en-NO"/>
            </a:defPPr>
            <a:lvl1pPr>
              <a:spcAft>
                <a:spcPts val="600"/>
              </a:spcAft>
              <a:defRPr b="0" i="0">
                <a:cs typeface="Arial" panose="020B0604020202020204" pitchFamily="34" charset="0"/>
              </a:defRPr>
            </a:lvl1pPr>
          </a:lstStyle>
          <a:p>
            <a:pPr lvl="0"/>
            <a:r>
              <a:rPr lang="nb" sz="1200" b="0" i="0" noProof="1">
                <a:solidFill>
                  <a:srgbClr val="070451"/>
                </a:solidFill>
                <a:latin typeface="+mj-lt"/>
                <a:cs typeface="TelenorEvolutionPPT-Light" panose="020B0604020202020204" charset="0"/>
              </a:rPr>
              <a:t>Endre farger</a:t>
            </a:r>
          </a:p>
          <a:p>
            <a:pPr lvl="0">
              <a:lnSpc>
                <a:spcPct val="120000"/>
              </a:lnSpc>
            </a:pPr>
            <a:r>
              <a:rPr lang="nb" sz="800" b="0" i="0" noProof="1">
                <a:solidFill>
                  <a:srgbClr val="070451"/>
                </a:solidFill>
                <a:latin typeface="+mj-lt"/>
                <a:cs typeface="TelenorEvolutionPPT-Light" panose="020B0604020202020204" charset="0"/>
              </a:rPr>
              <a:t>Gjør følgende for å endre bakgrunnsfarge:</a:t>
            </a:r>
          </a:p>
          <a:p>
            <a:pPr lvl="0">
              <a:lnSpc>
                <a:spcPct val="110000"/>
              </a:lnSpc>
            </a:pPr>
            <a:r>
              <a:rPr lang="nb" sz="800" b="0" i="0" noProof="1">
                <a:solidFill>
                  <a:srgbClr val="070451"/>
                </a:solidFill>
                <a:cs typeface="TelenorEvolutionPPT-Light" panose="020B0604020202020204" charset="0"/>
              </a:rPr>
              <a:t>Høyreklikk på lysbildet ditt, velg "formater bakgrunn" for å åpne "formatruten".</a:t>
            </a:r>
          </a:p>
          <a:p>
            <a:pPr lvl="0">
              <a:lnSpc>
                <a:spcPct val="110000"/>
              </a:lnSpc>
            </a:pPr>
            <a:r>
              <a:rPr lang="nb" sz="800" b="0" i="0" noProof="1">
                <a:solidFill>
                  <a:srgbClr val="070451"/>
                </a:solidFill>
                <a:cs typeface="TelenorEvolutionPPT-Light" panose="020B0604020202020204" charset="0"/>
              </a:rPr>
              <a:t>I formatruten velger du «Heldekkende fyll» og endrer «fyllfarge». </a:t>
            </a:r>
          </a:p>
          <a:p>
            <a:pPr lvl="0">
              <a:lnSpc>
                <a:spcPct val="110000"/>
              </a:lnSpc>
            </a:pPr>
            <a:r>
              <a:rPr lang="nb" sz="800" b="0" i="0" noProof="1">
                <a:solidFill>
                  <a:srgbClr val="070451"/>
                </a:solidFill>
                <a:cs typeface="TelenorEvolutionPPT-Light" panose="020B0604020202020204" charset="0"/>
              </a:rPr>
              <a:t>Bruk en av temafargene </a:t>
            </a:r>
            <a:r>
              <a:rPr lang="nb" sz="800" b="0" i="0" noProof="1">
                <a:solidFill>
                  <a:srgbClr val="070451"/>
                </a:solidFill>
                <a:latin typeface="+mj-lt"/>
                <a:cs typeface="TelenorEvolutionPPT-Light" panose="020B0604020202020204" charset="0"/>
              </a:rPr>
              <a:t>eller</a:t>
            </a:r>
            <a:r>
              <a:rPr lang="nb" sz="800" b="0" i="0" noProof="1">
                <a:solidFill>
                  <a:srgbClr val="070451"/>
                </a:solidFill>
                <a:cs typeface="TelenorEvolutionPPT-Light" panose="020B0604020202020204" charset="0"/>
              </a:rPr>
              <a:t> velg "flere farger" og bruk pipetten til å øyedroppe en av </a:t>
            </a:r>
            <a:r>
              <a:rPr lang="nb" sz="800" b="0" i="0" noProof="1">
                <a:solidFill>
                  <a:srgbClr val="070451"/>
                </a:solidFill>
                <a:latin typeface="+mj-lt"/>
                <a:cs typeface="TelenorEvolutionPPT-Light" panose="020B0604020202020204" charset="0"/>
              </a:rPr>
              <a:t>bakgrunnsfargene</a:t>
            </a:r>
            <a:r>
              <a:rPr lang="nb" sz="800" b="0" i="0" noProof="1">
                <a:solidFill>
                  <a:srgbClr val="070451"/>
                </a:solidFill>
                <a:cs typeface="TelenorEvolutionPPT-Light" panose="020B0604020202020204" charset="0"/>
              </a:rPr>
              <a:t>  fra dette panelet.</a:t>
            </a:r>
          </a:p>
          <a:p>
            <a:pPr lvl="0">
              <a:lnSpc>
                <a:spcPct val="110000"/>
              </a:lnSpc>
            </a:pPr>
            <a:r>
              <a:rPr lang="nb" sz="800" b="0" i="0" noProof="1">
                <a:solidFill>
                  <a:srgbClr val="070451"/>
                </a:solidFill>
                <a:cs typeface="TelenorEvolutionPPT-Light" panose="020B0604020202020204" charset="0"/>
              </a:rPr>
              <a:t>Sørg alltid for tilstrekkelig kontrast mellom bakgrunn, tekst og logo.</a:t>
            </a:r>
            <a:endParaRPr lang="en-GB" sz="1100" b="0" i="0" noProof="1">
              <a:solidFill>
                <a:srgbClr val="070451"/>
              </a:solidFill>
              <a:cs typeface="TelenorEvolutionPPT-Light" panose="020B060402020202020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212896489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:adec="http://schemas.microsoft.com/office/drawing/2017/decorative" xmlns:a16="http://schemas.microsoft.com/office/drawing/2014/main" xmlns="">
      <p:transition spd="med">
        <p:fade/>
      </p:transition>
    </mc:Fallback>
  </mc:AlternateContent>
</p:sldLayout>
</file>

<file path=ppt/slideLayouts/slideLayout5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ards 2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!!Form 1">
            <a:extLst>
              <a:ext uri="{FF2B5EF4-FFF2-40B4-BE49-F238E27FC236}">
                <a16:creationId xmlns:a16="http://schemas.microsoft.com/office/drawing/2014/main" id="{77DA3ABA-5B44-F5E5-8C95-D10706771C8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088146" y="4222527"/>
            <a:ext cx="3013200" cy="1443600"/>
          </a:xfrm>
          <a:prstGeom prst="round2SameRect">
            <a:avLst>
              <a:gd name="adj1" fmla="val 0"/>
              <a:gd name="adj2" fmla="val 14066"/>
            </a:avLst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108000" rIns="108000" bIns="108000" rtlCol="0" anchor="t" anchorCtr="0"/>
          <a:lstStyle/>
          <a:p>
            <a:pPr algn="l"/>
            <a:endParaRPr lang="nb-NO" sz="1200" err="1">
              <a:solidFill>
                <a:schemeClr val="bg1"/>
              </a:solidFill>
            </a:endParaRPr>
          </a:p>
        </p:txBody>
      </p:sp>
      <p:sp>
        <p:nvSpPr>
          <p:cNvPr id="7" name="!!Form 2">
            <a:extLst>
              <a:ext uri="{FF2B5EF4-FFF2-40B4-BE49-F238E27FC236}">
                <a16:creationId xmlns:a16="http://schemas.microsoft.com/office/drawing/2014/main" id="{912ACED8-F51A-37B8-87C4-A28A636493F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4311259" y="4219013"/>
            <a:ext cx="3569481" cy="2102400"/>
          </a:xfrm>
          <a:prstGeom prst="round2SameRect">
            <a:avLst>
              <a:gd name="adj1" fmla="val 0"/>
              <a:gd name="adj2" fmla="val 11964"/>
            </a:avLst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108000" rIns="108000" bIns="108000" rtlCol="0" anchor="t" anchorCtr="0"/>
          <a:lstStyle/>
          <a:p>
            <a:pPr algn="l"/>
            <a:endParaRPr lang="nb-NO" sz="1200" err="1">
              <a:solidFill>
                <a:schemeClr val="bg1"/>
              </a:solidFill>
            </a:endParaRPr>
          </a:p>
        </p:txBody>
      </p:sp>
      <p:sp>
        <p:nvSpPr>
          <p:cNvPr id="8" name="!!Form 3">
            <a:extLst>
              <a:ext uri="{FF2B5EF4-FFF2-40B4-BE49-F238E27FC236}">
                <a16:creationId xmlns:a16="http://schemas.microsoft.com/office/drawing/2014/main" id="{3D1C86B4-5635-D452-0D7A-7E4DF6AEB03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8092962" y="4218448"/>
            <a:ext cx="3013007" cy="1447679"/>
          </a:xfrm>
          <a:prstGeom prst="round2SameRect">
            <a:avLst>
              <a:gd name="adj1" fmla="val 0"/>
              <a:gd name="adj2" fmla="val 13751"/>
            </a:avLst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108000" rIns="108000" bIns="108000" rtlCol="0" anchor="t" anchorCtr="0"/>
          <a:lstStyle/>
          <a:p>
            <a:pPr algn="l"/>
            <a:endParaRPr lang="nb-NO" sz="1200" err="1">
              <a:solidFill>
                <a:schemeClr val="bg1"/>
              </a:solidFill>
            </a:endParaRP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C690B788-9DAD-CFA5-0BCB-A01A8E22829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08810A5-7811-344D-9AE9-EC83104FB54D}" type="slidenum">
              <a:rPr lang="en-GB" smtClean="0"/>
              <a:t>‹#›</a:t>
            </a:fld>
            <a:endParaRPr lang="en-GB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C5C8A53-162E-7A3F-543D-343E14BD99E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37" name="Image 1">
            <a:extLst>
              <a:ext uri="{FF2B5EF4-FFF2-40B4-BE49-F238E27FC236}">
                <a16:creationId xmlns:a16="http://schemas.microsoft.com/office/drawing/2014/main" id="{F38BACCD-B354-5D0D-EB63-83F1B9D91F00}"/>
              </a:ext>
            </a:extLst>
          </p:cNvPr>
          <p:cNvSpPr>
            <a:spLocks noGrp="1"/>
          </p:cNvSpPr>
          <p:nvPr>
            <p:ph type="pic" sz="quarter" idx="12" hasCustomPrompt="1"/>
          </p:nvPr>
        </p:nvSpPr>
        <p:spPr>
          <a:xfrm>
            <a:off x="1088146" y="1191600"/>
            <a:ext cx="3013200" cy="3034800"/>
          </a:xfrm>
          <a:custGeom>
            <a:avLst/>
            <a:gdLst>
              <a:gd name="connsiteX0" fmla="*/ 213726 w 3013200"/>
              <a:gd name="connsiteY0" fmla="*/ 0 h 3034800"/>
              <a:gd name="connsiteX1" fmla="*/ 2799474 w 3013200"/>
              <a:gd name="connsiteY1" fmla="*/ 0 h 3034800"/>
              <a:gd name="connsiteX2" fmla="*/ 3013200 w 3013200"/>
              <a:gd name="connsiteY2" fmla="*/ 213726 h 3034800"/>
              <a:gd name="connsiteX3" fmla="*/ 3013200 w 3013200"/>
              <a:gd name="connsiteY3" fmla="*/ 3034800 h 3034800"/>
              <a:gd name="connsiteX4" fmla="*/ 0 w 3013200"/>
              <a:gd name="connsiteY4" fmla="*/ 3034800 h 3034800"/>
              <a:gd name="connsiteX5" fmla="*/ 0 w 3013200"/>
              <a:gd name="connsiteY5" fmla="*/ 213726 h 3034800"/>
              <a:gd name="connsiteX6" fmla="*/ 213726 w 3013200"/>
              <a:gd name="connsiteY6" fmla="*/ 0 h 30348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3013200" h="3034800">
                <a:moveTo>
                  <a:pt x="213726" y="0"/>
                </a:moveTo>
                <a:lnTo>
                  <a:pt x="2799474" y="0"/>
                </a:lnTo>
                <a:cubicBezTo>
                  <a:pt x="2917512" y="0"/>
                  <a:pt x="3013200" y="95688"/>
                  <a:pt x="3013200" y="213726"/>
                </a:cubicBezTo>
                <a:lnTo>
                  <a:pt x="3013200" y="3034800"/>
                </a:lnTo>
                <a:lnTo>
                  <a:pt x="0" y="3034800"/>
                </a:lnTo>
                <a:lnTo>
                  <a:pt x="0" y="213726"/>
                </a:lnTo>
                <a:cubicBezTo>
                  <a:pt x="0" y="95688"/>
                  <a:pt x="95688" y="0"/>
                  <a:pt x="213726" y="0"/>
                </a:cubicBezTo>
                <a:close/>
              </a:path>
            </a:pathLst>
          </a:custGeom>
          <a:solidFill>
            <a:schemeClr val="tx2"/>
          </a:solidFill>
        </p:spPr>
        <p:txBody>
          <a:bodyPr wrap="square" tIns="360000">
            <a:noAutofit/>
          </a:bodyPr>
          <a:lstStyle>
            <a:lvl1pPr marL="0" indent="0" algn="ctr">
              <a:buNone/>
              <a:defRPr sz="1200">
                <a:solidFill>
                  <a:schemeClr val="bg1"/>
                </a:solidFill>
              </a:defRPr>
            </a:lvl1pPr>
          </a:lstStyle>
          <a:p>
            <a:r>
              <a:rPr lang="nb"/>
              <a:t>Bilde 1</a:t>
            </a:r>
          </a:p>
        </p:txBody>
      </p:sp>
      <p:sp>
        <p:nvSpPr>
          <p:cNvPr id="21" name="Card Title 1">
            <a:extLst>
              <a:ext uri="{FF2B5EF4-FFF2-40B4-BE49-F238E27FC236}">
                <a16:creationId xmlns:a16="http://schemas.microsoft.com/office/drawing/2014/main" id="{EADAABA4-F5CB-0667-6C75-ECE0ABB02437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1088146" y="4409517"/>
            <a:ext cx="3013200" cy="276999"/>
          </a:xfrm>
        </p:spPr>
        <p:txBody>
          <a:bodyPr lIns="360000" rIns="360000">
            <a:spAutoFit/>
          </a:bodyPr>
          <a:lstStyle>
            <a:lvl1pPr marL="0" indent="0" algn="ctr">
              <a:lnSpc>
                <a:spcPct val="90000"/>
              </a:lnSpc>
              <a:spcBef>
                <a:spcPts val="0"/>
              </a:spcBef>
              <a:buNone/>
              <a:defRPr sz="2000" b="1" i="0">
                <a:solidFill>
                  <a:schemeClr val="bg1"/>
                </a:solidFill>
                <a:latin typeface="+mj-lt"/>
              </a:defRPr>
            </a:lvl1pPr>
            <a:lvl2pPr marL="0" indent="0" algn="ctr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  <a:defRPr sz="1600"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nb"/>
              <a:t>Kort tittel</a:t>
            </a:r>
          </a:p>
        </p:txBody>
      </p:sp>
      <p:sp>
        <p:nvSpPr>
          <p:cNvPr id="25" name="Text 1">
            <a:extLst>
              <a:ext uri="{FF2B5EF4-FFF2-40B4-BE49-F238E27FC236}">
                <a16:creationId xmlns:a16="http://schemas.microsoft.com/office/drawing/2014/main" id="{7256B910-46FF-2473-9191-6F8E7A099C47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1088146" y="4688746"/>
            <a:ext cx="3013591" cy="465118"/>
          </a:xfrm>
        </p:spPr>
        <p:txBody>
          <a:bodyPr lIns="360000" tIns="72000" rIns="360000">
            <a:sp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1200" b="0" i="0">
                <a:solidFill>
                  <a:schemeClr val="bg1"/>
                </a:solidFill>
                <a:latin typeface="+mn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buFont typeface="Arial" panose="020B0604020202020204" pitchFamily="34" charset="0"/>
              <a:buNone/>
              <a:defRPr sz="1200">
                <a:solidFill>
                  <a:schemeClr val="bg1"/>
                </a:solidFill>
                <a:latin typeface="+mn-lt"/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nb"/>
              <a:t>Tilleggstekst</a:t>
            </a:r>
          </a:p>
          <a:p>
            <a:pPr lvl="1"/>
            <a:r>
              <a:rPr lang="nb"/>
              <a:t>Andre nivå</a:t>
            </a:r>
            <a:endParaRPr lang="nb-NO"/>
          </a:p>
        </p:txBody>
      </p:sp>
      <p:sp>
        <p:nvSpPr>
          <p:cNvPr id="39" name="Image 2">
            <a:extLst>
              <a:ext uri="{FF2B5EF4-FFF2-40B4-BE49-F238E27FC236}">
                <a16:creationId xmlns:a16="http://schemas.microsoft.com/office/drawing/2014/main" id="{B538B689-7B66-C894-A7D8-BF7EEE842975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pic" sz="quarter" idx="30" hasCustomPrompt="1"/>
          </p:nvPr>
        </p:nvSpPr>
        <p:spPr>
          <a:xfrm>
            <a:off x="4311967" y="540000"/>
            <a:ext cx="3568064" cy="3686400"/>
          </a:xfrm>
          <a:custGeom>
            <a:avLst/>
            <a:gdLst>
              <a:gd name="connsiteX0" fmla="*/ 253050 w 3567600"/>
              <a:gd name="connsiteY0" fmla="*/ 0 h 3686400"/>
              <a:gd name="connsiteX1" fmla="*/ 3314550 w 3567600"/>
              <a:gd name="connsiteY1" fmla="*/ 0 h 3686400"/>
              <a:gd name="connsiteX2" fmla="*/ 3567600 w 3567600"/>
              <a:gd name="connsiteY2" fmla="*/ 253050 h 3686400"/>
              <a:gd name="connsiteX3" fmla="*/ 3567600 w 3567600"/>
              <a:gd name="connsiteY3" fmla="*/ 3686400 h 3686400"/>
              <a:gd name="connsiteX4" fmla="*/ 0 w 3567600"/>
              <a:gd name="connsiteY4" fmla="*/ 3686400 h 3686400"/>
              <a:gd name="connsiteX5" fmla="*/ 0 w 3567600"/>
              <a:gd name="connsiteY5" fmla="*/ 253050 h 3686400"/>
              <a:gd name="connsiteX6" fmla="*/ 253050 w 3567600"/>
              <a:gd name="connsiteY6" fmla="*/ 0 h 36864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3567600" h="3686400">
                <a:moveTo>
                  <a:pt x="253050" y="0"/>
                </a:moveTo>
                <a:lnTo>
                  <a:pt x="3314550" y="0"/>
                </a:lnTo>
                <a:cubicBezTo>
                  <a:pt x="3454306" y="0"/>
                  <a:pt x="3567600" y="113294"/>
                  <a:pt x="3567600" y="253050"/>
                </a:cubicBezTo>
                <a:lnTo>
                  <a:pt x="3567600" y="3686400"/>
                </a:lnTo>
                <a:lnTo>
                  <a:pt x="0" y="3686400"/>
                </a:lnTo>
                <a:lnTo>
                  <a:pt x="0" y="253050"/>
                </a:lnTo>
                <a:cubicBezTo>
                  <a:pt x="0" y="113294"/>
                  <a:pt x="113294" y="0"/>
                  <a:pt x="253050" y="0"/>
                </a:cubicBezTo>
                <a:close/>
              </a:path>
            </a:pathLst>
          </a:custGeom>
          <a:solidFill>
            <a:schemeClr val="tx2"/>
          </a:solidFill>
        </p:spPr>
        <p:txBody>
          <a:bodyPr wrap="square" tIns="360000">
            <a:noAutofit/>
          </a:bodyPr>
          <a:lstStyle>
            <a:lvl1pPr marL="0" indent="0" algn="ctr">
              <a:buNone/>
              <a:defRPr sz="1200">
                <a:solidFill>
                  <a:schemeClr val="bg1"/>
                </a:solidFill>
              </a:defRPr>
            </a:lvl1pPr>
          </a:lstStyle>
          <a:p>
            <a:r>
              <a:rPr lang="nb"/>
              <a:t>Bilde 2</a:t>
            </a:r>
          </a:p>
        </p:txBody>
      </p:sp>
      <p:sp>
        <p:nvSpPr>
          <p:cNvPr id="28" name="Card Title 2">
            <a:extLst>
              <a:ext uri="{FF2B5EF4-FFF2-40B4-BE49-F238E27FC236}">
                <a16:creationId xmlns:a16="http://schemas.microsoft.com/office/drawing/2014/main" id="{EDBD39A7-8C48-88E8-32E2-D5EDAFD57088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4311259" y="4584561"/>
            <a:ext cx="3569481" cy="387798"/>
          </a:xfrm>
        </p:spPr>
        <p:txBody>
          <a:bodyPr wrap="square" lIns="360000" rIns="360000">
            <a:spAutoFit/>
          </a:bodyPr>
          <a:lstStyle>
            <a:lvl1pPr marL="0" indent="0" algn="ctr">
              <a:lnSpc>
                <a:spcPct val="90000"/>
              </a:lnSpc>
              <a:spcBef>
                <a:spcPts val="0"/>
              </a:spcBef>
              <a:buNone/>
              <a:defRPr sz="2800" b="1" i="0">
                <a:solidFill>
                  <a:schemeClr val="bg1"/>
                </a:solidFill>
                <a:latin typeface="+mj-lt"/>
              </a:defRPr>
            </a:lvl1pPr>
            <a:lvl2pPr marL="0" indent="0" algn="ctr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  <a:defRPr sz="1600"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nb"/>
              <a:t>Kort tittel</a:t>
            </a:r>
          </a:p>
        </p:txBody>
      </p:sp>
      <p:sp>
        <p:nvSpPr>
          <p:cNvPr id="29" name="Text 2">
            <a:extLst>
              <a:ext uri="{FF2B5EF4-FFF2-40B4-BE49-F238E27FC236}">
                <a16:creationId xmlns:a16="http://schemas.microsoft.com/office/drawing/2014/main" id="{B14F490F-2AAA-C579-9C22-18E3F1FAB151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4311259" y="4977432"/>
            <a:ext cx="3569481" cy="530521"/>
          </a:xfrm>
        </p:spPr>
        <p:txBody>
          <a:bodyPr wrap="square" lIns="360000" tIns="72000" rIns="360000">
            <a:sp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1400" b="0" i="0">
                <a:solidFill>
                  <a:schemeClr val="bg1"/>
                </a:solidFill>
                <a:latin typeface="+mn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buFont typeface="Arial" panose="020B0604020202020204" pitchFamily="34" charset="0"/>
              <a:buNone/>
              <a:defRPr sz="1400"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nb"/>
              <a:t>Tilleggstekst</a:t>
            </a:r>
          </a:p>
          <a:p>
            <a:pPr lvl="1"/>
            <a:r>
              <a:rPr lang="nb"/>
              <a:t>Andre nivå</a:t>
            </a:r>
            <a:endParaRPr lang="nb-NO"/>
          </a:p>
        </p:txBody>
      </p:sp>
      <p:sp>
        <p:nvSpPr>
          <p:cNvPr id="41" name="Image 3">
            <a:extLst>
              <a:ext uri="{FF2B5EF4-FFF2-40B4-BE49-F238E27FC236}">
                <a16:creationId xmlns:a16="http://schemas.microsoft.com/office/drawing/2014/main" id="{9472DD20-051F-AADC-8DD1-8690BDCE7D5F}"/>
              </a:ext>
            </a:extLst>
          </p:cNvPr>
          <p:cNvSpPr>
            <a:spLocks noGrp="1"/>
          </p:cNvSpPr>
          <p:nvPr>
            <p:ph type="pic" sz="quarter" idx="31" hasCustomPrompt="1"/>
          </p:nvPr>
        </p:nvSpPr>
        <p:spPr>
          <a:xfrm>
            <a:off x="8092377" y="1191872"/>
            <a:ext cx="3014760" cy="3034528"/>
          </a:xfrm>
          <a:custGeom>
            <a:avLst/>
            <a:gdLst>
              <a:gd name="connsiteX0" fmla="*/ 213809 w 3014368"/>
              <a:gd name="connsiteY0" fmla="*/ 0 h 3034528"/>
              <a:gd name="connsiteX1" fmla="*/ 2800559 w 3014368"/>
              <a:gd name="connsiteY1" fmla="*/ 0 h 3034528"/>
              <a:gd name="connsiteX2" fmla="*/ 3014368 w 3014368"/>
              <a:gd name="connsiteY2" fmla="*/ 213809 h 3034528"/>
              <a:gd name="connsiteX3" fmla="*/ 3014368 w 3014368"/>
              <a:gd name="connsiteY3" fmla="*/ 3034528 h 3034528"/>
              <a:gd name="connsiteX4" fmla="*/ 0 w 3014368"/>
              <a:gd name="connsiteY4" fmla="*/ 3034528 h 3034528"/>
              <a:gd name="connsiteX5" fmla="*/ 0 w 3014368"/>
              <a:gd name="connsiteY5" fmla="*/ 213809 h 3034528"/>
              <a:gd name="connsiteX6" fmla="*/ 213809 w 3014368"/>
              <a:gd name="connsiteY6" fmla="*/ 0 h 303452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3014368" h="3034528">
                <a:moveTo>
                  <a:pt x="213809" y="0"/>
                </a:moveTo>
                <a:lnTo>
                  <a:pt x="2800559" y="0"/>
                </a:lnTo>
                <a:cubicBezTo>
                  <a:pt x="2918642" y="0"/>
                  <a:pt x="3014368" y="95726"/>
                  <a:pt x="3014368" y="213809"/>
                </a:cubicBezTo>
                <a:lnTo>
                  <a:pt x="3014368" y="3034528"/>
                </a:lnTo>
                <a:lnTo>
                  <a:pt x="0" y="3034528"/>
                </a:lnTo>
                <a:lnTo>
                  <a:pt x="0" y="213809"/>
                </a:lnTo>
                <a:cubicBezTo>
                  <a:pt x="0" y="95726"/>
                  <a:pt x="95726" y="0"/>
                  <a:pt x="213809" y="0"/>
                </a:cubicBezTo>
                <a:close/>
              </a:path>
            </a:pathLst>
          </a:custGeom>
          <a:solidFill>
            <a:schemeClr val="tx2"/>
          </a:solidFill>
        </p:spPr>
        <p:txBody>
          <a:bodyPr wrap="square" tIns="360000">
            <a:noAutofit/>
          </a:bodyPr>
          <a:lstStyle>
            <a:lvl1pPr marL="0" indent="0" algn="ctr">
              <a:buNone/>
              <a:defRPr sz="1200">
                <a:solidFill>
                  <a:schemeClr val="bg1"/>
                </a:solidFill>
              </a:defRPr>
            </a:lvl1pPr>
          </a:lstStyle>
          <a:p>
            <a:r>
              <a:rPr lang="nb"/>
              <a:t>Bilde 3</a:t>
            </a:r>
          </a:p>
        </p:txBody>
      </p:sp>
      <p:sp>
        <p:nvSpPr>
          <p:cNvPr id="22" name="Card Title 3">
            <a:extLst>
              <a:ext uri="{FF2B5EF4-FFF2-40B4-BE49-F238E27FC236}">
                <a16:creationId xmlns:a16="http://schemas.microsoft.com/office/drawing/2014/main" id="{598F07C3-8939-0589-7223-A411B20B99AD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8092962" y="4409517"/>
            <a:ext cx="3013591" cy="276999"/>
          </a:xfrm>
        </p:spPr>
        <p:txBody>
          <a:bodyPr lIns="360000" rIns="360000">
            <a:spAutoFit/>
          </a:bodyPr>
          <a:lstStyle>
            <a:lvl1pPr marL="0" indent="0" algn="ctr">
              <a:lnSpc>
                <a:spcPct val="90000"/>
              </a:lnSpc>
              <a:spcBef>
                <a:spcPts val="0"/>
              </a:spcBef>
              <a:buNone/>
              <a:defRPr sz="2000" b="1" i="0">
                <a:solidFill>
                  <a:schemeClr val="bg1"/>
                </a:solidFill>
                <a:latin typeface="+mj-lt"/>
              </a:defRPr>
            </a:lvl1pPr>
            <a:lvl2pPr marL="0" indent="0" algn="ctr">
              <a:lnSpc>
                <a:spcPct val="100000"/>
              </a:lnSpc>
              <a:buFont typeface="Arial" panose="020B0604020202020204" pitchFamily="34" charset="0"/>
              <a:buNone/>
              <a:defRPr sz="1600"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nb"/>
              <a:t>Kort tittel</a:t>
            </a:r>
          </a:p>
        </p:txBody>
      </p:sp>
      <p:sp>
        <p:nvSpPr>
          <p:cNvPr id="27" name="Text 3">
            <a:extLst>
              <a:ext uri="{FF2B5EF4-FFF2-40B4-BE49-F238E27FC236}">
                <a16:creationId xmlns:a16="http://schemas.microsoft.com/office/drawing/2014/main" id="{6F141E99-2701-AA17-93FD-00F62FB699B5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8092962" y="4688746"/>
            <a:ext cx="3013200" cy="465118"/>
          </a:xfrm>
        </p:spPr>
        <p:txBody>
          <a:bodyPr lIns="360000" tIns="72000" rIns="360000">
            <a:sp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1200" b="0" i="0">
                <a:solidFill>
                  <a:schemeClr val="bg1"/>
                </a:solidFill>
                <a:latin typeface="+mn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buFont typeface="Arial" panose="020B0604020202020204" pitchFamily="34" charset="0"/>
              <a:buNone/>
              <a:defRPr sz="1200">
                <a:solidFill>
                  <a:schemeClr val="bg1"/>
                </a:solidFill>
                <a:latin typeface="+mn-lt"/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nb"/>
              <a:t>Tilleggstekst</a:t>
            </a:r>
          </a:p>
          <a:p>
            <a:pPr lvl="1"/>
            <a:r>
              <a:rPr lang="nb"/>
              <a:t>Andre nivå</a:t>
            </a:r>
            <a:endParaRPr lang="nb-NO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3BAC218-62D2-2C30-62E9-59ED1910B7A0}"/>
              </a:ext>
            </a:extLst>
          </p:cNvPr>
          <p:cNvSpPr>
            <a:spLocks noGrp="1"/>
          </p:cNvSpPr>
          <p:nvPr>
            <p:ph type="dt" sz="half" idx="32"/>
          </p:nvPr>
        </p:nvSpPr>
        <p:spPr/>
        <p:txBody>
          <a:bodyPr/>
          <a:lstStyle/>
          <a:p>
            <a:fld id="{FF075D01-6CBD-4B46-90C5-32A141548B97}" type="datetime1">
              <a:rPr lang="nb-NO" smtClean="0"/>
              <a:t>18.09.2026</a:t>
            </a:fld>
            <a:endParaRPr lang="en-GB"/>
          </a:p>
        </p:txBody>
      </p:sp>
      <p:grpSp>
        <p:nvGrpSpPr>
          <p:cNvPr id="2" name="Group 9">
            <a:extLst>
              <a:ext uri="{FF2B5EF4-FFF2-40B4-BE49-F238E27FC236}">
                <a16:creationId xmlns:a16="http://schemas.microsoft.com/office/drawing/2014/main" id="{6E36ECF0-CF0D-F89A-ACE1-1DE81533922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12373674" y="1"/>
            <a:ext cx="2627986" cy="6858000"/>
            <a:chOff x="12373674" y="1"/>
            <a:chExt cx="2627986" cy="6858000"/>
          </a:xfrm>
        </p:grpSpPr>
        <p:sp>
          <p:nvSpPr>
            <p:cNvPr id="9" name="Avrundet rektangel 4">
              <a:extLst>
                <a:ext uri="{FF2B5EF4-FFF2-40B4-BE49-F238E27FC236}">
                  <a16:creationId xmlns:a16="http://schemas.microsoft.com/office/drawing/2014/main" id="{AC55C6ED-39FA-90BD-3305-F92CFD8B04BE}"/>
                </a:ext>
              </a:extLst>
            </p:cNvPr>
            <p:cNvSpPr/>
            <p:nvPr/>
          </p:nvSpPr>
          <p:spPr>
            <a:xfrm>
              <a:off x="12373674" y="1"/>
              <a:ext cx="2627986" cy="6858000"/>
            </a:xfrm>
            <a:prstGeom prst="roundRect">
              <a:avLst>
                <a:gd name="adj" fmla="val 5452"/>
              </a:avLst>
            </a:prstGeom>
            <a:solidFill>
              <a:srgbClr val="FFFFFF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36000" tIns="36000" rIns="36000" bIns="36000" rtlCol="0" anchor="ctr"/>
            <a:lstStyle/>
            <a:p>
              <a:pPr algn="ctr">
                <a:lnSpc>
                  <a:spcPct val="90000"/>
                </a:lnSpc>
                <a:spcAft>
                  <a:spcPts val="1000"/>
                </a:spcAft>
              </a:pPr>
              <a:endParaRPr lang="en-GB" sz="100"/>
            </a:p>
          </p:txBody>
        </p:sp>
        <p:sp>
          <p:nvSpPr>
            <p:cNvPr id="10" name="TekstSylinder 48">
              <a:extLst>
                <a:ext uri="{FF2B5EF4-FFF2-40B4-BE49-F238E27FC236}">
                  <a16:creationId xmlns:a16="http://schemas.microsoft.com/office/drawing/2014/main" id="{43709D66-D82C-5971-50CD-7D6141556209}"/>
                </a:ext>
              </a:extLst>
            </p:cNvPr>
            <p:cNvSpPr txBox="1"/>
            <p:nvPr/>
          </p:nvSpPr>
          <p:spPr>
            <a:xfrm>
              <a:off x="12627097" y="244919"/>
              <a:ext cx="2140807" cy="778675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algn="l">
                <a:spcAft>
                  <a:spcPts val="600"/>
                </a:spcAft>
              </a:pPr>
              <a:r>
                <a:rPr lang="nb" sz="1100" b="0" i="0" dirty="0">
                  <a:solidFill>
                    <a:srgbClr val="070451"/>
                  </a:solidFill>
                  <a:latin typeface="+mj-lt"/>
                  <a:cs typeface="TelenorEvolutionPPT-Light" panose="020B0604020202020204" charset="0"/>
                </a:rPr>
                <a:t>Fargepalett</a:t>
              </a:r>
            </a:p>
            <a:p>
              <a:pPr marL="0" marR="0" lvl="0" indent="0" algn="l" defTabSz="914400" rtl="0" eaLnBrk="1" fontAlgn="auto" latinLnBrk="0" hangingPunct="1">
                <a:lnSpc>
                  <a:spcPct val="11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nb" sz="800" b="0" i="0" u="none" strike="noStrike" kern="1200" cap="none" spc="0" normalizeH="0" baseline="0" noProof="1">
                  <a:ln>
                    <a:noFill/>
                  </a:ln>
                  <a:solidFill>
                    <a:srgbClr val="070451"/>
                  </a:solidFill>
                  <a:effectLst/>
                  <a:uLnTx/>
                  <a:uFillTx/>
                  <a:latin typeface="+mn-lt"/>
                  <a:ea typeface="+mn-ea"/>
                  <a:cs typeface="TelenorEvolutionPPT-Light" panose="020B0604020202020204" charset="0"/>
                </a:rPr>
                <a:t>Bare et utvalg av Telenor-fargene er tilgjengelige i denne malen, hvis du trenger flere støttefarger, kan du se dem fra dette panelet.</a:t>
              </a:r>
            </a:p>
          </p:txBody>
        </p:sp>
        <p:sp>
          <p:nvSpPr>
            <p:cNvPr id="11" name="Ellipse 29">
              <a:extLst>
                <a:ext uri="{FF2B5EF4-FFF2-40B4-BE49-F238E27FC236}">
                  <a16:creationId xmlns:a16="http://schemas.microsoft.com/office/drawing/2014/main" id="{32AEDAE9-D970-E6C8-51FA-48183239BE16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12627097" y="1901793"/>
              <a:ext cx="360000" cy="360000"/>
            </a:xfrm>
            <a:prstGeom prst="ellipse">
              <a:avLst/>
            </a:prstGeom>
            <a:solidFill>
              <a:srgbClr val="070452"/>
            </a:solidFill>
            <a:ln w="12700">
              <a:solidFill>
                <a:srgbClr val="FFFFFF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36000" tIns="36000" rIns="36000" bIns="36000" rtlCol="0" anchor="ctr"/>
            <a:lstStyle/>
            <a:p>
              <a:pPr algn="ctr">
                <a:lnSpc>
                  <a:spcPct val="90000"/>
                </a:lnSpc>
                <a:spcAft>
                  <a:spcPts val="1000"/>
                </a:spcAft>
              </a:pPr>
              <a:endParaRPr lang="en-GB"/>
            </a:p>
          </p:txBody>
        </p:sp>
        <p:sp>
          <p:nvSpPr>
            <p:cNvPr id="12" name="Ellipse 30">
              <a:extLst>
                <a:ext uri="{FF2B5EF4-FFF2-40B4-BE49-F238E27FC236}">
                  <a16:creationId xmlns:a16="http://schemas.microsoft.com/office/drawing/2014/main" id="{9CF57B2E-EAC0-2DB2-E59E-E7C6DDF9A9DE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13516703" y="1901793"/>
              <a:ext cx="360000" cy="360000"/>
            </a:xfrm>
            <a:prstGeom prst="ellipse">
              <a:avLst/>
            </a:prstGeom>
            <a:solidFill>
              <a:srgbClr val="1C16C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36000" tIns="36000" rIns="36000" bIns="36000" rtlCol="0" anchor="ctr"/>
            <a:lstStyle/>
            <a:p>
              <a:pPr algn="ctr">
                <a:lnSpc>
                  <a:spcPct val="90000"/>
                </a:lnSpc>
                <a:spcAft>
                  <a:spcPts val="1000"/>
                </a:spcAft>
              </a:pPr>
              <a:endParaRPr lang="en-GB"/>
            </a:p>
          </p:txBody>
        </p:sp>
        <p:sp>
          <p:nvSpPr>
            <p:cNvPr id="13" name="Ellipse 31">
              <a:extLst>
                <a:ext uri="{FF2B5EF4-FFF2-40B4-BE49-F238E27FC236}">
                  <a16:creationId xmlns:a16="http://schemas.microsoft.com/office/drawing/2014/main" id="{D875FB36-D724-6EF0-38AE-F2A30E3C5569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13071900" y="1901793"/>
              <a:ext cx="360000" cy="360000"/>
            </a:xfrm>
            <a:prstGeom prst="ellipse">
              <a:avLst/>
            </a:prstGeom>
            <a:solidFill>
              <a:srgbClr val="00C8FF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36000" tIns="36000" rIns="36000" bIns="36000" rtlCol="0" anchor="ctr"/>
            <a:lstStyle/>
            <a:p>
              <a:pPr algn="ctr">
                <a:lnSpc>
                  <a:spcPct val="90000"/>
                </a:lnSpc>
                <a:spcAft>
                  <a:spcPts val="1000"/>
                </a:spcAft>
              </a:pPr>
              <a:endParaRPr lang="en-GB"/>
            </a:p>
          </p:txBody>
        </p:sp>
        <p:sp>
          <p:nvSpPr>
            <p:cNvPr id="14" name="Ellipse 33">
              <a:extLst>
                <a:ext uri="{FF2B5EF4-FFF2-40B4-BE49-F238E27FC236}">
                  <a16:creationId xmlns:a16="http://schemas.microsoft.com/office/drawing/2014/main" id="{280278CF-4623-26E9-71C1-962C577527FD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13961506" y="1901793"/>
              <a:ext cx="360000" cy="360000"/>
            </a:xfrm>
            <a:prstGeom prst="ellipse">
              <a:avLst/>
            </a:prstGeom>
            <a:solidFill>
              <a:srgbClr val="ADFFFF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36000" tIns="36000" rIns="36000" bIns="36000" rtlCol="0" anchor="ctr"/>
            <a:lstStyle/>
            <a:p>
              <a:pPr algn="ctr">
                <a:lnSpc>
                  <a:spcPct val="90000"/>
                </a:lnSpc>
                <a:spcAft>
                  <a:spcPts val="1000"/>
                </a:spcAft>
              </a:pPr>
              <a:endParaRPr lang="en-GB"/>
            </a:p>
          </p:txBody>
        </p:sp>
        <p:sp>
          <p:nvSpPr>
            <p:cNvPr id="15" name="Ellipse 34">
              <a:extLst>
                <a:ext uri="{FF2B5EF4-FFF2-40B4-BE49-F238E27FC236}">
                  <a16:creationId xmlns:a16="http://schemas.microsoft.com/office/drawing/2014/main" id="{A26BFB57-EA9A-DABD-0C6B-3BA1D6AFF52B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14406309" y="1901793"/>
              <a:ext cx="360000" cy="360000"/>
            </a:xfrm>
            <a:prstGeom prst="ellipse">
              <a:avLst/>
            </a:prstGeom>
            <a:solidFill>
              <a:srgbClr val="EBFFFF"/>
            </a:solidFill>
            <a:ln w="12700">
              <a:solidFill>
                <a:srgbClr val="00C8FF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36000" tIns="36000" rIns="36000" bIns="36000" rtlCol="0" anchor="ctr"/>
            <a:lstStyle/>
            <a:p>
              <a:pPr algn="ctr">
                <a:lnSpc>
                  <a:spcPct val="90000"/>
                </a:lnSpc>
                <a:spcAft>
                  <a:spcPts val="1000"/>
                </a:spcAft>
              </a:pPr>
              <a:endParaRPr lang="en-GB"/>
            </a:p>
          </p:txBody>
        </p:sp>
        <p:sp>
          <p:nvSpPr>
            <p:cNvPr id="16" name="TekstSylinder 50">
              <a:extLst>
                <a:ext uri="{FF2B5EF4-FFF2-40B4-BE49-F238E27FC236}">
                  <a16:creationId xmlns:a16="http://schemas.microsoft.com/office/drawing/2014/main" id="{591AC737-59AD-E549-A83D-30CBD7BA45E0}"/>
                </a:ext>
              </a:extLst>
            </p:cNvPr>
            <p:cNvSpPr txBox="1"/>
            <p:nvPr/>
          </p:nvSpPr>
          <p:spPr>
            <a:xfrm>
              <a:off x="12627096" y="1237835"/>
              <a:ext cx="2222001" cy="572840"/>
            </a:xfrm>
            <a:prstGeom prst="rect">
              <a:avLst/>
            </a:prstGeom>
            <a:noFill/>
          </p:spPr>
          <p:txBody>
            <a:bodyPr wrap="square" lIns="0" tIns="72000" rIns="0" bIns="0" rtlCol="0">
              <a:spAutoFit/>
            </a:bodyPr>
            <a:lstStyle>
              <a:defPPr>
                <a:defRPr lang="en-NO"/>
              </a:defPPr>
              <a:lvl1pPr>
                <a:spcAft>
                  <a:spcPts val="600"/>
                </a:spcAft>
                <a:defRPr b="0" i="0">
                  <a:cs typeface="Arial" panose="020B0604020202020204" pitchFamily="34" charset="0"/>
                </a:defRPr>
              </a:lvl1pPr>
            </a:lstStyle>
            <a:p>
              <a:pPr lvl="0"/>
              <a:r>
                <a:rPr lang="nb" sz="1050" b="0" i="0" dirty="0">
                  <a:solidFill>
                    <a:srgbClr val="070451"/>
                  </a:solidFill>
                  <a:latin typeface="+mj-lt"/>
                  <a:cs typeface="TelenorEvolutionPPT-Light" panose="020B0604020202020204" charset="0"/>
                </a:rPr>
                <a:t>Kjernefarger</a:t>
              </a:r>
            </a:p>
            <a:p>
              <a:pPr lvl="0">
                <a:lnSpc>
                  <a:spcPct val="110000"/>
                </a:lnSpc>
              </a:pPr>
              <a:r>
                <a:rPr lang="nb" sz="800" b="0" i="0" noProof="1">
                  <a:solidFill>
                    <a:srgbClr val="070451"/>
                  </a:solidFill>
                  <a:cs typeface="TelenorEvolutionPPT-Light" panose="020B0604020202020204" charset="0"/>
                </a:rPr>
                <a:t>Våre blå farger er en nøkkelingrediens for å etablere merkevaregjenkjenning.</a:t>
              </a:r>
            </a:p>
          </p:txBody>
        </p:sp>
        <p:cxnSp>
          <p:nvCxnSpPr>
            <p:cNvPr id="17" name="Rett linje 53">
              <a:extLst>
                <a:ext uri="{FF2B5EF4-FFF2-40B4-BE49-F238E27FC236}">
                  <a16:creationId xmlns:a16="http://schemas.microsoft.com/office/drawing/2014/main" id="{16F0C072-DE0B-169B-6B52-C7690C4D6042}"/>
                </a:ext>
              </a:extLst>
            </p:cNvPr>
            <p:cNvCxnSpPr>
              <a:cxnSpLocks/>
            </p:cNvCxnSpPr>
            <p:nvPr/>
          </p:nvCxnSpPr>
          <p:spPr>
            <a:xfrm>
              <a:off x="12627096" y="4105379"/>
              <a:ext cx="2160000" cy="0"/>
            </a:xfrm>
            <a:prstGeom prst="line">
              <a:avLst/>
            </a:prstGeom>
            <a:ln w="6350"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Rett linje 53">
              <a:extLst>
                <a:ext uri="{FF2B5EF4-FFF2-40B4-BE49-F238E27FC236}">
                  <a16:creationId xmlns:a16="http://schemas.microsoft.com/office/drawing/2014/main" id="{2CFCCF9D-6179-B970-BDE8-E7977203F698}"/>
                </a:ext>
              </a:extLst>
            </p:cNvPr>
            <p:cNvCxnSpPr>
              <a:cxnSpLocks/>
            </p:cNvCxnSpPr>
            <p:nvPr/>
          </p:nvCxnSpPr>
          <p:spPr>
            <a:xfrm>
              <a:off x="12627096" y="1237835"/>
              <a:ext cx="2160000" cy="0"/>
            </a:xfrm>
            <a:prstGeom prst="line">
              <a:avLst/>
            </a:prstGeom>
            <a:ln w="6350"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19" name="Group 75">
              <a:extLst>
                <a:ext uri="{FF2B5EF4-FFF2-40B4-BE49-F238E27FC236}">
                  <a16:creationId xmlns:a16="http://schemas.microsoft.com/office/drawing/2014/main" id="{C2283AC8-B213-2BAB-820D-BAB5D8B7D14C}"/>
                </a:ext>
              </a:extLst>
            </p:cNvPr>
            <p:cNvGrpSpPr/>
            <p:nvPr/>
          </p:nvGrpSpPr>
          <p:grpSpPr>
            <a:xfrm>
              <a:off x="12627096" y="2374072"/>
              <a:ext cx="2160000" cy="234286"/>
              <a:chOff x="12944663" y="3703978"/>
              <a:chExt cx="2160000" cy="234286"/>
            </a:xfrm>
          </p:grpSpPr>
          <p:cxnSp>
            <p:nvCxnSpPr>
              <p:cNvPr id="45" name="Rett linje 54">
                <a:extLst>
                  <a:ext uri="{FF2B5EF4-FFF2-40B4-BE49-F238E27FC236}">
                    <a16:creationId xmlns:a16="http://schemas.microsoft.com/office/drawing/2014/main" id="{E249562A-D797-D2C2-3BAD-107DF59959CF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12944663" y="3703978"/>
                <a:ext cx="2160000" cy="0"/>
              </a:xfrm>
              <a:prstGeom prst="line">
                <a:avLst/>
              </a:prstGeom>
              <a:ln w="6350">
                <a:tailEnd type="non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46" name="TekstSylinder 61">
                <a:extLst>
                  <a:ext uri="{FF2B5EF4-FFF2-40B4-BE49-F238E27FC236}">
                    <a16:creationId xmlns:a16="http://schemas.microsoft.com/office/drawing/2014/main" id="{B57D7015-B285-E35D-0E44-8EAEE69E1616}"/>
                  </a:ext>
                </a:extLst>
              </p:cNvPr>
              <p:cNvSpPr txBox="1"/>
              <p:nvPr/>
            </p:nvSpPr>
            <p:spPr>
              <a:xfrm>
                <a:off x="12944663" y="3703978"/>
                <a:ext cx="2159999" cy="234286"/>
              </a:xfrm>
              <a:prstGeom prst="rect">
                <a:avLst/>
              </a:prstGeom>
              <a:noFill/>
            </p:spPr>
            <p:txBody>
              <a:bodyPr wrap="square" lIns="0" tIns="72000" rIns="0" bIns="0" rtlCol="0">
                <a:spAutoFit/>
              </a:bodyPr>
              <a:lstStyle/>
              <a:p>
                <a:pPr marL="0" algn="l" defTabSz="914400" rtl="0" eaLnBrk="1" latinLnBrk="0" hangingPunct="1">
                  <a:spcAft>
                    <a:spcPts val="600"/>
                  </a:spcAft>
                </a:pPr>
                <a:r>
                  <a:rPr lang="nb" sz="1050" b="0" i="0" kern="1200" dirty="0">
                    <a:solidFill>
                      <a:srgbClr val="070451"/>
                    </a:solidFill>
                    <a:latin typeface="+mj-lt"/>
                    <a:ea typeface="+mn-ea"/>
                    <a:cs typeface="TelenorEvolutionPPT-Light" panose="020B0604020202020204" charset="0"/>
                  </a:rPr>
                  <a:t>Støttende farger</a:t>
                </a:r>
              </a:p>
            </p:txBody>
          </p:sp>
        </p:grpSp>
        <p:grpSp>
          <p:nvGrpSpPr>
            <p:cNvPr id="20" name="Group 8">
              <a:extLst>
                <a:ext uri="{FF2B5EF4-FFF2-40B4-BE49-F238E27FC236}">
                  <a16:creationId xmlns:a16="http://schemas.microsoft.com/office/drawing/2014/main" id="{60F231F8-1648-0E93-94B1-B8B751CFD168}"/>
                </a:ext>
              </a:extLst>
            </p:cNvPr>
            <p:cNvGrpSpPr/>
            <p:nvPr userDrawn="1"/>
          </p:nvGrpSpPr>
          <p:grpSpPr>
            <a:xfrm>
              <a:off x="12627096" y="3399204"/>
              <a:ext cx="2139213" cy="568472"/>
              <a:chOff x="12627096" y="3601112"/>
              <a:chExt cx="2139213" cy="568472"/>
            </a:xfrm>
          </p:grpSpPr>
          <p:grpSp>
            <p:nvGrpSpPr>
              <p:cNvPr id="35" name="Group 14">
                <a:extLst>
                  <a:ext uri="{FF2B5EF4-FFF2-40B4-BE49-F238E27FC236}">
                    <a16:creationId xmlns:a16="http://schemas.microsoft.com/office/drawing/2014/main" id="{70524A07-B0EB-1768-3AB2-0DF4BD495DF2}"/>
                  </a:ext>
                </a:extLst>
              </p:cNvPr>
              <p:cNvGrpSpPr/>
              <p:nvPr/>
            </p:nvGrpSpPr>
            <p:grpSpPr>
              <a:xfrm>
                <a:off x="12627097" y="3809584"/>
                <a:ext cx="2139212" cy="360000"/>
                <a:chOff x="12627097" y="3996340"/>
                <a:chExt cx="2139212" cy="360000"/>
              </a:xfrm>
            </p:grpSpPr>
            <p:sp>
              <p:nvSpPr>
                <p:cNvPr id="38" name="Ellipse 74">
                  <a:extLst>
                    <a:ext uri="{FF2B5EF4-FFF2-40B4-BE49-F238E27FC236}">
                      <a16:creationId xmlns:a16="http://schemas.microsoft.com/office/drawing/2014/main" id="{6A5B15AC-8BBE-3B5B-A5BD-9728035D3DF7}"/>
                    </a:ext>
                  </a:extLst>
                </p:cNvPr>
                <p:cNvSpPr>
                  <a:spLocks noChangeAspect="1"/>
                </p:cNvSpPr>
                <p:nvPr/>
              </p:nvSpPr>
              <p:spPr>
                <a:xfrm>
                  <a:off x="12627097" y="3996340"/>
                  <a:ext cx="360000" cy="360000"/>
                </a:xfrm>
                <a:prstGeom prst="ellipse">
                  <a:avLst/>
                </a:prstGeom>
                <a:solidFill>
                  <a:srgbClr val="FFF5F9"/>
                </a:solidFill>
                <a:ln w="12700">
                  <a:solidFill>
                    <a:srgbClr val="FFB8D7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lIns="36000" tIns="36000" rIns="36000" bIns="36000" rtlCol="0" anchor="ctr"/>
                <a:lstStyle/>
                <a:p>
                  <a:pPr algn="ctr">
                    <a:lnSpc>
                      <a:spcPct val="90000"/>
                    </a:lnSpc>
                    <a:spcAft>
                      <a:spcPts val="1000"/>
                    </a:spcAft>
                  </a:pPr>
                  <a:endParaRPr lang="en-GB"/>
                </a:p>
              </p:txBody>
            </p:sp>
            <p:sp>
              <p:nvSpPr>
                <p:cNvPr id="40" name="Ellipse 75">
                  <a:extLst>
                    <a:ext uri="{FF2B5EF4-FFF2-40B4-BE49-F238E27FC236}">
                      <a16:creationId xmlns:a16="http://schemas.microsoft.com/office/drawing/2014/main" id="{ED7A51A8-78DE-37B4-48E1-B69DE092FB0D}"/>
                    </a:ext>
                  </a:extLst>
                </p:cNvPr>
                <p:cNvSpPr>
                  <a:spLocks noChangeAspect="1"/>
                </p:cNvSpPr>
                <p:nvPr/>
              </p:nvSpPr>
              <p:spPr>
                <a:xfrm>
                  <a:off x="14406309" y="3996340"/>
                  <a:ext cx="360000" cy="360000"/>
                </a:xfrm>
                <a:prstGeom prst="ellipse">
                  <a:avLst/>
                </a:prstGeom>
                <a:solidFill>
                  <a:srgbClr val="F5FEF6"/>
                </a:solidFill>
                <a:ln w="12700">
                  <a:solidFill>
                    <a:srgbClr val="B1FBB9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lIns="36000" tIns="36000" rIns="36000" bIns="36000" rtlCol="0" anchor="ctr"/>
                <a:lstStyle/>
                <a:p>
                  <a:pPr algn="ctr">
                    <a:lnSpc>
                      <a:spcPct val="90000"/>
                    </a:lnSpc>
                    <a:spcAft>
                      <a:spcPts val="1000"/>
                    </a:spcAft>
                  </a:pPr>
                  <a:endParaRPr lang="en-GB"/>
                </a:p>
              </p:txBody>
            </p:sp>
            <p:sp>
              <p:nvSpPr>
                <p:cNvPr id="42" name="Ellipse 76">
                  <a:extLst>
                    <a:ext uri="{FF2B5EF4-FFF2-40B4-BE49-F238E27FC236}">
                      <a16:creationId xmlns:a16="http://schemas.microsoft.com/office/drawing/2014/main" id="{9B667FA4-7B38-DC2A-CB35-99B92ED9E5E1}"/>
                    </a:ext>
                  </a:extLst>
                </p:cNvPr>
                <p:cNvSpPr>
                  <a:spLocks noChangeAspect="1"/>
                </p:cNvSpPr>
                <p:nvPr/>
              </p:nvSpPr>
              <p:spPr>
                <a:xfrm>
                  <a:off x="13516703" y="3996340"/>
                  <a:ext cx="360000" cy="360000"/>
                </a:xfrm>
                <a:prstGeom prst="ellipse">
                  <a:avLst/>
                </a:prstGeom>
                <a:solidFill>
                  <a:srgbClr val="FFF9F5"/>
                </a:solidFill>
                <a:ln w="12700">
                  <a:solidFill>
                    <a:srgbClr val="FFCFAD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lIns="36000" tIns="36000" rIns="36000" bIns="36000" rtlCol="0" anchor="ctr"/>
                <a:lstStyle/>
                <a:p>
                  <a:pPr algn="ctr">
                    <a:lnSpc>
                      <a:spcPct val="90000"/>
                    </a:lnSpc>
                    <a:spcAft>
                      <a:spcPts val="1000"/>
                    </a:spcAft>
                  </a:pPr>
                  <a:endParaRPr lang="en-GB"/>
                </a:p>
              </p:txBody>
            </p:sp>
            <p:sp>
              <p:nvSpPr>
                <p:cNvPr id="43" name="Ellipse 77">
                  <a:extLst>
                    <a:ext uri="{FF2B5EF4-FFF2-40B4-BE49-F238E27FC236}">
                      <a16:creationId xmlns:a16="http://schemas.microsoft.com/office/drawing/2014/main" id="{AD9556FF-3ECC-7793-67B7-3E3DAB31CCA9}"/>
                    </a:ext>
                  </a:extLst>
                </p:cNvPr>
                <p:cNvSpPr>
                  <a:spLocks noChangeAspect="1"/>
                </p:cNvSpPr>
                <p:nvPr/>
              </p:nvSpPr>
              <p:spPr>
                <a:xfrm>
                  <a:off x="13961506" y="3996340"/>
                  <a:ext cx="360000" cy="360000"/>
                </a:xfrm>
                <a:prstGeom prst="ellipse">
                  <a:avLst/>
                </a:prstGeom>
                <a:solidFill>
                  <a:srgbClr val="FFFDEB"/>
                </a:solidFill>
                <a:ln w="12700">
                  <a:solidFill>
                    <a:srgbClr val="FEF7B9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lIns="36000" tIns="36000" rIns="36000" bIns="36000" rtlCol="0" anchor="ctr"/>
                <a:lstStyle/>
                <a:p>
                  <a:pPr algn="ctr">
                    <a:lnSpc>
                      <a:spcPct val="90000"/>
                    </a:lnSpc>
                    <a:spcAft>
                      <a:spcPts val="1000"/>
                    </a:spcAft>
                  </a:pPr>
                  <a:endParaRPr lang="en-GB"/>
                </a:p>
              </p:txBody>
            </p:sp>
            <p:sp>
              <p:nvSpPr>
                <p:cNvPr id="44" name="Ellipse 78">
                  <a:extLst>
                    <a:ext uri="{FF2B5EF4-FFF2-40B4-BE49-F238E27FC236}">
                      <a16:creationId xmlns:a16="http://schemas.microsoft.com/office/drawing/2014/main" id="{56CE8422-55C0-ACEE-15E1-2A1E47F73FDA}"/>
                    </a:ext>
                  </a:extLst>
                </p:cNvPr>
                <p:cNvSpPr>
                  <a:spLocks noChangeAspect="1"/>
                </p:cNvSpPr>
                <p:nvPr/>
              </p:nvSpPr>
              <p:spPr>
                <a:xfrm>
                  <a:off x="13071900" y="3996340"/>
                  <a:ext cx="360000" cy="360000"/>
                </a:xfrm>
                <a:prstGeom prst="ellipse">
                  <a:avLst/>
                </a:prstGeom>
                <a:solidFill>
                  <a:srgbClr val="FFF5F5"/>
                </a:solidFill>
                <a:ln w="12700">
                  <a:solidFill>
                    <a:srgbClr val="FFADAD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lIns="36000" tIns="36000" rIns="36000" bIns="36000" rtlCol="0" anchor="ctr"/>
                <a:lstStyle/>
                <a:p>
                  <a:pPr algn="ctr">
                    <a:lnSpc>
                      <a:spcPct val="90000"/>
                    </a:lnSpc>
                    <a:spcAft>
                      <a:spcPts val="1000"/>
                    </a:spcAft>
                  </a:pPr>
                  <a:endParaRPr lang="en-GB"/>
                </a:p>
              </p:txBody>
            </p:sp>
          </p:grpSp>
          <p:sp>
            <p:nvSpPr>
              <p:cNvPr id="36" name="TextBox 13">
                <a:extLst>
                  <a:ext uri="{FF2B5EF4-FFF2-40B4-BE49-F238E27FC236}">
                    <a16:creationId xmlns:a16="http://schemas.microsoft.com/office/drawing/2014/main" id="{37A987F4-1B9F-97EC-C2B6-F2FCA431F405}"/>
                  </a:ext>
                </a:extLst>
              </p:cNvPr>
              <p:cNvSpPr txBox="1"/>
              <p:nvPr/>
            </p:nvSpPr>
            <p:spPr>
              <a:xfrm>
                <a:off x="12627096" y="3601112"/>
                <a:ext cx="788677" cy="123111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 marL="0" marR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</a:pPr>
                <a:r>
                  <a:rPr kumimoji="0" lang="nb" sz="800" b="0" i="0" u="none" strike="noStrike" kern="1200" cap="none" spc="0" normalizeH="0" baseline="0" dirty="0">
                    <a:ln>
                      <a:noFill/>
                    </a:ln>
                    <a:solidFill>
                      <a:srgbClr val="070451"/>
                    </a:solidFill>
                    <a:effectLst/>
                    <a:uLnTx/>
                    <a:uFillTx/>
                    <a:latin typeface="+mn-lt"/>
                    <a:ea typeface="+mn-ea"/>
                    <a:cs typeface="TelenorEvolutionPPT-Light" panose="020B0604020202020204" charset="0"/>
                  </a:rPr>
                  <a:t>Bakgrunnsfarger</a:t>
                </a:r>
                <a:endParaRPr kumimoji="0" lang="nb-NO" sz="800" b="0" i="0" u="none" strike="noStrike" kern="1200" cap="none" spc="0" normalizeH="0" baseline="0" noProof="0" dirty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TelenorEvolutionPPT-Light" panose="020B0604020202020204" charset="0"/>
                  <a:ea typeface="+mn-ea"/>
                  <a:cs typeface="TelenorEvolutionPPT-Light" panose="020B0604020202020204" charset="0"/>
                </a:endParaRPr>
              </a:p>
            </p:txBody>
          </p:sp>
        </p:grpSp>
        <p:grpSp>
          <p:nvGrpSpPr>
            <p:cNvPr id="23" name="Group 7">
              <a:extLst>
                <a:ext uri="{FF2B5EF4-FFF2-40B4-BE49-F238E27FC236}">
                  <a16:creationId xmlns:a16="http://schemas.microsoft.com/office/drawing/2014/main" id="{349E8014-56AE-9215-C51C-0F302E1BCB8A}"/>
                </a:ext>
              </a:extLst>
            </p:cNvPr>
            <p:cNvGrpSpPr/>
            <p:nvPr userDrawn="1"/>
          </p:nvGrpSpPr>
          <p:grpSpPr>
            <a:xfrm>
              <a:off x="12627096" y="2687503"/>
              <a:ext cx="2139213" cy="568472"/>
              <a:chOff x="12627096" y="2816351"/>
              <a:chExt cx="2139213" cy="568472"/>
            </a:xfrm>
          </p:grpSpPr>
          <p:grpSp>
            <p:nvGrpSpPr>
              <p:cNvPr id="24" name="Group 19">
                <a:extLst>
                  <a:ext uri="{FF2B5EF4-FFF2-40B4-BE49-F238E27FC236}">
                    <a16:creationId xmlns:a16="http://schemas.microsoft.com/office/drawing/2014/main" id="{CFD1289D-AD12-3A9B-E997-1020A97ED98F}"/>
                  </a:ext>
                </a:extLst>
              </p:cNvPr>
              <p:cNvGrpSpPr/>
              <p:nvPr/>
            </p:nvGrpSpPr>
            <p:grpSpPr>
              <a:xfrm>
                <a:off x="12627097" y="3024823"/>
                <a:ext cx="2139212" cy="360000"/>
                <a:chOff x="12627097" y="3302521"/>
                <a:chExt cx="2139212" cy="360000"/>
              </a:xfrm>
            </p:grpSpPr>
            <p:sp>
              <p:nvSpPr>
                <p:cNvPr id="30" name="Ellipse 56">
                  <a:extLst>
                    <a:ext uri="{FF2B5EF4-FFF2-40B4-BE49-F238E27FC236}">
                      <a16:creationId xmlns:a16="http://schemas.microsoft.com/office/drawing/2014/main" id="{4C5D7353-1FA8-CB49-B48C-F418E4F6E823}"/>
                    </a:ext>
                  </a:extLst>
                </p:cNvPr>
                <p:cNvSpPr>
                  <a:spLocks noChangeAspect="1"/>
                </p:cNvSpPr>
                <p:nvPr/>
              </p:nvSpPr>
              <p:spPr>
                <a:xfrm>
                  <a:off x="12627097" y="3302521"/>
                  <a:ext cx="360000" cy="360000"/>
                </a:xfrm>
                <a:prstGeom prst="ellipse">
                  <a:avLst/>
                </a:prstGeom>
                <a:solidFill>
                  <a:srgbClr val="FFB8D7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lIns="36000" tIns="36000" rIns="36000" bIns="36000" rtlCol="0" anchor="ctr"/>
                <a:lstStyle/>
                <a:p>
                  <a:pPr algn="ctr">
                    <a:lnSpc>
                      <a:spcPct val="90000"/>
                    </a:lnSpc>
                    <a:spcAft>
                      <a:spcPts val="1000"/>
                    </a:spcAft>
                  </a:pPr>
                  <a:endParaRPr lang="en-GB"/>
                </a:p>
              </p:txBody>
            </p:sp>
            <p:sp>
              <p:nvSpPr>
                <p:cNvPr id="31" name="Ellipse 57">
                  <a:extLst>
                    <a:ext uri="{FF2B5EF4-FFF2-40B4-BE49-F238E27FC236}">
                      <a16:creationId xmlns:a16="http://schemas.microsoft.com/office/drawing/2014/main" id="{3815CB14-1590-280C-2CE4-2406032A250D}"/>
                    </a:ext>
                  </a:extLst>
                </p:cNvPr>
                <p:cNvSpPr>
                  <a:spLocks noChangeAspect="1"/>
                </p:cNvSpPr>
                <p:nvPr/>
              </p:nvSpPr>
              <p:spPr>
                <a:xfrm>
                  <a:off x="14406309" y="3302521"/>
                  <a:ext cx="360000" cy="360000"/>
                </a:xfrm>
                <a:prstGeom prst="ellipse">
                  <a:avLst/>
                </a:prstGeom>
                <a:solidFill>
                  <a:srgbClr val="B1FBB9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lIns="36000" tIns="36000" rIns="36000" bIns="36000" rtlCol="0" anchor="ctr"/>
                <a:lstStyle/>
                <a:p>
                  <a:pPr algn="ctr">
                    <a:lnSpc>
                      <a:spcPct val="90000"/>
                    </a:lnSpc>
                    <a:spcAft>
                      <a:spcPts val="1000"/>
                    </a:spcAft>
                  </a:pPr>
                  <a:endParaRPr lang="en-GB"/>
                </a:p>
              </p:txBody>
            </p:sp>
            <p:sp>
              <p:nvSpPr>
                <p:cNvPr id="32" name="Ellipse 58">
                  <a:extLst>
                    <a:ext uri="{FF2B5EF4-FFF2-40B4-BE49-F238E27FC236}">
                      <a16:creationId xmlns:a16="http://schemas.microsoft.com/office/drawing/2014/main" id="{2F633AF9-EE8D-75D0-9474-7ED7B6C22D53}"/>
                    </a:ext>
                  </a:extLst>
                </p:cNvPr>
                <p:cNvSpPr>
                  <a:spLocks noChangeAspect="1"/>
                </p:cNvSpPr>
                <p:nvPr/>
              </p:nvSpPr>
              <p:spPr>
                <a:xfrm>
                  <a:off x="13516703" y="3302521"/>
                  <a:ext cx="360000" cy="360000"/>
                </a:xfrm>
                <a:prstGeom prst="ellipse">
                  <a:avLst/>
                </a:prstGeom>
                <a:solidFill>
                  <a:srgbClr val="FFCFAD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lIns="36000" tIns="36000" rIns="36000" bIns="36000" rtlCol="0" anchor="ctr"/>
                <a:lstStyle/>
                <a:p>
                  <a:pPr algn="ctr">
                    <a:lnSpc>
                      <a:spcPct val="90000"/>
                    </a:lnSpc>
                    <a:spcAft>
                      <a:spcPts val="1000"/>
                    </a:spcAft>
                  </a:pPr>
                  <a:endParaRPr lang="en-GB"/>
                </a:p>
              </p:txBody>
            </p:sp>
            <p:sp>
              <p:nvSpPr>
                <p:cNvPr id="33" name="Ellipse 59">
                  <a:extLst>
                    <a:ext uri="{FF2B5EF4-FFF2-40B4-BE49-F238E27FC236}">
                      <a16:creationId xmlns:a16="http://schemas.microsoft.com/office/drawing/2014/main" id="{E4CE4CDB-9283-3E3E-2542-E6083FA47967}"/>
                    </a:ext>
                  </a:extLst>
                </p:cNvPr>
                <p:cNvSpPr>
                  <a:spLocks noChangeAspect="1"/>
                </p:cNvSpPr>
                <p:nvPr/>
              </p:nvSpPr>
              <p:spPr>
                <a:xfrm>
                  <a:off x="13961506" y="3302521"/>
                  <a:ext cx="360000" cy="360000"/>
                </a:xfrm>
                <a:prstGeom prst="ellipse">
                  <a:avLst/>
                </a:prstGeom>
                <a:solidFill>
                  <a:srgbClr val="FEF7B9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lIns="36000" tIns="36000" rIns="36000" bIns="36000" rtlCol="0" anchor="ctr"/>
                <a:lstStyle/>
                <a:p>
                  <a:pPr algn="ctr">
                    <a:lnSpc>
                      <a:spcPct val="90000"/>
                    </a:lnSpc>
                    <a:spcAft>
                      <a:spcPts val="1000"/>
                    </a:spcAft>
                  </a:pPr>
                  <a:endParaRPr lang="en-GB"/>
                </a:p>
              </p:txBody>
            </p:sp>
            <p:sp>
              <p:nvSpPr>
                <p:cNvPr id="34" name="Ellipse 60">
                  <a:extLst>
                    <a:ext uri="{FF2B5EF4-FFF2-40B4-BE49-F238E27FC236}">
                      <a16:creationId xmlns:a16="http://schemas.microsoft.com/office/drawing/2014/main" id="{54411182-CC78-4D9E-4997-DE01498CD3FF}"/>
                    </a:ext>
                  </a:extLst>
                </p:cNvPr>
                <p:cNvSpPr>
                  <a:spLocks noChangeAspect="1"/>
                </p:cNvSpPr>
                <p:nvPr/>
              </p:nvSpPr>
              <p:spPr>
                <a:xfrm>
                  <a:off x="13071900" y="3302521"/>
                  <a:ext cx="360000" cy="360000"/>
                </a:xfrm>
                <a:prstGeom prst="ellipse">
                  <a:avLst/>
                </a:prstGeom>
                <a:solidFill>
                  <a:srgbClr val="FFADAD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lIns="36000" tIns="36000" rIns="36000" bIns="36000" rtlCol="0" anchor="ctr"/>
                <a:lstStyle/>
                <a:p>
                  <a:pPr algn="ctr">
                    <a:lnSpc>
                      <a:spcPct val="90000"/>
                    </a:lnSpc>
                    <a:spcAft>
                      <a:spcPts val="1000"/>
                    </a:spcAft>
                  </a:pPr>
                  <a:endParaRPr lang="en-GB"/>
                </a:p>
              </p:txBody>
            </p:sp>
          </p:grpSp>
          <p:sp>
            <p:nvSpPr>
              <p:cNvPr id="26" name="TextBox 15">
                <a:extLst>
                  <a:ext uri="{FF2B5EF4-FFF2-40B4-BE49-F238E27FC236}">
                    <a16:creationId xmlns:a16="http://schemas.microsoft.com/office/drawing/2014/main" id="{A4B73B64-53F0-2534-D843-874149E7BD6D}"/>
                  </a:ext>
                </a:extLst>
              </p:cNvPr>
              <p:cNvSpPr txBox="1"/>
              <p:nvPr/>
            </p:nvSpPr>
            <p:spPr>
              <a:xfrm>
                <a:off x="12627096" y="2816351"/>
                <a:ext cx="549831" cy="123111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 marL="0" marR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</a:pPr>
                <a:r>
                  <a:rPr kumimoji="0" lang="nb" sz="800" b="0" i="0" u="none" strike="noStrike" kern="1200" cap="none" spc="0" normalizeH="0" baseline="0" dirty="0">
                    <a:ln>
                      <a:noFill/>
                    </a:ln>
                    <a:solidFill>
                      <a:srgbClr val="070451"/>
                    </a:solidFill>
                    <a:effectLst/>
                    <a:uLnTx/>
                    <a:uFillTx/>
                    <a:latin typeface="+mn-lt"/>
                    <a:ea typeface="+mn-ea"/>
                    <a:cs typeface="TelenorEvolutionPPT-Light" panose="020B0604020202020204" charset="0"/>
                  </a:rPr>
                  <a:t>Tekstfarger</a:t>
                </a:r>
                <a:endParaRPr kumimoji="0" lang="nb-NO" sz="800" b="0" i="0" u="none" strike="noStrike" kern="1200" cap="none" spc="0" normalizeH="0" baseline="0" noProof="0" dirty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TelenorEvolutionPPT-Light" panose="020B0604020202020204" charset="0"/>
                  <a:ea typeface="+mn-ea"/>
                  <a:cs typeface="TelenorEvolutionPPT-Light" panose="020B0604020202020204" charset="0"/>
                </a:endParaRPr>
              </a:p>
            </p:txBody>
          </p:sp>
        </p:grpSp>
      </p:grpSp>
      <p:sp>
        <p:nvSpPr>
          <p:cNvPr id="47" name="TekstSylinder 50">
            <a:extLst>
              <a:ext uri="{FF2B5EF4-FFF2-40B4-BE49-F238E27FC236}">
                <a16:creationId xmlns:a16="http://schemas.microsoft.com/office/drawing/2014/main" id="{750E2E49-C7D5-7D74-EF77-C17878A01C1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/>
          <p:nvPr userDrawn="1"/>
        </p:nvSpPr>
        <p:spPr>
          <a:xfrm>
            <a:off x="12627096" y="4105715"/>
            <a:ext cx="2178795" cy="2032530"/>
          </a:xfrm>
          <a:prstGeom prst="rect">
            <a:avLst/>
          </a:prstGeom>
          <a:noFill/>
        </p:spPr>
        <p:txBody>
          <a:bodyPr wrap="square" lIns="0" tIns="108000" rIns="0" bIns="0" rtlCol="0">
            <a:spAutoFit/>
          </a:bodyPr>
          <a:lstStyle>
            <a:defPPr>
              <a:defRPr lang="en-NO"/>
            </a:defPPr>
            <a:lvl1pPr>
              <a:spcAft>
                <a:spcPts val="600"/>
              </a:spcAft>
              <a:defRPr b="0" i="0">
                <a:cs typeface="Arial" panose="020B0604020202020204" pitchFamily="34" charset="0"/>
              </a:defRPr>
            </a:lvl1pPr>
          </a:lstStyle>
          <a:p>
            <a:pPr lvl="0"/>
            <a:r>
              <a:rPr lang="nb" sz="1200" b="0" i="0" noProof="1">
                <a:solidFill>
                  <a:srgbClr val="070451"/>
                </a:solidFill>
                <a:latin typeface="+mj-lt"/>
                <a:cs typeface="TelenorEvolutionPPT-Light" panose="020B0604020202020204" charset="0"/>
              </a:rPr>
              <a:t>Endre farger</a:t>
            </a:r>
          </a:p>
          <a:p>
            <a:pPr lvl="0">
              <a:lnSpc>
                <a:spcPct val="120000"/>
              </a:lnSpc>
            </a:pPr>
            <a:r>
              <a:rPr lang="nb" sz="800" b="0" i="0" noProof="1">
                <a:solidFill>
                  <a:srgbClr val="070451"/>
                </a:solidFill>
                <a:latin typeface="+mj-lt"/>
                <a:cs typeface="TelenorEvolutionPPT-Light" panose="020B0604020202020204" charset="0"/>
              </a:rPr>
              <a:t>Gjør følgende for å endre bakgrunnsfarge:</a:t>
            </a:r>
          </a:p>
          <a:p>
            <a:pPr lvl="0">
              <a:lnSpc>
                <a:spcPct val="110000"/>
              </a:lnSpc>
            </a:pPr>
            <a:r>
              <a:rPr lang="nb" sz="800" b="0" i="0" noProof="1">
                <a:solidFill>
                  <a:srgbClr val="070451"/>
                </a:solidFill>
                <a:cs typeface="TelenorEvolutionPPT-Light" panose="020B0604020202020204" charset="0"/>
              </a:rPr>
              <a:t>Høyreklikk på lysbildet ditt, velg "formater bakgrunn" for å åpne "formatruten".</a:t>
            </a:r>
          </a:p>
          <a:p>
            <a:pPr lvl="0">
              <a:lnSpc>
                <a:spcPct val="110000"/>
              </a:lnSpc>
            </a:pPr>
            <a:r>
              <a:rPr lang="nb" sz="800" b="0" i="0" noProof="1">
                <a:solidFill>
                  <a:srgbClr val="070451"/>
                </a:solidFill>
                <a:cs typeface="TelenorEvolutionPPT-Light" panose="020B0604020202020204" charset="0"/>
              </a:rPr>
              <a:t>I formatruten velger du «Heldekkende fyll» og endrer «fyllfarge». </a:t>
            </a:r>
          </a:p>
          <a:p>
            <a:pPr lvl="0">
              <a:lnSpc>
                <a:spcPct val="110000"/>
              </a:lnSpc>
            </a:pPr>
            <a:r>
              <a:rPr lang="nb" sz="800" b="0" i="0" noProof="1">
                <a:solidFill>
                  <a:srgbClr val="070451"/>
                </a:solidFill>
                <a:cs typeface="TelenorEvolutionPPT-Light" panose="020B0604020202020204" charset="0"/>
              </a:rPr>
              <a:t>Bruk en av temafargene </a:t>
            </a:r>
            <a:r>
              <a:rPr lang="nb" sz="800" b="0" i="0" noProof="1">
                <a:solidFill>
                  <a:srgbClr val="070451"/>
                </a:solidFill>
                <a:latin typeface="+mj-lt"/>
                <a:cs typeface="TelenorEvolutionPPT-Light" panose="020B0604020202020204" charset="0"/>
              </a:rPr>
              <a:t>eller</a:t>
            </a:r>
            <a:r>
              <a:rPr lang="nb" sz="800" b="0" i="0" noProof="1">
                <a:solidFill>
                  <a:srgbClr val="070451"/>
                </a:solidFill>
                <a:cs typeface="TelenorEvolutionPPT-Light" panose="020B0604020202020204" charset="0"/>
              </a:rPr>
              <a:t> velg "flere farger" og bruk pipetten til å øyedroppe en av </a:t>
            </a:r>
            <a:r>
              <a:rPr lang="nb" sz="800" b="0" i="0" noProof="1">
                <a:solidFill>
                  <a:srgbClr val="070451"/>
                </a:solidFill>
                <a:latin typeface="+mj-lt"/>
                <a:cs typeface="TelenorEvolutionPPT-Light" panose="020B0604020202020204" charset="0"/>
              </a:rPr>
              <a:t>bakgrunnsfargene</a:t>
            </a:r>
            <a:r>
              <a:rPr lang="nb" sz="800" b="0" i="0" noProof="1">
                <a:solidFill>
                  <a:srgbClr val="070451"/>
                </a:solidFill>
                <a:cs typeface="TelenorEvolutionPPT-Light" panose="020B0604020202020204" charset="0"/>
              </a:rPr>
              <a:t>  fra dette panelet.</a:t>
            </a:r>
          </a:p>
          <a:p>
            <a:pPr lvl="0">
              <a:lnSpc>
                <a:spcPct val="110000"/>
              </a:lnSpc>
            </a:pPr>
            <a:r>
              <a:rPr lang="nb" sz="800" b="0" i="0" noProof="1">
                <a:solidFill>
                  <a:srgbClr val="070451"/>
                </a:solidFill>
                <a:cs typeface="TelenorEvolutionPPT-Light" panose="020B0604020202020204" charset="0"/>
              </a:rPr>
              <a:t>Sørg alltid for tilstrekkelig kontrast mellom bakgrunn, tekst og logo.</a:t>
            </a:r>
            <a:endParaRPr lang="en-GB" sz="1100" b="0" i="0" noProof="1">
              <a:solidFill>
                <a:srgbClr val="070451"/>
              </a:solidFill>
              <a:cs typeface="TelenorEvolutionPPT-Light" panose="020B060402020202020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1481076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:p15="http://schemas.microsoft.com/office/powerpoint/2012/main" xmlns:adec="http://schemas.microsoft.com/office/drawing/2017/decorative" xmlns:a16="http://schemas.microsoft.com/office/drawing/2014/main"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>
        <p15:guide id="1" pos="671">
          <p15:clr>
            <a:srgbClr val="FBAE40"/>
          </p15:clr>
        </p15:guide>
        <p15:guide id="2" pos="6992">
          <p15:clr>
            <a:srgbClr val="FBAE40"/>
          </p15:clr>
        </p15:guide>
      </p15:sldGuideLst>
    </p:ext>
  </p:extLst>
</p:sldLayout>
</file>

<file path=ppt/slideLayouts/slideLayout5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ards 3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!!Form 1">
            <a:extLst>
              <a:ext uri="{FF2B5EF4-FFF2-40B4-BE49-F238E27FC236}">
                <a16:creationId xmlns:a16="http://schemas.microsoft.com/office/drawing/2014/main" id="{DCF1A38A-C181-C833-6252-05DF0E1127C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088146" y="4222527"/>
            <a:ext cx="3013200" cy="1443600"/>
          </a:xfrm>
          <a:prstGeom prst="round2SameRect">
            <a:avLst>
              <a:gd name="adj1" fmla="val 0"/>
              <a:gd name="adj2" fmla="val 14066"/>
            </a:avLst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108000" rIns="108000" bIns="108000" rtlCol="0" anchor="t" anchorCtr="0"/>
          <a:lstStyle/>
          <a:p>
            <a:pPr algn="l"/>
            <a:endParaRPr lang="nb-NO" sz="1200" err="1">
              <a:solidFill>
                <a:schemeClr val="bg1"/>
              </a:solidFill>
            </a:endParaRPr>
          </a:p>
        </p:txBody>
      </p:sp>
      <p:sp>
        <p:nvSpPr>
          <p:cNvPr id="7" name="!!Form 2">
            <a:extLst>
              <a:ext uri="{FF2B5EF4-FFF2-40B4-BE49-F238E27FC236}">
                <a16:creationId xmlns:a16="http://schemas.microsoft.com/office/drawing/2014/main" id="{F804DF99-094D-7160-17C4-5F957DFE46F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4309460" y="4218448"/>
            <a:ext cx="3013007" cy="1447680"/>
          </a:xfrm>
          <a:prstGeom prst="round2SameRect">
            <a:avLst>
              <a:gd name="adj1" fmla="val 0"/>
              <a:gd name="adj2" fmla="val 14139"/>
            </a:avLst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108000" rIns="108000" bIns="108000" rtlCol="0" anchor="t" anchorCtr="0"/>
          <a:lstStyle/>
          <a:p>
            <a:pPr algn="l"/>
            <a:endParaRPr lang="nb-NO" sz="1200" err="1">
              <a:solidFill>
                <a:schemeClr val="bg1"/>
              </a:solidFill>
            </a:endParaRPr>
          </a:p>
        </p:txBody>
      </p:sp>
      <p:sp>
        <p:nvSpPr>
          <p:cNvPr id="9" name="!!Form 3">
            <a:extLst>
              <a:ext uri="{FF2B5EF4-FFF2-40B4-BE49-F238E27FC236}">
                <a16:creationId xmlns:a16="http://schemas.microsoft.com/office/drawing/2014/main" id="{17FA5378-210C-749A-8F27-96DA68CE5A4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7537906" y="4218447"/>
            <a:ext cx="3568063" cy="2102400"/>
          </a:xfrm>
          <a:prstGeom prst="round2SameRect">
            <a:avLst>
              <a:gd name="adj1" fmla="val 0"/>
              <a:gd name="adj2" fmla="val 12241"/>
            </a:avLst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108000" rIns="108000" bIns="108000" rtlCol="0" anchor="t" anchorCtr="0"/>
          <a:lstStyle/>
          <a:p>
            <a:pPr algn="l"/>
            <a:endParaRPr lang="nb-NO" sz="1200" err="1">
              <a:solidFill>
                <a:schemeClr val="bg1"/>
              </a:solidFill>
            </a:endParaRP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C690B788-9DAD-CFA5-0BCB-A01A8E22829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08810A5-7811-344D-9AE9-EC83104FB54D}" type="slidenum">
              <a:rPr lang="en-GB" smtClean="0"/>
              <a:t>‹#›</a:t>
            </a:fld>
            <a:endParaRPr lang="en-GB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C5C8A53-162E-7A3F-543D-343E14BD99E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37" name="Image 1">
            <a:extLst>
              <a:ext uri="{FF2B5EF4-FFF2-40B4-BE49-F238E27FC236}">
                <a16:creationId xmlns:a16="http://schemas.microsoft.com/office/drawing/2014/main" id="{F38BACCD-B354-5D0D-EB63-83F1B9D91F00}"/>
              </a:ext>
            </a:extLst>
          </p:cNvPr>
          <p:cNvSpPr>
            <a:spLocks noGrp="1"/>
          </p:cNvSpPr>
          <p:nvPr>
            <p:ph type="pic" sz="quarter" idx="12" hasCustomPrompt="1"/>
          </p:nvPr>
        </p:nvSpPr>
        <p:spPr>
          <a:xfrm>
            <a:off x="1088146" y="1191600"/>
            <a:ext cx="3013592" cy="3034800"/>
          </a:xfrm>
          <a:custGeom>
            <a:avLst/>
            <a:gdLst>
              <a:gd name="connsiteX0" fmla="*/ 213726 w 3013200"/>
              <a:gd name="connsiteY0" fmla="*/ 0 h 3034800"/>
              <a:gd name="connsiteX1" fmla="*/ 2799474 w 3013200"/>
              <a:gd name="connsiteY1" fmla="*/ 0 h 3034800"/>
              <a:gd name="connsiteX2" fmla="*/ 3013200 w 3013200"/>
              <a:gd name="connsiteY2" fmla="*/ 213726 h 3034800"/>
              <a:gd name="connsiteX3" fmla="*/ 3013200 w 3013200"/>
              <a:gd name="connsiteY3" fmla="*/ 3034800 h 3034800"/>
              <a:gd name="connsiteX4" fmla="*/ 0 w 3013200"/>
              <a:gd name="connsiteY4" fmla="*/ 3034800 h 3034800"/>
              <a:gd name="connsiteX5" fmla="*/ 0 w 3013200"/>
              <a:gd name="connsiteY5" fmla="*/ 213726 h 3034800"/>
              <a:gd name="connsiteX6" fmla="*/ 213726 w 3013200"/>
              <a:gd name="connsiteY6" fmla="*/ 0 h 30348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3013200" h="3034800">
                <a:moveTo>
                  <a:pt x="213726" y="0"/>
                </a:moveTo>
                <a:lnTo>
                  <a:pt x="2799474" y="0"/>
                </a:lnTo>
                <a:cubicBezTo>
                  <a:pt x="2917512" y="0"/>
                  <a:pt x="3013200" y="95688"/>
                  <a:pt x="3013200" y="213726"/>
                </a:cubicBezTo>
                <a:lnTo>
                  <a:pt x="3013200" y="3034800"/>
                </a:lnTo>
                <a:lnTo>
                  <a:pt x="0" y="3034800"/>
                </a:lnTo>
                <a:lnTo>
                  <a:pt x="0" y="213726"/>
                </a:lnTo>
                <a:cubicBezTo>
                  <a:pt x="0" y="95688"/>
                  <a:pt x="95688" y="0"/>
                  <a:pt x="213726" y="0"/>
                </a:cubicBezTo>
                <a:close/>
              </a:path>
            </a:pathLst>
          </a:custGeom>
          <a:solidFill>
            <a:schemeClr val="tx2"/>
          </a:solidFill>
        </p:spPr>
        <p:txBody>
          <a:bodyPr wrap="square" tIns="360000">
            <a:noAutofit/>
          </a:bodyPr>
          <a:lstStyle>
            <a:lvl1pPr marL="0" indent="0" algn="ctr">
              <a:buNone/>
              <a:defRPr sz="1200">
                <a:solidFill>
                  <a:schemeClr val="bg1"/>
                </a:solidFill>
              </a:defRPr>
            </a:lvl1pPr>
          </a:lstStyle>
          <a:p>
            <a:r>
              <a:rPr lang="nb"/>
              <a:t>Bilde 1</a:t>
            </a:r>
          </a:p>
        </p:txBody>
      </p:sp>
      <p:sp>
        <p:nvSpPr>
          <p:cNvPr id="21" name="Card Title 1">
            <a:extLst>
              <a:ext uri="{FF2B5EF4-FFF2-40B4-BE49-F238E27FC236}">
                <a16:creationId xmlns:a16="http://schemas.microsoft.com/office/drawing/2014/main" id="{EADAABA4-F5CB-0667-6C75-ECE0ABB02437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1088147" y="4409517"/>
            <a:ext cx="3013200" cy="276999"/>
          </a:xfrm>
        </p:spPr>
        <p:txBody>
          <a:bodyPr lIns="360000" rIns="360000">
            <a:spAutoFit/>
          </a:bodyPr>
          <a:lstStyle>
            <a:lvl1pPr marL="0" indent="0" algn="ctr">
              <a:lnSpc>
                <a:spcPct val="90000"/>
              </a:lnSpc>
              <a:spcBef>
                <a:spcPts val="0"/>
              </a:spcBef>
              <a:buNone/>
              <a:defRPr sz="2000" b="1" i="0">
                <a:solidFill>
                  <a:schemeClr val="bg1"/>
                </a:solidFill>
                <a:latin typeface="+mj-lt"/>
              </a:defRPr>
            </a:lvl1pPr>
            <a:lvl2pPr marL="0" indent="0" algn="ctr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  <a:defRPr sz="1600"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nb"/>
              <a:t>Kort tittel</a:t>
            </a:r>
          </a:p>
        </p:txBody>
      </p:sp>
      <p:sp>
        <p:nvSpPr>
          <p:cNvPr id="25" name="Text 1">
            <a:extLst>
              <a:ext uri="{FF2B5EF4-FFF2-40B4-BE49-F238E27FC236}">
                <a16:creationId xmlns:a16="http://schemas.microsoft.com/office/drawing/2014/main" id="{7256B910-46FF-2473-9191-6F8E7A099C47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1088147" y="4688746"/>
            <a:ext cx="3013591" cy="465118"/>
          </a:xfrm>
        </p:spPr>
        <p:txBody>
          <a:bodyPr lIns="360000" tIns="72000" rIns="360000">
            <a:sp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1200" b="0" i="0">
                <a:solidFill>
                  <a:schemeClr val="bg1"/>
                </a:solidFill>
                <a:latin typeface="+mn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buFont typeface="Arial" panose="020B0604020202020204" pitchFamily="34" charset="0"/>
              <a:buNone/>
              <a:defRPr sz="1200">
                <a:solidFill>
                  <a:schemeClr val="bg1"/>
                </a:solidFill>
                <a:latin typeface="+mn-lt"/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nb"/>
              <a:t>Tilleggstekst</a:t>
            </a:r>
          </a:p>
          <a:p>
            <a:pPr lvl="1"/>
            <a:r>
              <a:rPr lang="nb"/>
              <a:t>Andre nivå</a:t>
            </a:r>
            <a:endParaRPr lang="nb-NO"/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214FE34B-F7EE-8527-7C0A-E3EB4F759B32}"/>
              </a:ext>
            </a:extLst>
          </p:cNvPr>
          <p:cNvSpPr>
            <a:spLocks noGrp="1" noChangeAspect="1"/>
          </p:cNvSpPr>
          <p:nvPr>
            <p:ph type="pic" sz="quarter" idx="30" hasCustomPrompt="1"/>
          </p:nvPr>
        </p:nvSpPr>
        <p:spPr>
          <a:xfrm>
            <a:off x="4309460" y="1191602"/>
            <a:ext cx="3013591" cy="3034797"/>
          </a:xfrm>
          <a:custGeom>
            <a:avLst/>
            <a:gdLst>
              <a:gd name="connsiteX0" fmla="*/ 213727 w 3013199"/>
              <a:gd name="connsiteY0" fmla="*/ 0 h 3034797"/>
              <a:gd name="connsiteX1" fmla="*/ 2799473 w 3013199"/>
              <a:gd name="connsiteY1" fmla="*/ 0 h 3034797"/>
              <a:gd name="connsiteX2" fmla="*/ 3013199 w 3013199"/>
              <a:gd name="connsiteY2" fmla="*/ 213726 h 3034797"/>
              <a:gd name="connsiteX3" fmla="*/ 3013199 w 3013199"/>
              <a:gd name="connsiteY3" fmla="*/ 3034797 h 3034797"/>
              <a:gd name="connsiteX4" fmla="*/ 0 w 3013199"/>
              <a:gd name="connsiteY4" fmla="*/ 3034797 h 3034797"/>
              <a:gd name="connsiteX5" fmla="*/ 0 w 3013199"/>
              <a:gd name="connsiteY5" fmla="*/ 213726 h 3034797"/>
              <a:gd name="connsiteX6" fmla="*/ 213727 w 3013199"/>
              <a:gd name="connsiteY6" fmla="*/ 0 h 303479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3013199" h="3034797">
                <a:moveTo>
                  <a:pt x="213727" y="0"/>
                </a:moveTo>
                <a:lnTo>
                  <a:pt x="2799473" y="0"/>
                </a:lnTo>
                <a:cubicBezTo>
                  <a:pt x="2917511" y="0"/>
                  <a:pt x="3013199" y="95688"/>
                  <a:pt x="3013199" y="213726"/>
                </a:cubicBezTo>
                <a:lnTo>
                  <a:pt x="3013199" y="3034797"/>
                </a:lnTo>
                <a:lnTo>
                  <a:pt x="0" y="3034797"/>
                </a:lnTo>
                <a:lnTo>
                  <a:pt x="0" y="213726"/>
                </a:lnTo>
                <a:cubicBezTo>
                  <a:pt x="0" y="95688"/>
                  <a:pt x="95688" y="0"/>
                  <a:pt x="213727" y="0"/>
                </a:cubicBezTo>
                <a:close/>
              </a:path>
            </a:pathLst>
          </a:custGeom>
          <a:solidFill>
            <a:schemeClr val="tx2"/>
          </a:solidFill>
        </p:spPr>
        <p:txBody>
          <a:bodyPr wrap="square" tIns="360000">
            <a:noAutofit/>
          </a:bodyPr>
          <a:lstStyle>
            <a:lvl1pPr marL="0" indent="0" algn="ctr">
              <a:buNone/>
              <a:defRPr sz="1200">
                <a:solidFill>
                  <a:schemeClr val="bg1"/>
                </a:solidFill>
              </a:defRPr>
            </a:lvl1pPr>
          </a:lstStyle>
          <a:p>
            <a:r>
              <a:rPr lang="nb"/>
              <a:t>Bilde 2</a:t>
            </a:r>
          </a:p>
        </p:txBody>
      </p:sp>
      <p:sp>
        <p:nvSpPr>
          <p:cNvPr id="28" name="Card Title 2">
            <a:extLst>
              <a:ext uri="{FF2B5EF4-FFF2-40B4-BE49-F238E27FC236}">
                <a16:creationId xmlns:a16="http://schemas.microsoft.com/office/drawing/2014/main" id="{EDBD39A7-8C48-88E8-32E2-D5EDAFD57088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4311260" y="4409517"/>
            <a:ext cx="3013591" cy="276999"/>
          </a:xfrm>
        </p:spPr>
        <p:txBody>
          <a:bodyPr wrap="square" lIns="360000" rIns="360000">
            <a:spAutoFit/>
          </a:bodyPr>
          <a:lstStyle>
            <a:lvl1pPr marL="0" indent="0" algn="ctr">
              <a:lnSpc>
                <a:spcPct val="90000"/>
              </a:lnSpc>
              <a:spcBef>
                <a:spcPts val="0"/>
              </a:spcBef>
              <a:buNone/>
              <a:defRPr sz="2000" b="1" i="0">
                <a:solidFill>
                  <a:schemeClr val="bg1"/>
                </a:solidFill>
                <a:latin typeface="+mj-lt"/>
              </a:defRPr>
            </a:lvl1pPr>
            <a:lvl2pPr marL="0" indent="0" algn="ctr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  <a:defRPr sz="1600"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nb"/>
              <a:t>Kort tittel</a:t>
            </a:r>
          </a:p>
        </p:txBody>
      </p:sp>
      <p:sp>
        <p:nvSpPr>
          <p:cNvPr id="29" name="Text 2">
            <a:extLst>
              <a:ext uri="{FF2B5EF4-FFF2-40B4-BE49-F238E27FC236}">
                <a16:creationId xmlns:a16="http://schemas.microsoft.com/office/drawing/2014/main" id="{B14F490F-2AAA-C579-9C22-18E3F1FAB151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4311261" y="4688746"/>
            <a:ext cx="3013591" cy="465118"/>
          </a:xfrm>
        </p:spPr>
        <p:txBody>
          <a:bodyPr wrap="square" lIns="360000" tIns="72000" rIns="360000">
            <a:sp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1200" b="0" i="0">
                <a:solidFill>
                  <a:schemeClr val="bg1"/>
                </a:solidFill>
                <a:latin typeface="+mn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buFont typeface="Arial" panose="020B0604020202020204" pitchFamily="34" charset="0"/>
              <a:buNone/>
              <a:defRPr sz="1200"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nb"/>
              <a:t>Tilleggstekst</a:t>
            </a:r>
          </a:p>
          <a:p>
            <a:pPr lvl="1"/>
            <a:r>
              <a:rPr lang="nb"/>
              <a:t>Andre nivå</a:t>
            </a:r>
            <a:endParaRPr lang="nb-NO"/>
          </a:p>
        </p:txBody>
      </p:sp>
      <p:sp>
        <p:nvSpPr>
          <p:cNvPr id="6" name="Picture Placeholder 5">
            <a:extLst>
              <a:ext uri="{FF2B5EF4-FFF2-40B4-BE49-F238E27FC236}">
                <a16:creationId xmlns:a16="http://schemas.microsoft.com/office/drawing/2014/main" id="{D400B13D-0409-309B-1131-2A9414999D22}"/>
              </a:ext>
            </a:extLst>
          </p:cNvPr>
          <p:cNvSpPr>
            <a:spLocks noGrp="1" noChangeAspect="1"/>
          </p:cNvSpPr>
          <p:nvPr>
            <p:ph type="pic" sz="quarter" idx="31" hasCustomPrompt="1"/>
          </p:nvPr>
        </p:nvSpPr>
        <p:spPr>
          <a:xfrm>
            <a:off x="7537905" y="540000"/>
            <a:ext cx="3568064" cy="3686400"/>
          </a:xfrm>
          <a:custGeom>
            <a:avLst/>
            <a:gdLst>
              <a:gd name="connsiteX0" fmla="*/ 253050 w 3567600"/>
              <a:gd name="connsiteY0" fmla="*/ 0 h 3686400"/>
              <a:gd name="connsiteX1" fmla="*/ 3314550 w 3567600"/>
              <a:gd name="connsiteY1" fmla="*/ 0 h 3686400"/>
              <a:gd name="connsiteX2" fmla="*/ 3567600 w 3567600"/>
              <a:gd name="connsiteY2" fmla="*/ 253050 h 3686400"/>
              <a:gd name="connsiteX3" fmla="*/ 3567600 w 3567600"/>
              <a:gd name="connsiteY3" fmla="*/ 2772000 h 3686400"/>
              <a:gd name="connsiteX4" fmla="*/ 3567600 w 3567600"/>
              <a:gd name="connsiteY4" fmla="*/ 3591460 h 3686400"/>
              <a:gd name="connsiteX5" fmla="*/ 3567600 w 3567600"/>
              <a:gd name="connsiteY5" fmla="*/ 3686400 h 3686400"/>
              <a:gd name="connsiteX6" fmla="*/ 0 w 3567600"/>
              <a:gd name="connsiteY6" fmla="*/ 3686400 h 3686400"/>
              <a:gd name="connsiteX7" fmla="*/ 0 w 3567600"/>
              <a:gd name="connsiteY7" fmla="*/ 3591460 h 3686400"/>
              <a:gd name="connsiteX8" fmla="*/ 0 w 3567600"/>
              <a:gd name="connsiteY8" fmla="*/ 2772000 h 3686400"/>
              <a:gd name="connsiteX9" fmla="*/ 0 w 3567600"/>
              <a:gd name="connsiteY9" fmla="*/ 253050 h 3686400"/>
              <a:gd name="connsiteX10" fmla="*/ 253050 w 3567600"/>
              <a:gd name="connsiteY10" fmla="*/ 0 h 36864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3567600" h="3686400">
                <a:moveTo>
                  <a:pt x="253050" y="0"/>
                </a:moveTo>
                <a:lnTo>
                  <a:pt x="3314550" y="0"/>
                </a:lnTo>
                <a:cubicBezTo>
                  <a:pt x="3454305" y="0"/>
                  <a:pt x="3567600" y="113295"/>
                  <a:pt x="3567600" y="253050"/>
                </a:cubicBezTo>
                <a:lnTo>
                  <a:pt x="3567600" y="2772000"/>
                </a:lnTo>
                <a:lnTo>
                  <a:pt x="3567600" y="3591460"/>
                </a:lnTo>
                <a:lnTo>
                  <a:pt x="3567600" y="3686400"/>
                </a:lnTo>
                <a:lnTo>
                  <a:pt x="0" y="3686400"/>
                </a:lnTo>
                <a:lnTo>
                  <a:pt x="0" y="3591460"/>
                </a:lnTo>
                <a:lnTo>
                  <a:pt x="0" y="2772000"/>
                </a:lnTo>
                <a:lnTo>
                  <a:pt x="0" y="253050"/>
                </a:lnTo>
                <a:cubicBezTo>
                  <a:pt x="0" y="113295"/>
                  <a:pt x="113295" y="0"/>
                  <a:pt x="253050" y="0"/>
                </a:cubicBezTo>
                <a:close/>
              </a:path>
            </a:pathLst>
          </a:custGeom>
          <a:solidFill>
            <a:schemeClr val="tx2"/>
          </a:solidFill>
        </p:spPr>
        <p:txBody>
          <a:bodyPr wrap="square" tIns="360000">
            <a:noAutofit/>
          </a:bodyPr>
          <a:lstStyle>
            <a:lvl1pPr marL="0" indent="0" algn="ctr">
              <a:buNone/>
              <a:defRPr sz="1200">
                <a:solidFill>
                  <a:schemeClr val="bg1"/>
                </a:solidFill>
              </a:defRPr>
            </a:lvl1pPr>
          </a:lstStyle>
          <a:p>
            <a:r>
              <a:rPr lang="nb"/>
              <a:t>Bilde 3</a:t>
            </a:r>
          </a:p>
        </p:txBody>
      </p:sp>
      <p:sp>
        <p:nvSpPr>
          <p:cNvPr id="22" name="Card Title 3">
            <a:extLst>
              <a:ext uri="{FF2B5EF4-FFF2-40B4-BE49-F238E27FC236}">
                <a16:creationId xmlns:a16="http://schemas.microsoft.com/office/drawing/2014/main" id="{598F07C3-8939-0589-7223-A411B20B99AD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7530771" y="4584561"/>
            <a:ext cx="3568064" cy="387798"/>
          </a:xfrm>
        </p:spPr>
        <p:txBody>
          <a:bodyPr wrap="square" lIns="360000" rIns="360000">
            <a:spAutoFit/>
          </a:bodyPr>
          <a:lstStyle>
            <a:lvl1pPr marL="0" indent="0" algn="ctr">
              <a:lnSpc>
                <a:spcPct val="90000"/>
              </a:lnSpc>
              <a:spcBef>
                <a:spcPts val="0"/>
              </a:spcBef>
              <a:buNone/>
              <a:defRPr sz="2800" b="1" i="0">
                <a:solidFill>
                  <a:schemeClr val="bg1"/>
                </a:solidFill>
                <a:latin typeface="+mj-lt"/>
              </a:defRPr>
            </a:lvl1pPr>
            <a:lvl2pPr marL="0" indent="0" algn="ctr">
              <a:lnSpc>
                <a:spcPct val="100000"/>
              </a:lnSpc>
              <a:buFont typeface="Arial" panose="020B0604020202020204" pitchFamily="34" charset="0"/>
              <a:buNone/>
              <a:defRPr sz="1600"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nb"/>
              <a:t>Kort tittel</a:t>
            </a:r>
          </a:p>
        </p:txBody>
      </p:sp>
      <p:sp>
        <p:nvSpPr>
          <p:cNvPr id="27" name="Text 3">
            <a:extLst>
              <a:ext uri="{FF2B5EF4-FFF2-40B4-BE49-F238E27FC236}">
                <a16:creationId xmlns:a16="http://schemas.microsoft.com/office/drawing/2014/main" id="{6F141E99-2701-AA17-93FD-00F62FB699B5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7530771" y="4977432"/>
            <a:ext cx="3568064" cy="530521"/>
          </a:xfrm>
        </p:spPr>
        <p:txBody>
          <a:bodyPr wrap="square" lIns="360000" tIns="72000" rIns="360000">
            <a:sp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1400" b="0" i="0">
                <a:solidFill>
                  <a:schemeClr val="bg1"/>
                </a:solidFill>
                <a:latin typeface="+mn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buFont typeface="Arial" panose="020B0604020202020204" pitchFamily="34" charset="0"/>
              <a:buNone/>
              <a:defRPr sz="1400">
                <a:solidFill>
                  <a:schemeClr val="bg1"/>
                </a:solidFill>
                <a:latin typeface="+mn-lt"/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nb"/>
              <a:t>Tilleggstekst</a:t>
            </a:r>
          </a:p>
          <a:p>
            <a:pPr lvl="1"/>
            <a:r>
              <a:rPr lang="nb"/>
              <a:t>Andre nivå</a:t>
            </a:r>
            <a:endParaRPr lang="nb-NO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E7B083B-2659-3EAD-34DF-643697173AF1}"/>
              </a:ext>
            </a:extLst>
          </p:cNvPr>
          <p:cNvSpPr>
            <a:spLocks noGrp="1"/>
          </p:cNvSpPr>
          <p:nvPr>
            <p:ph type="dt" sz="half" idx="32"/>
          </p:nvPr>
        </p:nvSpPr>
        <p:spPr/>
        <p:txBody>
          <a:bodyPr/>
          <a:lstStyle/>
          <a:p>
            <a:fld id="{DDBD2AC3-8722-074E-8BF2-FA2BE356B1CA}" type="datetime1">
              <a:rPr lang="nb-NO" smtClean="0"/>
              <a:t>18.09.2026</a:t>
            </a:fld>
            <a:endParaRPr lang="en-GB"/>
          </a:p>
        </p:txBody>
      </p:sp>
      <p:sp>
        <p:nvSpPr>
          <p:cNvPr id="8" name="TekstSylinder 50">
            <a:extLst>
              <a:ext uri="{FF2B5EF4-FFF2-40B4-BE49-F238E27FC236}">
                <a16:creationId xmlns:a16="http://schemas.microsoft.com/office/drawing/2014/main" id="{CB077BF0-8879-521C-835B-713971F98A6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/>
          <p:nvPr userDrawn="1"/>
        </p:nvSpPr>
        <p:spPr>
          <a:xfrm>
            <a:off x="12627096" y="4105715"/>
            <a:ext cx="2178795" cy="2032530"/>
          </a:xfrm>
          <a:prstGeom prst="rect">
            <a:avLst/>
          </a:prstGeom>
          <a:noFill/>
        </p:spPr>
        <p:txBody>
          <a:bodyPr wrap="square" lIns="0" tIns="108000" rIns="0" bIns="0" rtlCol="0">
            <a:spAutoFit/>
          </a:bodyPr>
          <a:lstStyle>
            <a:defPPr>
              <a:defRPr lang="en-NO"/>
            </a:defPPr>
            <a:lvl1pPr>
              <a:spcAft>
                <a:spcPts val="600"/>
              </a:spcAft>
              <a:defRPr b="0" i="0">
                <a:cs typeface="Arial" panose="020B0604020202020204" pitchFamily="34" charset="0"/>
              </a:defRPr>
            </a:lvl1pPr>
          </a:lstStyle>
          <a:p>
            <a:pPr lvl="0"/>
            <a:r>
              <a:rPr lang="nb" sz="1200" b="0" i="0" noProof="1">
                <a:solidFill>
                  <a:srgbClr val="070451"/>
                </a:solidFill>
                <a:latin typeface="+mj-lt"/>
                <a:cs typeface="TelenorEvolutionPPT-Light" panose="020B0604020202020204" charset="0"/>
              </a:rPr>
              <a:t>Endre farger</a:t>
            </a:r>
          </a:p>
          <a:p>
            <a:pPr lvl="0">
              <a:lnSpc>
                <a:spcPct val="120000"/>
              </a:lnSpc>
            </a:pPr>
            <a:r>
              <a:rPr lang="nb" sz="800" b="0" i="0" noProof="1">
                <a:solidFill>
                  <a:srgbClr val="070451"/>
                </a:solidFill>
                <a:latin typeface="+mj-lt"/>
                <a:cs typeface="TelenorEvolutionPPT-Light" panose="020B0604020202020204" charset="0"/>
              </a:rPr>
              <a:t>Gjør følgende for å endre bakgrunnsfarge:</a:t>
            </a:r>
          </a:p>
          <a:p>
            <a:pPr lvl="0">
              <a:lnSpc>
                <a:spcPct val="110000"/>
              </a:lnSpc>
            </a:pPr>
            <a:r>
              <a:rPr lang="nb" sz="800" b="0" i="0" noProof="1">
                <a:solidFill>
                  <a:srgbClr val="070451"/>
                </a:solidFill>
                <a:cs typeface="TelenorEvolutionPPT-Light" panose="020B0604020202020204" charset="0"/>
              </a:rPr>
              <a:t>Høyreklikk på lysbildet ditt, velg "formater bakgrunn" for å åpne "formatruten".</a:t>
            </a:r>
          </a:p>
          <a:p>
            <a:pPr lvl="0">
              <a:lnSpc>
                <a:spcPct val="110000"/>
              </a:lnSpc>
            </a:pPr>
            <a:r>
              <a:rPr lang="nb" sz="800" b="0" i="0" noProof="1">
                <a:solidFill>
                  <a:srgbClr val="070451"/>
                </a:solidFill>
                <a:cs typeface="TelenorEvolutionPPT-Light" panose="020B0604020202020204" charset="0"/>
              </a:rPr>
              <a:t>I formatruten velger du «Heldekkende fyll» og endrer «fyllfarge». </a:t>
            </a:r>
          </a:p>
          <a:p>
            <a:pPr lvl="0">
              <a:lnSpc>
                <a:spcPct val="110000"/>
              </a:lnSpc>
            </a:pPr>
            <a:r>
              <a:rPr lang="nb" sz="800" b="0" i="0" noProof="1">
                <a:solidFill>
                  <a:srgbClr val="070451"/>
                </a:solidFill>
                <a:cs typeface="TelenorEvolutionPPT-Light" panose="020B0604020202020204" charset="0"/>
              </a:rPr>
              <a:t>Bruk en av temafargene </a:t>
            </a:r>
            <a:r>
              <a:rPr lang="nb" sz="800" b="0" i="0" noProof="1">
                <a:solidFill>
                  <a:srgbClr val="070451"/>
                </a:solidFill>
                <a:latin typeface="+mj-lt"/>
                <a:cs typeface="TelenorEvolutionPPT-Light" panose="020B0604020202020204" charset="0"/>
              </a:rPr>
              <a:t>eller</a:t>
            </a:r>
            <a:r>
              <a:rPr lang="nb" sz="800" b="0" i="0" noProof="1">
                <a:solidFill>
                  <a:srgbClr val="070451"/>
                </a:solidFill>
                <a:cs typeface="TelenorEvolutionPPT-Light" panose="020B0604020202020204" charset="0"/>
              </a:rPr>
              <a:t> velg "flere farger" og bruk pipetten til å øyedroppe en av </a:t>
            </a:r>
            <a:r>
              <a:rPr lang="nb" sz="800" b="0" i="0" noProof="1">
                <a:solidFill>
                  <a:srgbClr val="070451"/>
                </a:solidFill>
                <a:latin typeface="+mj-lt"/>
                <a:cs typeface="TelenorEvolutionPPT-Light" panose="020B0604020202020204" charset="0"/>
              </a:rPr>
              <a:t>bakgrunnsfargene</a:t>
            </a:r>
            <a:r>
              <a:rPr lang="nb" sz="800" b="0" i="0" noProof="1">
                <a:solidFill>
                  <a:srgbClr val="070451"/>
                </a:solidFill>
                <a:cs typeface="TelenorEvolutionPPT-Light" panose="020B0604020202020204" charset="0"/>
              </a:rPr>
              <a:t>  fra dette panelet.</a:t>
            </a:r>
          </a:p>
          <a:p>
            <a:pPr lvl="0">
              <a:lnSpc>
                <a:spcPct val="110000"/>
              </a:lnSpc>
            </a:pPr>
            <a:r>
              <a:rPr lang="nb" sz="800" b="0" i="0" noProof="1">
                <a:solidFill>
                  <a:srgbClr val="070451"/>
                </a:solidFill>
                <a:cs typeface="TelenorEvolutionPPT-Light" panose="020B0604020202020204" charset="0"/>
              </a:rPr>
              <a:t>Sørg alltid for tilstrekkelig kontrast mellom bakgrunn, tekst og logo.</a:t>
            </a:r>
            <a:endParaRPr lang="en-GB" sz="1100" b="0" i="0" noProof="1">
              <a:solidFill>
                <a:srgbClr val="070451"/>
              </a:solidFill>
              <a:cs typeface="TelenorEvolutionPPT-Light" panose="020B060402020202020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640846873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:p15="http://schemas.microsoft.com/office/powerpoint/2012/main" xmlns:adec="http://schemas.microsoft.com/office/drawing/2017/decorative" xmlns:a16="http://schemas.microsoft.com/office/drawing/2014/main"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>
        <p15:guide id="1" pos="671">
          <p15:clr>
            <a:srgbClr val="FBAE40"/>
          </p15:clr>
        </p15:guide>
        <p15:guide id="2" pos="6992">
          <p15:clr>
            <a:srgbClr val="FBAE40"/>
          </p15:clr>
        </p15:guide>
      </p15:sldGuideLst>
    </p:ext>
  </p:extLst>
</p:sldLayout>
</file>

<file path=ppt/slideLayouts/slideLayout5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ards Dark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Rounded Rectangle 9">
            <a:extLst>
              <a:ext uri="{FF2B5EF4-FFF2-40B4-BE49-F238E27FC236}">
                <a16:creationId xmlns:a16="http://schemas.microsoft.com/office/drawing/2014/main" id="{58159106-A0A3-C088-813C-324A86017E3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6196406" y="2016000"/>
            <a:ext cx="5454710" cy="4313363"/>
          </a:xfrm>
          <a:prstGeom prst="roundRect">
            <a:avLst>
              <a:gd name="adj" fmla="val 5944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/>
          <a:lstStyle/>
          <a:p>
            <a:pPr algn="ctr">
              <a:lnSpc>
                <a:spcPct val="90000"/>
              </a:lnSpc>
              <a:spcAft>
                <a:spcPts val="1000"/>
              </a:spcAft>
            </a:pPr>
            <a:endParaRPr lang="nb-NO" sz="1800">
              <a:highlight>
                <a:srgbClr val="FFFF00"/>
              </a:highlight>
            </a:endParaRPr>
          </a:p>
        </p:txBody>
      </p:sp>
      <p:sp>
        <p:nvSpPr>
          <p:cNvPr id="15" name="Rounded Rectangle 4">
            <a:extLst>
              <a:ext uri="{FF2B5EF4-FFF2-40B4-BE49-F238E27FC236}">
                <a16:creationId xmlns:a16="http://schemas.microsoft.com/office/drawing/2014/main" id="{A13702CC-9C8D-883D-059E-F0EF5C16402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540069" y="2016000"/>
            <a:ext cx="5454710" cy="4313363"/>
          </a:xfrm>
          <a:prstGeom prst="roundRect">
            <a:avLst>
              <a:gd name="adj" fmla="val 5944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/>
          <a:lstStyle/>
          <a:p>
            <a:pPr algn="ctr">
              <a:lnSpc>
                <a:spcPct val="90000"/>
              </a:lnSpc>
              <a:spcAft>
                <a:spcPts val="1000"/>
              </a:spcAft>
            </a:pPr>
            <a:endParaRPr lang="nb-NO" sz="1800" err="1">
              <a:highlight>
                <a:srgbClr val="FFFF00"/>
              </a:highlight>
            </a:endParaRPr>
          </a:p>
        </p:txBody>
      </p:sp>
      <p:sp>
        <p:nvSpPr>
          <p:cNvPr id="9" name="Section title">
            <a:extLst>
              <a:ext uri="{FF2B5EF4-FFF2-40B4-BE49-F238E27FC236}">
                <a16:creationId xmlns:a16="http://schemas.microsoft.com/office/drawing/2014/main" id="{00C45E7F-BC29-BA43-01DF-232789AC0C98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540072" y="504001"/>
            <a:ext cx="724651" cy="252377"/>
          </a:xfrm>
        </p:spPr>
        <p:txBody>
          <a:bodyPr wrap="none">
            <a:sp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600">
                <a:solidFill>
                  <a:schemeClr val="tx2"/>
                </a:solidFill>
              </a:defRPr>
            </a:lvl1pPr>
            <a:lvl2pPr marL="216000" indent="0">
              <a:buNone/>
              <a:defRPr sz="1600"/>
            </a:lvl2pPr>
            <a:lvl3pPr marL="468000" indent="0">
              <a:buNone/>
              <a:defRPr sz="1600"/>
            </a:lvl3pPr>
            <a:lvl4pPr marL="720000" indent="0">
              <a:buNone/>
              <a:defRPr sz="1600"/>
            </a:lvl4pPr>
            <a:lvl5pPr marL="938213" indent="0">
              <a:buNone/>
              <a:defRPr sz="1600"/>
            </a:lvl5pPr>
          </a:lstStyle>
          <a:p>
            <a:pPr lvl="0"/>
            <a:r>
              <a:rPr lang="nb"/>
              <a:t>Seksjon</a:t>
            </a:r>
            <a:endParaRPr lang="nb-NO"/>
          </a:p>
        </p:txBody>
      </p:sp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E19D7BA0-ADB3-A368-8E19-975B0A5B45A0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720093" y="2016001"/>
            <a:ext cx="5094663" cy="609737"/>
          </a:xfrm>
        </p:spPr>
        <p:txBody>
          <a:bodyPr lIns="180000" tIns="360000" rIns="180000" bIns="0">
            <a:sp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600">
                <a:solidFill>
                  <a:schemeClr val="accent3"/>
                </a:solidFill>
              </a:defRPr>
            </a:lvl1pPr>
          </a:lstStyle>
          <a:p>
            <a:pPr lvl="0"/>
            <a:r>
              <a:rPr lang="nb" dirty="0"/>
              <a:t>Klikk for å redigere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842E14D-E48C-F018-1285-2B447C3DFDCB}"/>
              </a:ext>
            </a:extLst>
          </p:cNvPr>
          <p:cNvSpPr>
            <a:spLocks noGrp="1"/>
          </p:cNvSpPr>
          <p:nvPr>
            <p:ph sz="half" idx="1" hasCustomPrompt="1"/>
          </p:nvPr>
        </p:nvSpPr>
        <p:spPr>
          <a:xfrm>
            <a:off x="720093" y="2736324"/>
            <a:ext cx="5094663" cy="3412800"/>
          </a:xfrm>
          <a:prstGeom prst="rect">
            <a:avLst/>
          </a:prstGeom>
          <a:noFill/>
        </p:spPr>
        <p:txBody>
          <a:bodyPr lIns="180000" tIns="0" rIns="180000" bIns="180000"/>
          <a:lstStyle/>
          <a:p>
            <a:pPr lvl="0"/>
            <a:r>
              <a:rPr lang="nb" dirty="0"/>
              <a:t>Klikk for å redigere</a:t>
            </a:r>
          </a:p>
          <a:p>
            <a:pPr lvl="1"/>
            <a:r>
              <a:rPr lang="nb" dirty="0"/>
              <a:t>Andre nivå</a:t>
            </a:r>
          </a:p>
          <a:p>
            <a:pPr lvl="2"/>
            <a:r>
              <a:rPr lang="nb" dirty="0"/>
              <a:t>Tredje nivå</a:t>
            </a:r>
          </a:p>
          <a:p>
            <a:pPr lvl="3"/>
            <a:r>
              <a:rPr lang="nb" dirty="0"/>
              <a:t>Fjerde nivå</a:t>
            </a:r>
          </a:p>
          <a:p>
            <a:pPr lvl="4"/>
            <a:r>
              <a:rPr lang="nb" dirty="0"/>
              <a:t>Femte nivå</a:t>
            </a:r>
            <a:endParaRPr lang="nb-NO" dirty="0"/>
          </a:p>
        </p:txBody>
      </p:sp>
      <p:sp>
        <p:nvSpPr>
          <p:cNvPr id="13" name="Text Placeholder 11">
            <a:extLst>
              <a:ext uri="{FF2B5EF4-FFF2-40B4-BE49-F238E27FC236}">
                <a16:creationId xmlns:a16="http://schemas.microsoft.com/office/drawing/2014/main" id="{4859B377-45B2-F8FA-C217-3899332D3006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6376429" y="2016001"/>
            <a:ext cx="5094663" cy="609737"/>
          </a:xfrm>
        </p:spPr>
        <p:txBody>
          <a:bodyPr lIns="180000" tIns="360000" rIns="108000" bIns="0">
            <a:sp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600">
                <a:solidFill>
                  <a:schemeClr val="accent3"/>
                </a:solidFill>
              </a:defRPr>
            </a:lvl1pPr>
          </a:lstStyle>
          <a:p>
            <a:pPr lvl="0"/>
            <a:r>
              <a:rPr lang="nb" dirty="0"/>
              <a:t>Klikk for å redigere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3DA34BD-2344-D982-0459-1C111D1EADA1}"/>
              </a:ext>
            </a:extLst>
          </p:cNvPr>
          <p:cNvSpPr>
            <a:spLocks noGrp="1"/>
          </p:cNvSpPr>
          <p:nvPr>
            <p:ph sz="half" idx="2" hasCustomPrompt="1"/>
          </p:nvPr>
        </p:nvSpPr>
        <p:spPr>
          <a:xfrm>
            <a:off x="6376429" y="2736324"/>
            <a:ext cx="5094663" cy="3412800"/>
          </a:xfrm>
          <a:prstGeom prst="rect">
            <a:avLst/>
          </a:prstGeom>
          <a:noFill/>
        </p:spPr>
        <p:txBody>
          <a:bodyPr vert="horz" lIns="180000" tIns="0" rIns="180000" bIns="180000" rtlCol="0">
            <a:noAutofit/>
          </a:bodyPr>
          <a:lstStyle>
            <a:lvl1pPr>
              <a:defRPr lang="en-GB" dirty="0"/>
            </a:lvl1pPr>
            <a:lvl2pPr>
              <a:defRPr lang="en-GB" dirty="0"/>
            </a:lvl2pPr>
            <a:lvl3pPr>
              <a:defRPr lang="en-GB" dirty="0"/>
            </a:lvl3pPr>
            <a:lvl4pPr>
              <a:defRPr lang="en-GB" dirty="0"/>
            </a:lvl4pPr>
            <a:lvl5pPr>
              <a:defRPr lang="nb-NO" dirty="0"/>
            </a:lvl5pPr>
          </a:lstStyle>
          <a:p>
            <a:pPr lvl="0"/>
            <a:r>
              <a:rPr lang="nb" dirty="0"/>
              <a:t>Klikk for å redigere</a:t>
            </a:r>
          </a:p>
          <a:p>
            <a:pPr lvl="1"/>
            <a:r>
              <a:rPr lang="nb" dirty="0"/>
              <a:t>Andre nivå</a:t>
            </a:r>
          </a:p>
          <a:p>
            <a:pPr lvl="2"/>
            <a:r>
              <a:rPr lang="nb" dirty="0"/>
              <a:t>Tredje nivå</a:t>
            </a:r>
          </a:p>
          <a:p>
            <a:pPr lvl="3"/>
            <a:r>
              <a:rPr lang="nb" dirty="0"/>
              <a:t>Fjerde nivå</a:t>
            </a:r>
          </a:p>
          <a:p>
            <a:pPr lvl="4"/>
            <a:r>
              <a:rPr lang="nb" dirty="0"/>
              <a:t>Femte nivå</a:t>
            </a:r>
            <a:endParaRPr lang="nb-NO" dirty="0"/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35A0D93E-F20A-BF35-CBC7-06E7A252FDBF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08810A5-7811-344D-9AE9-EC83104FB54D}" type="slidenum">
              <a:rPr lang="en-GB" smtClean="0"/>
              <a:t>‹#›</a:t>
            </a:fld>
            <a:endParaRPr lang="en-GB"/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535EAC70-31DE-1FCE-364B-31F378842F0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999919B8-80ED-4F06-7848-8CEAF79093C6}"/>
              </a:ext>
            </a:extLst>
          </p:cNvPr>
          <p:cNvSpPr>
            <a:spLocks noGrp="1"/>
          </p:cNvSpPr>
          <p:nvPr>
            <p:ph type="dt" sz="half" idx="17"/>
          </p:nvPr>
        </p:nvSpPr>
        <p:spPr/>
        <p:txBody>
          <a:bodyPr/>
          <a:lstStyle/>
          <a:p>
            <a:fld id="{23003A70-5C79-7747-8481-96A9F5BCD085}" type="datetime1">
              <a:rPr lang="nb-NO" smtClean="0"/>
              <a:t>18.09.2026</a:t>
            </a:fld>
            <a:endParaRPr lang="en-GB"/>
          </a:p>
        </p:txBody>
      </p:sp>
      <p:sp>
        <p:nvSpPr>
          <p:cNvPr id="11" name="Tittel 10">
            <a:extLst>
              <a:ext uri="{FF2B5EF4-FFF2-40B4-BE49-F238E27FC236}">
                <a16:creationId xmlns:a16="http://schemas.microsoft.com/office/drawing/2014/main" id="{D534EC88-CA2B-84B2-CAF3-8CADF3A84EB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5" name="TekstSylinder 50">
            <a:extLst>
              <a:ext uri="{FF2B5EF4-FFF2-40B4-BE49-F238E27FC236}">
                <a16:creationId xmlns:a16="http://schemas.microsoft.com/office/drawing/2014/main" id="{F5E1BFAF-2EFE-BB53-C421-988069E698B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/>
          <p:nvPr userDrawn="1"/>
        </p:nvSpPr>
        <p:spPr>
          <a:xfrm>
            <a:off x="12627096" y="4105715"/>
            <a:ext cx="2178795" cy="2032530"/>
          </a:xfrm>
          <a:prstGeom prst="rect">
            <a:avLst/>
          </a:prstGeom>
          <a:noFill/>
        </p:spPr>
        <p:txBody>
          <a:bodyPr wrap="square" lIns="0" tIns="108000" rIns="0" bIns="0" rtlCol="0">
            <a:spAutoFit/>
          </a:bodyPr>
          <a:lstStyle>
            <a:defPPr>
              <a:defRPr lang="en-NO"/>
            </a:defPPr>
            <a:lvl1pPr>
              <a:spcAft>
                <a:spcPts val="600"/>
              </a:spcAft>
              <a:defRPr b="0" i="0">
                <a:cs typeface="Arial" panose="020B0604020202020204" pitchFamily="34" charset="0"/>
              </a:defRPr>
            </a:lvl1pPr>
          </a:lstStyle>
          <a:p>
            <a:pPr lvl="0"/>
            <a:r>
              <a:rPr lang="nb" sz="1200" b="0" i="0" noProof="1">
                <a:solidFill>
                  <a:srgbClr val="070451"/>
                </a:solidFill>
                <a:latin typeface="+mj-lt"/>
                <a:cs typeface="TelenorEvolutionPPT-Light" panose="020B0604020202020204" charset="0"/>
              </a:rPr>
              <a:t>Endre farger</a:t>
            </a:r>
          </a:p>
          <a:p>
            <a:pPr lvl="0">
              <a:lnSpc>
                <a:spcPct val="120000"/>
              </a:lnSpc>
            </a:pPr>
            <a:r>
              <a:rPr lang="nb" sz="800" b="0" i="0" noProof="1">
                <a:solidFill>
                  <a:srgbClr val="070451"/>
                </a:solidFill>
                <a:latin typeface="+mj-lt"/>
                <a:cs typeface="TelenorEvolutionPPT-Light" panose="020B0604020202020204" charset="0"/>
              </a:rPr>
              <a:t>Gjør følgende for å endre bakgrunnsfarge:</a:t>
            </a:r>
          </a:p>
          <a:p>
            <a:pPr lvl="0">
              <a:lnSpc>
                <a:spcPct val="110000"/>
              </a:lnSpc>
            </a:pPr>
            <a:r>
              <a:rPr lang="nb" sz="800" b="0" i="0" noProof="1">
                <a:solidFill>
                  <a:srgbClr val="070451"/>
                </a:solidFill>
                <a:cs typeface="TelenorEvolutionPPT-Light" panose="020B0604020202020204" charset="0"/>
              </a:rPr>
              <a:t>Høyreklikk på lysbildet ditt, velg "formater bakgrunn" for å åpne "formatruten".</a:t>
            </a:r>
          </a:p>
          <a:p>
            <a:pPr lvl="0">
              <a:lnSpc>
                <a:spcPct val="110000"/>
              </a:lnSpc>
            </a:pPr>
            <a:r>
              <a:rPr lang="nb" sz="800" b="0" i="0" noProof="1">
                <a:solidFill>
                  <a:srgbClr val="070451"/>
                </a:solidFill>
                <a:cs typeface="TelenorEvolutionPPT-Light" panose="020B0604020202020204" charset="0"/>
              </a:rPr>
              <a:t>I formatruten velger du «Heldekkende fyll» og endrer «fyllfarge». </a:t>
            </a:r>
          </a:p>
          <a:p>
            <a:pPr lvl="0">
              <a:lnSpc>
                <a:spcPct val="110000"/>
              </a:lnSpc>
            </a:pPr>
            <a:r>
              <a:rPr lang="nb" sz="800" b="0" i="0" noProof="1">
                <a:solidFill>
                  <a:srgbClr val="070451"/>
                </a:solidFill>
                <a:cs typeface="TelenorEvolutionPPT-Light" panose="020B0604020202020204" charset="0"/>
              </a:rPr>
              <a:t>Bruk en av temafargene </a:t>
            </a:r>
            <a:r>
              <a:rPr lang="nb" sz="800" b="0" i="0" noProof="1">
                <a:solidFill>
                  <a:srgbClr val="070451"/>
                </a:solidFill>
                <a:latin typeface="+mj-lt"/>
                <a:cs typeface="TelenorEvolutionPPT-Light" panose="020B0604020202020204" charset="0"/>
              </a:rPr>
              <a:t>eller</a:t>
            </a:r>
            <a:r>
              <a:rPr lang="nb" sz="800" b="0" i="0" noProof="1">
                <a:solidFill>
                  <a:srgbClr val="070451"/>
                </a:solidFill>
                <a:cs typeface="TelenorEvolutionPPT-Light" panose="020B0604020202020204" charset="0"/>
              </a:rPr>
              <a:t> velg "flere farger" og bruk pipetten til å øyedroppe en av </a:t>
            </a:r>
            <a:r>
              <a:rPr lang="nb" sz="800" b="0" i="0" noProof="1">
                <a:solidFill>
                  <a:srgbClr val="070451"/>
                </a:solidFill>
                <a:latin typeface="+mj-lt"/>
                <a:cs typeface="TelenorEvolutionPPT-Light" panose="020B0604020202020204" charset="0"/>
              </a:rPr>
              <a:t>bakgrunnsfargene</a:t>
            </a:r>
            <a:r>
              <a:rPr lang="nb" sz="800" b="0" i="0" noProof="1">
                <a:solidFill>
                  <a:srgbClr val="070451"/>
                </a:solidFill>
                <a:cs typeface="TelenorEvolutionPPT-Light" panose="020B0604020202020204" charset="0"/>
              </a:rPr>
              <a:t>  fra dette panelet.</a:t>
            </a:r>
          </a:p>
          <a:p>
            <a:pPr lvl="0">
              <a:lnSpc>
                <a:spcPct val="110000"/>
              </a:lnSpc>
            </a:pPr>
            <a:r>
              <a:rPr lang="nb" sz="800" b="0" i="0" noProof="1">
                <a:solidFill>
                  <a:srgbClr val="070451"/>
                </a:solidFill>
                <a:cs typeface="TelenorEvolutionPPT-Light" panose="020B0604020202020204" charset="0"/>
              </a:rPr>
              <a:t>Sørg alltid for tilstrekkelig kontrast mellom bakgrunn, tekst og logo.</a:t>
            </a:r>
            <a:endParaRPr lang="en-GB" sz="1100" b="0" i="0" noProof="1">
              <a:solidFill>
                <a:srgbClr val="070451"/>
              </a:solidFill>
              <a:cs typeface="TelenorEvolutionPPT-Light" panose="020B060402020202020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472643850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:adec="http://schemas.microsoft.com/office/drawing/2017/decorative" xmlns:a16="http://schemas.microsoft.com/office/drawing/2014/main" xmlns="">
      <p:transition spd="med">
        <p:fade/>
      </p:transition>
    </mc:Fallback>
  </mc:AlternateContent>
</p:sldLayout>
</file>

<file path=ppt/slideLayouts/slideLayout5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hree Cards Dark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Form 3">
            <a:extLst>
              <a:ext uri="{FF2B5EF4-FFF2-40B4-BE49-F238E27FC236}">
                <a16:creationId xmlns:a16="http://schemas.microsoft.com/office/drawing/2014/main" id="{046E56DE-06FB-E56F-63EE-4794A1355AB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8081630" y="2016000"/>
            <a:ext cx="3569486" cy="4305412"/>
          </a:xfrm>
          <a:prstGeom prst="roundRect">
            <a:avLst>
              <a:gd name="adj" fmla="val 5567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36000" tIns="36000" rIns="36000" bIns="36000" rtlCol="0" anchor="ctr">
            <a:noAutofit/>
          </a:bodyPr>
          <a:lstStyle/>
          <a:p>
            <a:pPr algn="l">
              <a:lnSpc>
                <a:spcPct val="90000"/>
              </a:lnSpc>
              <a:spcAft>
                <a:spcPts val="1000"/>
              </a:spcAft>
            </a:pPr>
            <a:endParaRPr lang="nb-NO" sz="1800" err="1"/>
          </a:p>
        </p:txBody>
      </p:sp>
      <p:sp>
        <p:nvSpPr>
          <p:cNvPr id="18" name="Form 3">
            <a:extLst>
              <a:ext uri="{FF2B5EF4-FFF2-40B4-BE49-F238E27FC236}">
                <a16:creationId xmlns:a16="http://schemas.microsoft.com/office/drawing/2014/main" id="{33D903DD-3E2E-94A0-7F74-9097B18FEEB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540071" y="2016000"/>
            <a:ext cx="3569486" cy="4305412"/>
          </a:xfrm>
          <a:prstGeom prst="roundRect">
            <a:avLst>
              <a:gd name="adj" fmla="val 5567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36000" tIns="36000" rIns="36000" bIns="36000" rtlCol="0" anchor="ctr">
            <a:noAutofit/>
          </a:bodyPr>
          <a:lstStyle/>
          <a:p>
            <a:pPr algn="l">
              <a:lnSpc>
                <a:spcPct val="90000"/>
              </a:lnSpc>
              <a:spcAft>
                <a:spcPts val="1000"/>
              </a:spcAft>
            </a:pPr>
            <a:endParaRPr lang="nb-NO" sz="1800" err="1"/>
          </a:p>
        </p:txBody>
      </p:sp>
      <p:sp>
        <p:nvSpPr>
          <p:cNvPr id="19" name="Form 3">
            <a:extLst>
              <a:ext uri="{FF2B5EF4-FFF2-40B4-BE49-F238E27FC236}">
                <a16:creationId xmlns:a16="http://schemas.microsoft.com/office/drawing/2014/main" id="{F5397CF5-2DCB-2CD9-7BA3-C89353E6DAA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4310850" y="2016000"/>
            <a:ext cx="3569486" cy="4305412"/>
          </a:xfrm>
          <a:prstGeom prst="roundRect">
            <a:avLst>
              <a:gd name="adj" fmla="val 5567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36000" tIns="36000" rIns="36000" bIns="36000" rtlCol="0" anchor="ctr">
            <a:noAutofit/>
          </a:bodyPr>
          <a:lstStyle/>
          <a:p>
            <a:pPr algn="l">
              <a:lnSpc>
                <a:spcPct val="90000"/>
              </a:lnSpc>
              <a:spcAft>
                <a:spcPts val="1000"/>
              </a:spcAft>
            </a:pPr>
            <a:endParaRPr lang="nb-NO" sz="1800" err="1"/>
          </a:p>
        </p:txBody>
      </p:sp>
      <p:sp>
        <p:nvSpPr>
          <p:cNvPr id="9" name="Section title">
            <a:extLst>
              <a:ext uri="{FF2B5EF4-FFF2-40B4-BE49-F238E27FC236}">
                <a16:creationId xmlns:a16="http://schemas.microsoft.com/office/drawing/2014/main" id="{00C45E7F-BC29-BA43-01DF-232789AC0C98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540072" y="504001"/>
            <a:ext cx="724651" cy="252377"/>
          </a:xfrm>
        </p:spPr>
        <p:txBody>
          <a:bodyPr wrap="none">
            <a:sp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600">
                <a:solidFill>
                  <a:schemeClr val="tx2"/>
                </a:solidFill>
              </a:defRPr>
            </a:lvl1pPr>
            <a:lvl2pPr marL="216000" indent="0">
              <a:buNone/>
              <a:defRPr sz="1600"/>
            </a:lvl2pPr>
            <a:lvl3pPr marL="468000" indent="0">
              <a:buNone/>
              <a:defRPr sz="1600"/>
            </a:lvl3pPr>
            <a:lvl4pPr marL="720000" indent="0">
              <a:buNone/>
              <a:defRPr sz="1600"/>
            </a:lvl4pPr>
            <a:lvl5pPr marL="938213" indent="0">
              <a:buNone/>
              <a:defRPr sz="1600"/>
            </a:lvl5pPr>
          </a:lstStyle>
          <a:p>
            <a:pPr lvl="0"/>
            <a:r>
              <a:rPr lang="nb"/>
              <a:t>Seksjon</a:t>
            </a:r>
            <a:endParaRPr lang="nb-NO"/>
          </a:p>
        </p:txBody>
      </p:sp>
      <p:sp>
        <p:nvSpPr>
          <p:cNvPr id="5" name="Text Placeholder 11">
            <a:extLst>
              <a:ext uri="{FF2B5EF4-FFF2-40B4-BE49-F238E27FC236}">
                <a16:creationId xmlns:a16="http://schemas.microsoft.com/office/drawing/2014/main" id="{A201979D-845C-8C75-2E1B-0714E8A43BFC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720804" y="2016001"/>
            <a:ext cx="3208018" cy="609737"/>
          </a:xfrm>
        </p:spPr>
        <p:txBody>
          <a:bodyPr lIns="180000" tIns="360000" rIns="180000" bIns="0">
            <a:sp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600">
                <a:solidFill>
                  <a:schemeClr val="accent3"/>
                </a:solidFill>
              </a:defRPr>
            </a:lvl1pPr>
          </a:lstStyle>
          <a:p>
            <a:pPr lvl="0"/>
            <a:r>
              <a:rPr lang="nb" dirty="0"/>
              <a:t>Klikk for å redigere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842E14D-E48C-F018-1285-2B447C3DFDC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720804" y="2744222"/>
            <a:ext cx="3208018" cy="3398400"/>
          </a:xfrm>
          <a:prstGeom prst="rect">
            <a:avLst/>
          </a:prstGeom>
          <a:noFill/>
        </p:spPr>
        <p:txBody>
          <a:bodyPr lIns="180000" tIns="0" rIns="180000" bIns="180000"/>
          <a:lstStyle>
            <a:lvl1pPr>
              <a:defRPr sz="1600"/>
            </a:lvl1pPr>
            <a:lvl2pPr>
              <a:defRPr sz="1400"/>
            </a:lvl2pPr>
            <a:lvl3pPr>
              <a:defRPr sz="1200"/>
            </a:lvl3pPr>
            <a:lvl4pPr>
              <a:defRPr sz="1100"/>
            </a:lvl4pPr>
            <a:lvl5pPr>
              <a:defRPr sz="11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nb-NO" dirty="0"/>
          </a:p>
        </p:txBody>
      </p:sp>
      <p:sp>
        <p:nvSpPr>
          <p:cNvPr id="10" name="Text Placeholder 11">
            <a:extLst>
              <a:ext uri="{FF2B5EF4-FFF2-40B4-BE49-F238E27FC236}">
                <a16:creationId xmlns:a16="http://schemas.microsoft.com/office/drawing/2014/main" id="{E68F7B0F-4ECA-6D46-148C-77213B581DEB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4491583" y="2016001"/>
            <a:ext cx="3208018" cy="609737"/>
          </a:xfrm>
        </p:spPr>
        <p:txBody>
          <a:bodyPr lIns="180000" tIns="360000" rIns="180000" bIns="0">
            <a:sp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600">
                <a:solidFill>
                  <a:schemeClr val="accent3"/>
                </a:solidFill>
              </a:defRPr>
            </a:lvl1pPr>
          </a:lstStyle>
          <a:p>
            <a:pPr lvl="0"/>
            <a:r>
              <a:rPr lang="nb" dirty="0"/>
              <a:t>Klikk for å redigere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3DA34BD-2344-D982-0459-1C111D1EADA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491583" y="2744222"/>
            <a:ext cx="3208018" cy="3398400"/>
          </a:xfrm>
          <a:prstGeom prst="rect">
            <a:avLst/>
          </a:prstGeom>
          <a:noFill/>
        </p:spPr>
        <p:txBody>
          <a:bodyPr vert="horz" lIns="180000" tIns="0" rIns="180000" bIns="180000" rtlCol="0">
            <a:noAutofit/>
          </a:bodyPr>
          <a:lstStyle>
            <a:lvl1pPr>
              <a:defRPr lang="en-GB" sz="1600" dirty="0"/>
            </a:lvl1pPr>
            <a:lvl2pPr>
              <a:defRPr lang="en-GB" sz="1400" dirty="0"/>
            </a:lvl2pPr>
            <a:lvl3pPr>
              <a:defRPr lang="en-GB" sz="1200" dirty="0"/>
            </a:lvl3pPr>
            <a:lvl4pPr>
              <a:defRPr lang="en-GB" sz="1100" dirty="0"/>
            </a:lvl4pPr>
            <a:lvl5pPr>
              <a:defRPr lang="nb-NO" sz="1100" dirty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nb-NO"/>
          </a:p>
        </p:txBody>
      </p:sp>
      <p:sp>
        <p:nvSpPr>
          <p:cNvPr id="11" name="Text Placeholder 11">
            <a:extLst>
              <a:ext uri="{FF2B5EF4-FFF2-40B4-BE49-F238E27FC236}">
                <a16:creationId xmlns:a16="http://schemas.microsoft.com/office/drawing/2014/main" id="{D3012DC4-9659-C1DC-66DB-E3DC99FF28A9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8262363" y="2016001"/>
            <a:ext cx="3208018" cy="609737"/>
          </a:xfrm>
        </p:spPr>
        <p:txBody>
          <a:bodyPr lIns="180000" tIns="360000" rIns="180000" bIns="0">
            <a:sp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600">
                <a:solidFill>
                  <a:schemeClr val="accent3"/>
                </a:solidFill>
              </a:defRPr>
            </a:lvl1pPr>
          </a:lstStyle>
          <a:p>
            <a:pPr lvl="0"/>
            <a:r>
              <a:rPr lang="nb" dirty="0"/>
              <a:t>Klikk for å redigere</a:t>
            </a:r>
          </a:p>
        </p:txBody>
      </p:sp>
      <p:sp>
        <p:nvSpPr>
          <p:cNvPr id="16" name="Content Placeholder 3">
            <a:extLst>
              <a:ext uri="{FF2B5EF4-FFF2-40B4-BE49-F238E27FC236}">
                <a16:creationId xmlns:a16="http://schemas.microsoft.com/office/drawing/2014/main" id="{34702B7F-F993-9E9D-7F5E-6D4D72FF3648}"/>
              </a:ext>
            </a:extLst>
          </p:cNvPr>
          <p:cNvSpPr>
            <a:spLocks noGrp="1"/>
          </p:cNvSpPr>
          <p:nvPr>
            <p:ph sz="half" idx="15"/>
          </p:nvPr>
        </p:nvSpPr>
        <p:spPr>
          <a:xfrm>
            <a:off x="8262363" y="2744222"/>
            <a:ext cx="3208018" cy="3398400"/>
          </a:xfrm>
          <a:prstGeom prst="rect">
            <a:avLst/>
          </a:prstGeom>
          <a:noFill/>
        </p:spPr>
        <p:txBody>
          <a:bodyPr vert="horz" lIns="180000" tIns="0" rIns="180000" bIns="180000" rtlCol="0">
            <a:noAutofit/>
          </a:bodyPr>
          <a:lstStyle>
            <a:lvl1pPr>
              <a:defRPr lang="en-GB" sz="1600" dirty="0"/>
            </a:lvl1pPr>
            <a:lvl2pPr>
              <a:defRPr lang="en-GB" sz="1400" dirty="0"/>
            </a:lvl2pPr>
            <a:lvl3pPr>
              <a:defRPr lang="en-GB" sz="1200" dirty="0"/>
            </a:lvl3pPr>
            <a:lvl4pPr>
              <a:defRPr lang="en-GB" sz="1100" dirty="0"/>
            </a:lvl4pPr>
            <a:lvl5pPr>
              <a:defRPr lang="nb-NO" sz="1100" dirty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nb-NO"/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535EAC70-31DE-1FCE-364B-31F378842F0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35A0D93E-F20A-BF35-CBC7-06E7A252FDBF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08810A5-7811-344D-9AE9-EC83104FB54D}" type="slidenum">
              <a:rPr lang="en-GB" smtClean="0"/>
              <a:t>‹#›</a:t>
            </a:fld>
            <a:endParaRPr lang="en-GB"/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60A80A4A-3C1F-D808-5D6E-D4D2D5A8F768}"/>
              </a:ext>
            </a:extLst>
          </p:cNvPr>
          <p:cNvSpPr>
            <a:spLocks noGrp="1"/>
          </p:cNvSpPr>
          <p:nvPr>
            <p:ph type="dt" sz="half" idx="19"/>
          </p:nvPr>
        </p:nvSpPr>
        <p:spPr/>
        <p:txBody>
          <a:bodyPr/>
          <a:lstStyle/>
          <a:p>
            <a:fld id="{F4C446C1-F288-2B46-A82F-B09F310389D6}" type="datetime1">
              <a:rPr lang="nb-NO" smtClean="0"/>
              <a:t>18.09.2026</a:t>
            </a:fld>
            <a:endParaRPr lang="en-GB"/>
          </a:p>
        </p:txBody>
      </p:sp>
      <p:sp>
        <p:nvSpPr>
          <p:cNvPr id="12" name="Tittel 11">
            <a:extLst>
              <a:ext uri="{FF2B5EF4-FFF2-40B4-BE49-F238E27FC236}">
                <a16:creationId xmlns:a16="http://schemas.microsoft.com/office/drawing/2014/main" id="{D3D187D2-9AFF-CD25-BBF0-8660ACE2D33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nb" dirty="0"/>
              <a:t>Klikk for å redigere</a:t>
            </a:r>
            <a:endParaRPr lang="en-GB" dirty="0"/>
          </a:p>
        </p:txBody>
      </p:sp>
      <p:sp>
        <p:nvSpPr>
          <p:cNvPr id="6" name="TekstSylinder 50">
            <a:extLst>
              <a:ext uri="{FF2B5EF4-FFF2-40B4-BE49-F238E27FC236}">
                <a16:creationId xmlns:a16="http://schemas.microsoft.com/office/drawing/2014/main" id="{7B228BB0-18AE-5C39-F001-6C6D343982A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/>
          <p:nvPr userDrawn="1"/>
        </p:nvSpPr>
        <p:spPr>
          <a:xfrm>
            <a:off x="12627096" y="4105715"/>
            <a:ext cx="2178795" cy="2032530"/>
          </a:xfrm>
          <a:prstGeom prst="rect">
            <a:avLst/>
          </a:prstGeom>
          <a:noFill/>
        </p:spPr>
        <p:txBody>
          <a:bodyPr wrap="square" lIns="0" tIns="108000" rIns="0" bIns="0" rtlCol="0">
            <a:spAutoFit/>
          </a:bodyPr>
          <a:lstStyle>
            <a:defPPr>
              <a:defRPr lang="en-NO"/>
            </a:defPPr>
            <a:lvl1pPr>
              <a:spcAft>
                <a:spcPts val="600"/>
              </a:spcAft>
              <a:defRPr b="0" i="0">
                <a:cs typeface="Arial" panose="020B0604020202020204" pitchFamily="34" charset="0"/>
              </a:defRPr>
            </a:lvl1pPr>
          </a:lstStyle>
          <a:p>
            <a:pPr lvl="0"/>
            <a:r>
              <a:rPr lang="nb" sz="1200" b="0" i="0" noProof="1">
                <a:solidFill>
                  <a:srgbClr val="070451"/>
                </a:solidFill>
                <a:latin typeface="+mj-lt"/>
                <a:cs typeface="TelenorEvolutionPPT-Light" panose="020B0604020202020204" charset="0"/>
              </a:rPr>
              <a:t>Endre farger</a:t>
            </a:r>
          </a:p>
          <a:p>
            <a:pPr lvl="0">
              <a:lnSpc>
                <a:spcPct val="120000"/>
              </a:lnSpc>
            </a:pPr>
            <a:r>
              <a:rPr lang="nb" sz="800" b="0" i="0" noProof="1">
                <a:solidFill>
                  <a:srgbClr val="070451"/>
                </a:solidFill>
                <a:latin typeface="+mj-lt"/>
                <a:cs typeface="TelenorEvolutionPPT-Light" panose="020B0604020202020204" charset="0"/>
              </a:rPr>
              <a:t>Gjør følgende for å endre bakgrunnsfarge:</a:t>
            </a:r>
          </a:p>
          <a:p>
            <a:pPr lvl="0">
              <a:lnSpc>
                <a:spcPct val="110000"/>
              </a:lnSpc>
            </a:pPr>
            <a:r>
              <a:rPr lang="nb" sz="800" b="0" i="0" noProof="1">
                <a:solidFill>
                  <a:srgbClr val="070451"/>
                </a:solidFill>
                <a:cs typeface="TelenorEvolutionPPT-Light" panose="020B0604020202020204" charset="0"/>
              </a:rPr>
              <a:t>Høyreklikk på lysbildet ditt, velg "formater bakgrunn" for å åpne "formatruten".</a:t>
            </a:r>
          </a:p>
          <a:p>
            <a:pPr lvl="0">
              <a:lnSpc>
                <a:spcPct val="110000"/>
              </a:lnSpc>
            </a:pPr>
            <a:r>
              <a:rPr lang="nb" sz="800" b="0" i="0" noProof="1">
                <a:solidFill>
                  <a:srgbClr val="070451"/>
                </a:solidFill>
                <a:cs typeface="TelenorEvolutionPPT-Light" panose="020B0604020202020204" charset="0"/>
              </a:rPr>
              <a:t>I formatruten velger du «Heldekkende fyll» og endrer «fyllfarge». </a:t>
            </a:r>
          </a:p>
          <a:p>
            <a:pPr lvl="0">
              <a:lnSpc>
                <a:spcPct val="110000"/>
              </a:lnSpc>
            </a:pPr>
            <a:r>
              <a:rPr lang="nb" sz="800" b="0" i="0" noProof="1">
                <a:solidFill>
                  <a:srgbClr val="070451"/>
                </a:solidFill>
                <a:cs typeface="TelenorEvolutionPPT-Light" panose="020B0604020202020204" charset="0"/>
              </a:rPr>
              <a:t>Bruk en av temafargene </a:t>
            </a:r>
            <a:r>
              <a:rPr lang="nb" sz="800" b="0" i="0" noProof="1">
                <a:solidFill>
                  <a:srgbClr val="070451"/>
                </a:solidFill>
                <a:latin typeface="+mj-lt"/>
                <a:cs typeface="TelenorEvolutionPPT-Light" panose="020B0604020202020204" charset="0"/>
              </a:rPr>
              <a:t>eller</a:t>
            </a:r>
            <a:r>
              <a:rPr lang="nb" sz="800" b="0" i="0" noProof="1">
                <a:solidFill>
                  <a:srgbClr val="070451"/>
                </a:solidFill>
                <a:cs typeface="TelenorEvolutionPPT-Light" panose="020B0604020202020204" charset="0"/>
              </a:rPr>
              <a:t> velg "flere farger" og bruk pipetten til å øyedroppe en av </a:t>
            </a:r>
            <a:r>
              <a:rPr lang="nb" sz="800" b="0" i="0" noProof="1">
                <a:solidFill>
                  <a:srgbClr val="070451"/>
                </a:solidFill>
                <a:latin typeface="+mj-lt"/>
                <a:cs typeface="TelenorEvolutionPPT-Light" panose="020B0604020202020204" charset="0"/>
              </a:rPr>
              <a:t>bakgrunnsfargene</a:t>
            </a:r>
            <a:r>
              <a:rPr lang="nb" sz="800" b="0" i="0" noProof="1">
                <a:solidFill>
                  <a:srgbClr val="070451"/>
                </a:solidFill>
                <a:cs typeface="TelenorEvolutionPPT-Light" panose="020B0604020202020204" charset="0"/>
              </a:rPr>
              <a:t>  fra dette panelet.</a:t>
            </a:r>
          </a:p>
          <a:p>
            <a:pPr lvl="0">
              <a:lnSpc>
                <a:spcPct val="110000"/>
              </a:lnSpc>
            </a:pPr>
            <a:r>
              <a:rPr lang="nb" sz="800" b="0" i="0" noProof="1">
                <a:solidFill>
                  <a:srgbClr val="070451"/>
                </a:solidFill>
                <a:cs typeface="TelenorEvolutionPPT-Light" panose="020B0604020202020204" charset="0"/>
              </a:rPr>
              <a:t>Sørg alltid for tilstrekkelig kontrast mellom bakgrunn, tekst og logo.</a:t>
            </a:r>
            <a:endParaRPr lang="en-GB" sz="1100" b="0" i="0" noProof="1">
              <a:solidFill>
                <a:srgbClr val="070451"/>
              </a:solidFill>
              <a:cs typeface="TelenorEvolutionPPT-Light" panose="020B060402020202020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493876298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:adec="http://schemas.microsoft.com/office/drawing/2017/decorative" xmlns:a16="http://schemas.microsoft.com/office/drawing/2014/main" xmlns="">
      <p:transition spd="med">
        <p:fade/>
      </p:transition>
    </mc:Fallback>
  </mc:AlternateContent>
</p:sldLayout>
</file>

<file path=ppt/slideLayouts/slideLayout5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ong title Two cards Dark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Freeform 16">
            <a:extLst>
              <a:ext uri="{FF2B5EF4-FFF2-40B4-BE49-F238E27FC236}">
                <a16:creationId xmlns:a16="http://schemas.microsoft.com/office/drawing/2014/main" id="{0CCDA03A-0CC7-7DEA-59D1-590174F5E4D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8081630" y="539750"/>
            <a:ext cx="3569486" cy="5781662"/>
          </a:xfrm>
          <a:prstGeom prst="roundRect">
            <a:avLst>
              <a:gd name="adj" fmla="val 5371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36000" tIns="36000" rIns="36000" bIns="36000" rtlCol="0" anchor="ctr">
            <a:noAutofit/>
          </a:bodyPr>
          <a:lstStyle/>
          <a:p>
            <a:pPr lvl="0">
              <a:lnSpc>
                <a:spcPct val="90000"/>
              </a:lnSpc>
              <a:spcAft>
                <a:spcPts val="1000"/>
              </a:spcAft>
            </a:pPr>
            <a:endParaRPr lang="nb-NO"/>
          </a:p>
        </p:txBody>
      </p:sp>
      <p:sp>
        <p:nvSpPr>
          <p:cNvPr id="16" name="Freeform 15">
            <a:extLst>
              <a:ext uri="{FF2B5EF4-FFF2-40B4-BE49-F238E27FC236}">
                <a16:creationId xmlns:a16="http://schemas.microsoft.com/office/drawing/2014/main" id="{B289923D-D57B-C124-3DDA-7822B826FD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4310850" y="539750"/>
            <a:ext cx="3569486" cy="5781662"/>
          </a:xfrm>
          <a:prstGeom prst="roundRect">
            <a:avLst>
              <a:gd name="adj" fmla="val 5371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36000" tIns="36000" rIns="36000" bIns="36000" rtlCol="0" anchor="ctr">
            <a:noAutofit/>
          </a:bodyPr>
          <a:lstStyle/>
          <a:p>
            <a:pPr algn="l">
              <a:lnSpc>
                <a:spcPct val="90000"/>
              </a:lnSpc>
              <a:spcAft>
                <a:spcPts val="1000"/>
              </a:spcAft>
            </a:pPr>
            <a:endParaRPr lang="nb-NO" sz="1800" err="1"/>
          </a:p>
        </p:txBody>
      </p:sp>
      <p:sp>
        <p:nvSpPr>
          <p:cNvPr id="9" name="Section title">
            <a:extLst>
              <a:ext uri="{FF2B5EF4-FFF2-40B4-BE49-F238E27FC236}">
                <a16:creationId xmlns:a16="http://schemas.microsoft.com/office/drawing/2014/main" id="{00C45E7F-BC29-BA43-01DF-232789AC0C98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540072" y="504001"/>
            <a:ext cx="724651" cy="252377"/>
          </a:xfrm>
        </p:spPr>
        <p:txBody>
          <a:bodyPr wrap="none">
            <a:sp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600">
                <a:solidFill>
                  <a:schemeClr val="tx2"/>
                </a:solidFill>
              </a:defRPr>
            </a:lvl1pPr>
            <a:lvl2pPr marL="216000" indent="0">
              <a:buNone/>
              <a:defRPr sz="1600"/>
            </a:lvl2pPr>
            <a:lvl3pPr marL="468000" indent="0">
              <a:buNone/>
              <a:defRPr sz="1600"/>
            </a:lvl3pPr>
            <a:lvl4pPr marL="720000" indent="0">
              <a:buNone/>
              <a:defRPr sz="1600"/>
            </a:lvl4pPr>
            <a:lvl5pPr marL="938213" indent="0">
              <a:buNone/>
              <a:defRPr sz="1600"/>
            </a:lvl5pPr>
          </a:lstStyle>
          <a:p>
            <a:pPr lvl="0"/>
            <a:r>
              <a:rPr lang="nb"/>
              <a:t>Seksjon</a:t>
            </a:r>
            <a:endParaRPr lang="nb-NO"/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35A0D93E-F20A-BF35-CBC7-06E7A252FDBF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08810A5-7811-344D-9AE9-EC83104FB54D}" type="slidenum">
              <a:rPr lang="en-GB" smtClean="0"/>
              <a:t>‹#›</a:t>
            </a:fld>
            <a:endParaRPr lang="en-GB"/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535EAC70-31DE-1FCE-364B-31F378842F0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2" name="Content Placeholder 2">
            <a:extLst>
              <a:ext uri="{FF2B5EF4-FFF2-40B4-BE49-F238E27FC236}">
                <a16:creationId xmlns:a16="http://schemas.microsoft.com/office/drawing/2014/main" id="{16CFF005-7DE6-AC46-A236-32A2EAE4EF5B}"/>
              </a:ext>
            </a:extLst>
          </p:cNvPr>
          <p:cNvSpPr>
            <a:spLocks noGrp="1"/>
          </p:cNvSpPr>
          <p:nvPr>
            <p:ph sz="half" idx="1" hasCustomPrompt="1"/>
          </p:nvPr>
        </p:nvSpPr>
        <p:spPr>
          <a:xfrm>
            <a:off x="4491583" y="1272540"/>
            <a:ext cx="3208018" cy="4867418"/>
          </a:xfrm>
          <a:prstGeom prst="rect">
            <a:avLst/>
          </a:prstGeom>
          <a:noFill/>
        </p:spPr>
        <p:txBody>
          <a:bodyPr lIns="180000" tIns="0" rIns="180000" bIns="180000"/>
          <a:lstStyle>
            <a:lvl1pPr>
              <a:defRPr sz="1400">
                <a:solidFill>
                  <a:schemeClr val="tx1"/>
                </a:solidFill>
              </a:defRPr>
            </a:lvl1pPr>
            <a:lvl2pPr>
              <a:defRPr sz="1200">
                <a:solidFill>
                  <a:schemeClr val="tx1"/>
                </a:solidFill>
              </a:defRPr>
            </a:lvl2pPr>
            <a:lvl3pPr>
              <a:defRPr sz="1100">
                <a:solidFill>
                  <a:schemeClr val="tx1"/>
                </a:solidFill>
              </a:defRPr>
            </a:lvl3pPr>
            <a:lvl4pPr>
              <a:defRPr sz="1050">
                <a:solidFill>
                  <a:schemeClr val="tx1"/>
                </a:solidFill>
              </a:defRPr>
            </a:lvl4pPr>
            <a:lvl5pPr>
              <a:defRPr sz="1050">
                <a:solidFill>
                  <a:schemeClr val="tx1"/>
                </a:solidFill>
              </a:defRPr>
            </a:lvl5pPr>
          </a:lstStyle>
          <a:p>
            <a:pPr lvl="0"/>
            <a:r>
              <a:rPr lang="nb" dirty="0"/>
              <a:t>Klikk for å redigere</a:t>
            </a:r>
          </a:p>
          <a:p>
            <a:pPr lvl="1"/>
            <a:r>
              <a:rPr lang="nb" dirty="0"/>
              <a:t>Andre nivå</a:t>
            </a:r>
          </a:p>
          <a:p>
            <a:pPr lvl="2"/>
            <a:r>
              <a:rPr lang="nb" dirty="0"/>
              <a:t>Tredje nivå</a:t>
            </a:r>
          </a:p>
          <a:p>
            <a:pPr lvl="3"/>
            <a:r>
              <a:rPr lang="nb" dirty="0"/>
              <a:t>Fjerde nivå</a:t>
            </a:r>
          </a:p>
          <a:p>
            <a:pPr lvl="4"/>
            <a:r>
              <a:rPr lang="nb" dirty="0"/>
              <a:t>Femte nivå</a:t>
            </a:r>
            <a:endParaRPr lang="nb-NO" dirty="0"/>
          </a:p>
        </p:txBody>
      </p:sp>
      <p:sp>
        <p:nvSpPr>
          <p:cNvPr id="3" name="Content Placeholder 3">
            <a:extLst>
              <a:ext uri="{FF2B5EF4-FFF2-40B4-BE49-F238E27FC236}">
                <a16:creationId xmlns:a16="http://schemas.microsoft.com/office/drawing/2014/main" id="{6670ED02-0E10-EFC7-E50C-D4607D6CC52A}"/>
              </a:ext>
            </a:extLst>
          </p:cNvPr>
          <p:cNvSpPr>
            <a:spLocks noGrp="1"/>
          </p:cNvSpPr>
          <p:nvPr>
            <p:ph sz="half" idx="2" hasCustomPrompt="1"/>
          </p:nvPr>
        </p:nvSpPr>
        <p:spPr>
          <a:xfrm>
            <a:off x="8262363" y="1272540"/>
            <a:ext cx="3208018" cy="4867418"/>
          </a:xfrm>
          <a:prstGeom prst="rect">
            <a:avLst/>
          </a:prstGeom>
          <a:noFill/>
        </p:spPr>
        <p:txBody>
          <a:bodyPr vert="horz" lIns="180000" tIns="0" rIns="180000" bIns="180000" rtlCol="0">
            <a:noAutofit/>
          </a:bodyPr>
          <a:lstStyle>
            <a:lvl1pPr>
              <a:defRPr lang="en-GB" sz="1400" dirty="0">
                <a:solidFill>
                  <a:schemeClr val="tx1"/>
                </a:solidFill>
              </a:defRPr>
            </a:lvl1pPr>
            <a:lvl2pPr>
              <a:defRPr lang="en-GB" sz="1200" dirty="0">
                <a:solidFill>
                  <a:schemeClr val="tx1"/>
                </a:solidFill>
              </a:defRPr>
            </a:lvl2pPr>
            <a:lvl3pPr>
              <a:defRPr lang="en-GB" sz="1100" dirty="0">
                <a:solidFill>
                  <a:schemeClr val="tx1"/>
                </a:solidFill>
              </a:defRPr>
            </a:lvl3pPr>
            <a:lvl4pPr>
              <a:defRPr lang="en-GB" sz="1050" dirty="0">
                <a:solidFill>
                  <a:schemeClr val="tx1"/>
                </a:solidFill>
              </a:defRPr>
            </a:lvl4pPr>
            <a:lvl5pPr>
              <a:defRPr lang="nb-NO" sz="1050" dirty="0">
                <a:solidFill>
                  <a:schemeClr val="tx1"/>
                </a:solidFill>
              </a:defRPr>
            </a:lvl5pPr>
          </a:lstStyle>
          <a:p>
            <a:pPr lvl="0"/>
            <a:r>
              <a:rPr lang="nb" dirty="0"/>
              <a:t>Klikk for å redigere</a:t>
            </a:r>
          </a:p>
          <a:p>
            <a:pPr lvl="1"/>
            <a:r>
              <a:rPr lang="nb" dirty="0"/>
              <a:t>Andre nivå</a:t>
            </a:r>
          </a:p>
          <a:p>
            <a:pPr lvl="2"/>
            <a:r>
              <a:rPr lang="nb" dirty="0"/>
              <a:t>Tredje nivå</a:t>
            </a:r>
          </a:p>
          <a:p>
            <a:pPr lvl="3"/>
            <a:r>
              <a:rPr lang="nb" dirty="0"/>
              <a:t>Fjerde nivå</a:t>
            </a:r>
          </a:p>
          <a:p>
            <a:pPr lvl="4"/>
            <a:r>
              <a:rPr lang="nb" dirty="0"/>
              <a:t>Femte nivå</a:t>
            </a:r>
            <a:endParaRPr lang="nb-NO" dirty="0"/>
          </a:p>
        </p:txBody>
      </p:sp>
      <p:sp>
        <p:nvSpPr>
          <p:cNvPr id="11" name="Date Placeholder 10">
            <a:extLst>
              <a:ext uri="{FF2B5EF4-FFF2-40B4-BE49-F238E27FC236}">
                <a16:creationId xmlns:a16="http://schemas.microsoft.com/office/drawing/2014/main" id="{9DDD46EE-FFAE-2672-7A0D-7361C0AA2F00}"/>
              </a:ext>
            </a:extLst>
          </p:cNvPr>
          <p:cNvSpPr>
            <a:spLocks noGrp="1"/>
          </p:cNvSpPr>
          <p:nvPr>
            <p:ph type="dt" sz="half" idx="18"/>
          </p:nvPr>
        </p:nvSpPr>
        <p:spPr/>
        <p:txBody>
          <a:bodyPr/>
          <a:lstStyle/>
          <a:p>
            <a:fld id="{0159F459-2B92-6046-8FF3-29C9D69E4491}" type="datetime1">
              <a:rPr lang="nb-NO" smtClean="0"/>
              <a:t>18.09.2026</a:t>
            </a:fld>
            <a:endParaRPr lang="en-GB"/>
          </a:p>
        </p:txBody>
      </p:sp>
      <p:sp>
        <p:nvSpPr>
          <p:cNvPr id="4" name="Tittel 3">
            <a:extLst>
              <a:ext uri="{FF2B5EF4-FFF2-40B4-BE49-F238E27FC236}">
                <a16:creationId xmlns:a16="http://schemas.microsoft.com/office/drawing/2014/main" id="{973AA600-3340-F2B5-276A-12BFE22C3D6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39998" y="859515"/>
            <a:ext cx="3391200" cy="5328000"/>
          </a:xfrm>
        </p:spPr>
        <p:txBody>
          <a:bodyPr/>
          <a:lstStyle/>
          <a:p>
            <a:r>
              <a:rPr lang="nb" dirty="0"/>
              <a:t>Klikk for å redigere</a:t>
            </a:r>
            <a:endParaRPr lang="en-GB" dirty="0"/>
          </a:p>
        </p:txBody>
      </p:sp>
      <p:sp>
        <p:nvSpPr>
          <p:cNvPr id="14" name="Text Placeholder 11">
            <a:extLst>
              <a:ext uri="{FF2B5EF4-FFF2-40B4-BE49-F238E27FC236}">
                <a16:creationId xmlns:a16="http://schemas.microsoft.com/office/drawing/2014/main" id="{C9CC59E0-F282-0B27-EF23-825DA7522F06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4491583" y="554646"/>
            <a:ext cx="3208018" cy="609737"/>
          </a:xfrm>
        </p:spPr>
        <p:txBody>
          <a:bodyPr lIns="180000" tIns="360000" rIns="180000" bIns="0">
            <a:sp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600">
                <a:solidFill>
                  <a:schemeClr val="accent3"/>
                </a:solidFill>
              </a:defRPr>
            </a:lvl1pPr>
          </a:lstStyle>
          <a:p>
            <a:pPr lvl="0"/>
            <a:r>
              <a:rPr lang="nb" dirty="0"/>
              <a:t>Klikk for å redigere</a:t>
            </a:r>
          </a:p>
        </p:txBody>
      </p:sp>
      <p:sp>
        <p:nvSpPr>
          <p:cNvPr id="15" name="Text Placeholder 11">
            <a:extLst>
              <a:ext uri="{FF2B5EF4-FFF2-40B4-BE49-F238E27FC236}">
                <a16:creationId xmlns:a16="http://schemas.microsoft.com/office/drawing/2014/main" id="{2AA90381-AAE8-1EB2-B995-3408932DB146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8262363" y="554646"/>
            <a:ext cx="3208018" cy="609737"/>
          </a:xfrm>
        </p:spPr>
        <p:txBody>
          <a:bodyPr lIns="180000" tIns="360000" rIns="180000" bIns="0">
            <a:sp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600">
                <a:solidFill>
                  <a:schemeClr val="accent3"/>
                </a:solidFill>
              </a:defRPr>
            </a:lvl1pPr>
          </a:lstStyle>
          <a:p>
            <a:pPr lvl="0"/>
            <a:r>
              <a:rPr lang="nb" dirty="0"/>
              <a:t>Klikk for å redigere</a:t>
            </a:r>
          </a:p>
        </p:txBody>
      </p:sp>
      <p:sp>
        <p:nvSpPr>
          <p:cNvPr id="5" name="TekstSylinder 50">
            <a:extLst>
              <a:ext uri="{FF2B5EF4-FFF2-40B4-BE49-F238E27FC236}">
                <a16:creationId xmlns:a16="http://schemas.microsoft.com/office/drawing/2014/main" id="{CC553E56-800A-386A-4966-A2E6EB56B4A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/>
          <p:nvPr userDrawn="1"/>
        </p:nvSpPr>
        <p:spPr>
          <a:xfrm>
            <a:off x="12627096" y="4105715"/>
            <a:ext cx="2178795" cy="2032530"/>
          </a:xfrm>
          <a:prstGeom prst="rect">
            <a:avLst/>
          </a:prstGeom>
          <a:noFill/>
        </p:spPr>
        <p:txBody>
          <a:bodyPr wrap="square" lIns="0" tIns="108000" rIns="0" bIns="0" rtlCol="0">
            <a:spAutoFit/>
          </a:bodyPr>
          <a:lstStyle>
            <a:defPPr>
              <a:defRPr lang="en-NO"/>
            </a:defPPr>
            <a:lvl1pPr>
              <a:spcAft>
                <a:spcPts val="600"/>
              </a:spcAft>
              <a:defRPr b="0" i="0">
                <a:cs typeface="Arial" panose="020B0604020202020204" pitchFamily="34" charset="0"/>
              </a:defRPr>
            </a:lvl1pPr>
          </a:lstStyle>
          <a:p>
            <a:pPr lvl="0"/>
            <a:r>
              <a:rPr lang="nb" sz="1200" b="0" i="0" noProof="1">
                <a:solidFill>
                  <a:srgbClr val="070451"/>
                </a:solidFill>
                <a:latin typeface="+mj-lt"/>
                <a:cs typeface="TelenorEvolutionPPT-Light" panose="020B0604020202020204" charset="0"/>
              </a:rPr>
              <a:t>Endre farger</a:t>
            </a:r>
          </a:p>
          <a:p>
            <a:pPr lvl="0">
              <a:lnSpc>
                <a:spcPct val="120000"/>
              </a:lnSpc>
            </a:pPr>
            <a:r>
              <a:rPr lang="nb" sz="800" b="0" i="0" noProof="1">
                <a:solidFill>
                  <a:srgbClr val="070451"/>
                </a:solidFill>
                <a:latin typeface="+mj-lt"/>
                <a:cs typeface="TelenorEvolutionPPT-Light" panose="020B0604020202020204" charset="0"/>
              </a:rPr>
              <a:t>Gjør følgende for å endre bakgrunnsfarge:</a:t>
            </a:r>
          </a:p>
          <a:p>
            <a:pPr lvl="0">
              <a:lnSpc>
                <a:spcPct val="110000"/>
              </a:lnSpc>
            </a:pPr>
            <a:r>
              <a:rPr lang="nb" sz="800" b="0" i="0" noProof="1">
                <a:solidFill>
                  <a:srgbClr val="070451"/>
                </a:solidFill>
                <a:cs typeface="TelenorEvolutionPPT-Light" panose="020B0604020202020204" charset="0"/>
              </a:rPr>
              <a:t>Høyreklikk på lysbildet ditt, velg "formater bakgrunn" for å åpne "formatruten".</a:t>
            </a:r>
          </a:p>
          <a:p>
            <a:pPr lvl="0">
              <a:lnSpc>
                <a:spcPct val="110000"/>
              </a:lnSpc>
            </a:pPr>
            <a:r>
              <a:rPr lang="nb" sz="800" b="0" i="0" noProof="1">
                <a:solidFill>
                  <a:srgbClr val="070451"/>
                </a:solidFill>
                <a:cs typeface="TelenorEvolutionPPT-Light" panose="020B0604020202020204" charset="0"/>
              </a:rPr>
              <a:t>I formatruten velger du «Heldekkende fyll» og endrer «fyllfarge». </a:t>
            </a:r>
          </a:p>
          <a:p>
            <a:pPr lvl="0">
              <a:lnSpc>
                <a:spcPct val="110000"/>
              </a:lnSpc>
            </a:pPr>
            <a:r>
              <a:rPr lang="nb" sz="800" b="0" i="0" noProof="1">
                <a:solidFill>
                  <a:srgbClr val="070451"/>
                </a:solidFill>
                <a:cs typeface="TelenorEvolutionPPT-Light" panose="020B0604020202020204" charset="0"/>
              </a:rPr>
              <a:t>Bruk en av temafargene </a:t>
            </a:r>
            <a:r>
              <a:rPr lang="nb" sz="800" b="0" i="0" noProof="1">
                <a:solidFill>
                  <a:srgbClr val="070451"/>
                </a:solidFill>
                <a:latin typeface="+mj-lt"/>
                <a:cs typeface="TelenorEvolutionPPT-Light" panose="020B0604020202020204" charset="0"/>
              </a:rPr>
              <a:t>eller</a:t>
            </a:r>
            <a:r>
              <a:rPr lang="nb" sz="800" b="0" i="0" noProof="1">
                <a:solidFill>
                  <a:srgbClr val="070451"/>
                </a:solidFill>
                <a:cs typeface="TelenorEvolutionPPT-Light" panose="020B0604020202020204" charset="0"/>
              </a:rPr>
              <a:t> velg "flere farger" og bruk pipetten til å øyedroppe en av </a:t>
            </a:r>
            <a:r>
              <a:rPr lang="nb" sz="800" b="0" i="0" noProof="1">
                <a:solidFill>
                  <a:srgbClr val="070451"/>
                </a:solidFill>
                <a:latin typeface="+mj-lt"/>
                <a:cs typeface="TelenorEvolutionPPT-Light" panose="020B0604020202020204" charset="0"/>
              </a:rPr>
              <a:t>bakgrunnsfargene</a:t>
            </a:r>
            <a:r>
              <a:rPr lang="nb" sz="800" b="0" i="0" noProof="1">
                <a:solidFill>
                  <a:srgbClr val="070451"/>
                </a:solidFill>
                <a:cs typeface="TelenorEvolutionPPT-Light" panose="020B0604020202020204" charset="0"/>
              </a:rPr>
              <a:t>  fra dette panelet.</a:t>
            </a:r>
          </a:p>
          <a:p>
            <a:pPr lvl="0">
              <a:lnSpc>
                <a:spcPct val="110000"/>
              </a:lnSpc>
            </a:pPr>
            <a:r>
              <a:rPr lang="nb" sz="800" b="0" i="0" noProof="1">
                <a:solidFill>
                  <a:srgbClr val="070451"/>
                </a:solidFill>
                <a:cs typeface="TelenorEvolutionPPT-Light" panose="020B0604020202020204" charset="0"/>
              </a:rPr>
              <a:t>Sørg alltid for tilstrekkelig kontrast mellom bakgrunn, tekst og logo.</a:t>
            </a:r>
            <a:endParaRPr lang="en-GB" sz="1100" b="0" i="0" noProof="1">
              <a:solidFill>
                <a:srgbClr val="070451"/>
              </a:solidFill>
              <a:cs typeface="TelenorEvolutionPPT-Light" panose="020B060402020202020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028001703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:adec="http://schemas.microsoft.com/office/drawing/2017/decorative" xmlns:a16="http://schemas.microsoft.com/office/drawing/2014/main" xmlns="">
      <p:transition spd="med">
        <p:fade/>
      </p:transition>
    </mc:Fallback>
  </mc:AlternateContent>
</p:sldLayout>
</file>

<file path=ppt/slideLayouts/slideLayout6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our Cards Dark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Form 3">
            <a:extLst>
              <a:ext uri="{FF2B5EF4-FFF2-40B4-BE49-F238E27FC236}">
                <a16:creationId xmlns:a16="http://schemas.microsoft.com/office/drawing/2014/main" id="{CF426E95-00AD-4D30-228D-00C435844EA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4310850" y="539750"/>
            <a:ext cx="3569486" cy="2791845"/>
          </a:xfrm>
          <a:prstGeom prst="roundRect">
            <a:avLst>
              <a:gd name="adj" fmla="val 6812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36000" tIns="36000" rIns="36000" bIns="36000" rtlCol="0" anchor="ctr">
            <a:noAutofit/>
          </a:bodyPr>
          <a:lstStyle/>
          <a:p>
            <a:pPr algn="l">
              <a:lnSpc>
                <a:spcPct val="90000"/>
              </a:lnSpc>
              <a:spcAft>
                <a:spcPts val="1000"/>
              </a:spcAft>
            </a:pPr>
            <a:endParaRPr lang="nb-NO" sz="1800" err="1"/>
          </a:p>
        </p:txBody>
      </p:sp>
      <p:sp>
        <p:nvSpPr>
          <p:cNvPr id="10" name="Form 3">
            <a:extLst>
              <a:ext uri="{FF2B5EF4-FFF2-40B4-BE49-F238E27FC236}">
                <a16:creationId xmlns:a16="http://schemas.microsoft.com/office/drawing/2014/main" id="{A8BC3E9F-137B-65C7-01B0-C8E3BAEB268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8081630" y="539750"/>
            <a:ext cx="3569486" cy="2791845"/>
          </a:xfrm>
          <a:prstGeom prst="roundRect">
            <a:avLst>
              <a:gd name="adj" fmla="val 6812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36000" tIns="36000" rIns="36000" bIns="36000" rtlCol="0" anchor="ctr">
            <a:noAutofit/>
          </a:bodyPr>
          <a:lstStyle/>
          <a:p>
            <a:pPr algn="l">
              <a:lnSpc>
                <a:spcPct val="90000"/>
              </a:lnSpc>
              <a:spcAft>
                <a:spcPts val="1000"/>
              </a:spcAft>
            </a:pPr>
            <a:endParaRPr lang="nb-NO" sz="1800" err="1"/>
          </a:p>
        </p:txBody>
      </p:sp>
      <p:sp>
        <p:nvSpPr>
          <p:cNvPr id="13" name="Form 3">
            <a:extLst>
              <a:ext uri="{FF2B5EF4-FFF2-40B4-BE49-F238E27FC236}">
                <a16:creationId xmlns:a16="http://schemas.microsoft.com/office/drawing/2014/main" id="{F95CA071-E491-55D8-EAD9-EF748F2FBAC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8081630" y="3529567"/>
            <a:ext cx="3569486" cy="2791845"/>
          </a:xfrm>
          <a:prstGeom prst="roundRect">
            <a:avLst>
              <a:gd name="adj" fmla="val 6812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36000" tIns="36000" rIns="36000" bIns="36000" rtlCol="0" anchor="ctr">
            <a:noAutofit/>
          </a:bodyPr>
          <a:lstStyle/>
          <a:p>
            <a:pPr algn="l">
              <a:lnSpc>
                <a:spcPct val="90000"/>
              </a:lnSpc>
              <a:spcAft>
                <a:spcPts val="1000"/>
              </a:spcAft>
            </a:pPr>
            <a:endParaRPr lang="nb-NO" sz="1800" err="1"/>
          </a:p>
        </p:txBody>
      </p:sp>
      <p:sp>
        <p:nvSpPr>
          <p:cNvPr id="15" name="Form 3">
            <a:extLst>
              <a:ext uri="{FF2B5EF4-FFF2-40B4-BE49-F238E27FC236}">
                <a16:creationId xmlns:a16="http://schemas.microsoft.com/office/drawing/2014/main" id="{8FD3EC95-6796-F829-099A-1AA7482DA17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4310850" y="3524906"/>
            <a:ext cx="3569486" cy="2796506"/>
          </a:xfrm>
          <a:prstGeom prst="roundRect">
            <a:avLst>
              <a:gd name="adj" fmla="val 6812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36000" tIns="36000" rIns="36000" bIns="36000" rtlCol="0" anchor="ctr">
            <a:noAutofit/>
          </a:bodyPr>
          <a:lstStyle/>
          <a:p>
            <a:pPr algn="l">
              <a:lnSpc>
                <a:spcPct val="90000"/>
              </a:lnSpc>
              <a:spcAft>
                <a:spcPts val="1000"/>
              </a:spcAft>
            </a:pPr>
            <a:endParaRPr lang="nb-NO" sz="1800" err="1"/>
          </a:p>
        </p:txBody>
      </p:sp>
      <p:sp>
        <p:nvSpPr>
          <p:cNvPr id="9" name="Section title">
            <a:extLst>
              <a:ext uri="{FF2B5EF4-FFF2-40B4-BE49-F238E27FC236}">
                <a16:creationId xmlns:a16="http://schemas.microsoft.com/office/drawing/2014/main" id="{00C45E7F-BC29-BA43-01DF-232789AC0C98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540072" y="504001"/>
            <a:ext cx="724651" cy="252377"/>
          </a:xfrm>
        </p:spPr>
        <p:txBody>
          <a:bodyPr wrap="none">
            <a:sp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600">
                <a:solidFill>
                  <a:schemeClr val="tx2"/>
                </a:solidFill>
              </a:defRPr>
            </a:lvl1pPr>
            <a:lvl2pPr marL="216000" indent="0">
              <a:buNone/>
              <a:defRPr sz="1600"/>
            </a:lvl2pPr>
            <a:lvl3pPr marL="468000" indent="0">
              <a:buNone/>
              <a:defRPr sz="1600"/>
            </a:lvl3pPr>
            <a:lvl4pPr marL="720000" indent="0">
              <a:buNone/>
              <a:defRPr sz="1600"/>
            </a:lvl4pPr>
            <a:lvl5pPr marL="938213" indent="0">
              <a:buNone/>
              <a:defRPr sz="1600"/>
            </a:lvl5pPr>
          </a:lstStyle>
          <a:p>
            <a:pPr lvl="0"/>
            <a:r>
              <a:rPr lang="nb"/>
              <a:t>Seksjon</a:t>
            </a:r>
            <a:endParaRPr lang="nb-NO"/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35A0D93E-F20A-BF35-CBC7-06E7A252FDBF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08810A5-7811-344D-9AE9-EC83104FB54D}" type="slidenum">
              <a:rPr lang="en-GB" smtClean="0"/>
              <a:t>‹#›</a:t>
            </a:fld>
            <a:endParaRPr lang="en-GB"/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535EAC70-31DE-1FCE-364B-31F378842F0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2" name="Content Placeholder 2">
            <a:extLst>
              <a:ext uri="{FF2B5EF4-FFF2-40B4-BE49-F238E27FC236}">
                <a16:creationId xmlns:a16="http://schemas.microsoft.com/office/drawing/2014/main" id="{16CFF005-7DE6-AC46-A236-32A2EAE4EF5B}"/>
              </a:ext>
            </a:extLst>
          </p:cNvPr>
          <p:cNvSpPr>
            <a:spLocks noGrp="1"/>
          </p:cNvSpPr>
          <p:nvPr>
            <p:ph sz="half" idx="1" hasCustomPrompt="1"/>
          </p:nvPr>
        </p:nvSpPr>
        <p:spPr>
          <a:xfrm>
            <a:off x="4491583" y="718872"/>
            <a:ext cx="3208018" cy="2433600"/>
          </a:xfrm>
          <a:prstGeom prst="rect">
            <a:avLst/>
          </a:prstGeom>
          <a:noFill/>
        </p:spPr>
        <p:txBody>
          <a:bodyPr lIns="180000" tIns="180000" rIns="180000" bIns="180000"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50"/>
            </a:lvl4pPr>
            <a:lvl5pPr>
              <a:defRPr sz="1050"/>
            </a:lvl5pPr>
          </a:lstStyle>
          <a:p>
            <a:pPr lvl="0"/>
            <a:r>
              <a:rPr lang="nb" dirty="0"/>
              <a:t>Klikk for å redigere</a:t>
            </a:r>
          </a:p>
          <a:p>
            <a:pPr lvl="1"/>
            <a:r>
              <a:rPr lang="nb" dirty="0"/>
              <a:t>Andre nivå</a:t>
            </a:r>
          </a:p>
          <a:p>
            <a:pPr lvl="2"/>
            <a:r>
              <a:rPr lang="nb" dirty="0"/>
              <a:t>Tredje nivå</a:t>
            </a:r>
          </a:p>
          <a:p>
            <a:pPr lvl="3"/>
            <a:r>
              <a:rPr lang="nb" dirty="0"/>
              <a:t>Fjerde nivå</a:t>
            </a:r>
          </a:p>
          <a:p>
            <a:pPr lvl="4"/>
            <a:r>
              <a:rPr lang="nb" dirty="0"/>
              <a:t>Femte nivå</a:t>
            </a:r>
            <a:endParaRPr lang="nb-NO" dirty="0"/>
          </a:p>
        </p:txBody>
      </p:sp>
      <p:sp>
        <p:nvSpPr>
          <p:cNvPr id="3" name="Content Placeholder 3">
            <a:extLst>
              <a:ext uri="{FF2B5EF4-FFF2-40B4-BE49-F238E27FC236}">
                <a16:creationId xmlns:a16="http://schemas.microsoft.com/office/drawing/2014/main" id="{6670ED02-0E10-EFC7-E50C-D4607D6CC52A}"/>
              </a:ext>
            </a:extLst>
          </p:cNvPr>
          <p:cNvSpPr>
            <a:spLocks noGrp="1"/>
          </p:cNvSpPr>
          <p:nvPr>
            <p:ph sz="half" idx="2" hasCustomPrompt="1"/>
          </p:nvPr>
        </p:nvSpPr>
        <p:spPr>
          <a:xfrm>
            <a:off x="8262363" y="718872"/>
            <a:ext cx="3208018" cy="2433600"/>
          </a:xfrm>
          <a:prstGeom prst="rect">
            <a:avLst/>
          </a:prstGeom>
          <a:noFill/>
        </p:spPr>
        <p:txBody>
          <a:bodyPr vert="horz" lIns="180000" tIns="180000" rIns="180000" bIns="180000" rtlCol="0">
            <a:noAutofit/>
          </a:bodyPr>
          <a:lstStyle>
            <a:lvl1pPr>
              <a:defRPr lang="en-GB" sz="1400" dirty="0"/>
            </a:lvl1pPr>
            <a:lvl2pPr>
              <a:defRPr lang="en-GB" sz="1200" dirty="0"/>
            </a:lvl2pPr>
            <a:lvl3pPr>
              <a:defRPr lang="en-GB" sz="1100" dirty="0"/>
            </a:lvl3pPr>
            <a:lvl4pPr>
              <a:defRPr lang="en-GB" sz="1050" dirty="0"/>
            </a:lvl4pPr>
            <a:lvl5pPr>
              <a:defRPr lang="nb-NO" sz="1050" dirty="0"/>
            </a:lvl5pPr>
          </a:lstStyle>
          <a:p>
            <a:pPr lvl="0"/>
            <a:r>
              <a:rPr lang="nb" dirty="0"/>
              <a:t>Klikk for å redigere</a:t>
            </a:r>
          </a:p>
          <a:p>
            <a:pPr lvl="1"/>
            <a:r>
              <a:rPr lang="nb" dirty="0"/>
              <a:t>Andre nivå</a:t>
            </a:r>
          </a:p>
          <a:p>
            <a:pPr lvl="2"/>
            <a:r>
              <a:rPr lang="nb" dirty="0"/>
              <a:t>Tredje nivå</a:t>
            </a:r>
          </a:p>
          <a:p>
            <a:pPr lvl="3"/>
            <a:r>
              <a:rPr lang="nb" dirty="0"/>
              <a:t>Fjerde nivå</a:t>
            </a:r>
          </a:p>
          <a:p>
            <a:pPr lvl="4"/>
            <a:r>
              <a:rPr lang="nb" dirty="0"/>
              <a:t>Femte nivå</a:t>
            </a:r>
            <a:endParaRPr lang="nb-NO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4EBA3BE-81F0-8989-7D52-E272B3CC59FF}"/>
              </a:ext>
            </a:extLst>
          </p:cNvPr>
          <p:cNvSpPr>
            <a:spLocks noGrp="1"/>
          </p:cNvSpPr>
          <p:nvPr>
            <p:ph sz="half" idx="16" hasCustomPrompt="1"/>
          </p:nvPr>
        </p:nvSpPr>
        <p:spPr>
          <a:xfrm>
            <a:off x="4492784" y="3706358"/>
            <a:ext cx="3208018" cy="2433600"/>
          </a:xfrm>
          <a:prstGeom prst="rect">
            <a:avLst/>
          </a:prstGeom>
          <a:noFill/>
        </p:spPr>
        <p:txBody>
          <a:bodyPr vert="horz" lIns="180000" tIns="180000" rIns="180000" bIns="180000" rtlCol="0">
            <a:noAutofit/>
          </a:bodyPr>
          <a:lstStyle>
            <a:lvl1pPr>
              <a:defRPr lang="en-GB" sz="1400" dirty="0"/>
            </a:lvl1pPr>
            <a:lvl2pPr>
              <a:defRPr lang="en-GB" sz="1200" dirty="0"/>
            </a:lvl2pPr>
            <a:lvl3pPr>
              <a:defRPr lang="en-GB" sz="1100" dirty="0"/>
            </a:lvl3pPr>
            <a:lvl4pPr>
              <a:defRPr lang="en-GB" sz="1050" dirty="0"/>
            </a:lvl4pPr>
            <a:lvl5pPr>
              <a:defRPr lang="nb-NO" sz="1050" dirty="0"/>
            </a:lvl5pPr>
          </a:lstStyle>
          <a:p>
            <a:pPr lvl="0"/>
            <a:r>
              <a:rPr lang="nb" dirty="0"/>
              <a:t>Klikk for å redigere</a:t>
            </a:r>
          </a:p>
          <a:p>
            <a:pPr lvl="1"/>
            <a:r>
              <a:rPr lang="nb" dirty="0"/>
              <a:t>Andre nivå</a:t>
            </a:r>
          </a:p>
          <a:p>
            <a:pPr lvl="2"/>
            <a:r>
              <a:rPr lang="nb" dirty="0"/>
              <a:t>Tredje nivå</a:t>
            </a:r>
          </a:p>
          <a:p>
            <a:pPr lvl="3"/>
            <a:r>
              <a:rPr lang="nb" dirty="0"/>
              <a:t>Fjerde nivå</a:t>
            </a:r>
          </a:p>
          <a:p>
            <a:pPr lvl="4"/>
            <a:r>
              <a:rPr lang="nb" dirty="0"/>
              <a:t>Femte nivå</a:t>
            </a:r>
            <a:endParaRPr lang="nb-NO" dirty="0"/>
          </a:p>
        </p:txBody>
      </p:sp>
      <p:sp>
        <p:nvSpPr>
          <p:cNvPr id="5" name="Content Placeholder 3">
            <a:extLst>
              <a:ext uri="{FF2B5EF4-FFF2-40B4-BE49-F238E27FC236}">
                <a16:creationId xmlns:a16="http://schemas.microsoft.com/office/drawing/2014/main" id="{BEFEC5E9-7AFC-4EB8-4ACF-E7D6DF92550A}"/>
              </a:ext>
            </a:extLst>
          </p:cNvPr>
          <p:cNvSpPr>
            <a:spLocks noGrp="1"/>
          </p:cNvSpPr>
          <p:nvPr>
            <p:ph sz="half" idx="17" hasCustomPrompt="1"/>
          </p:nvPr>
        </p:nvSpPr>
        <p:spPr>
          <a:xfrm>
            <a:off x="8262363" y="3708688"/>
            <a:ext cx="3208018" cy="2433600"/>
          </a:xfrm>
          <a:prstGeom prst="rect">
            <a:avLst/>
          </a:prstGeom>
          <a:noFill/>
        </p:spPr>
        <p:txBody>
          <a:bodyPr vert="horz" lIns="180000" tIns="180000" rIns="180000" bIns="180000" rtlCol="0">
            <a:noAutofit/>
          </a:bodyPr>
          <a:lstStyle>
            <a:lvl1pPr>
              <a:defRPr lang="en-GB" sz="1400" dirty="0"/>
            </a:lvl1pPr>
            <a:lvl2pPr>
              <a:defRPr lang="en-GB" sz="1200" dirty="0"/>
            </a:lvl2pPr>
            <a:lvl3pPr>
              <a:defRPr lang="en-GB" sz="1100" dirty="0"/>
            </a:lvl3pPr>
            <a:lvl4pPr>
              <a:defRPr lang="en-GB" sz="1050" dirty="0"/>
            </a:lvl4pPr>
            <a:lvl5pPr>
              <a:defRPr lang="nb-NO" sz="1050" dirty="0"/>
            </a:lvl5pPr>
          </a:lstStyle>
          <a:p>
            <a:pPr lvl="0"/>
            <a:r>
              <a:rPr lang="nb" dirty="0"/>
              <a:t>Klikk for å redigere</a:t>
            </a:r>
          </a:p>
          <a:p>
            <a:pPr lvl="1"/>
            <a:r>
              <a:rPr lang="nb" dirty="0"/>
              <a:t>Andre nivå</a:t>
            </a:r>
          </a:p>
          <a:p>
            <a:pPr lvl="2"/>
            <a:r>
              <a:rPr lang="nb" dirty="0"/>
              <a:t>Tredje nivå</a:t>
            </a:r>
          </a:p>
          <a:p>
            <a:pPr lvl="3"/>
            <a:r>
              <a:rPr lang="nb" dirty="0"/>
              <a:t>Fjerde nivå</a:t>
            </a:r>
          </a:p>
          <a:p>
            <a:pPr lvl="4"/>
            <a:r>
              <a:rPr lang="nb" dirty="0"/>
              <a:t>Femte nivå</a:t>
            </a:r>
            <a:endParaRPr lang="nb-NO" dirty="0"/>
          </a:p>
        </p:txBody>
      </p:sp>
      <p:sp>
        <p:nvSpPr>
          <p:cNvPr id="11" name="Date Placeholder 10">
            <a:extLst>
              <a:ext uri="{FF2B5EF4-FFF2-40B4-BE49-F238E27FC236}">
                <a16:creationId xmlns:a16="http://schemas.microsoft.com/office/drawing/2014/main" id="{9DDD46EE-FFAE-2672-7A0D-7361C0AA2F00}"/>
              </a:ext>
            </a:extLst>
          </p:cNvPr>
          <p:cNvSpPr>
            <a:spLocks noGrp="1"/>
          </p:cNvSpPr>
          <p:nvPr>
            <p:ph type="dt" sz="half" idx="18"/>
          </p:nvPr>
        </p:nvSpPr>
        <p:spPr/>
        <p:txBody>
          <a:bodyPr/>
          <a:lstStyle/>
          <a:p>
            <a:fld id="{8C84CB55-BA65-7148-9331-9DC925373382}" type="datetime1">
              <a:rPr lang="nb-NO" smtClean="0"/>
              <a:t>18.09.2026</a:t>
            </a:fld>
            <a:endParaRPr lang="en-GB"/>
          </a:p>
        </p:txBody>
      </p:sp>
      <p:sp>
        <p:nvSpPr>
          <p:cNvPr id="14" name="Tittel 13">
            <a:extLst>
              <a:ext uri="{FF2B5EF4-FFF2-40B4-BE49-F238E27FC236}">
                <a16:creationId xmlns:a16="http://schemas.microsoft.com/office/drawing/2014/main" id="{BD26808D-887B-363C-3909-C37E509084D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39999" y="859515"/>
            <a:ext cx="3391200" cy="5328000"/>
          </a:xfrm>
        </p:spPr>
        <p:txBody>
          <a:bodyPr/>
          <a:lstStyle/>
          <a:p>
            <a:r>
              <a:rPr lang="nb" dirty="0"/>
              <a:t>Klikk for å redigere</a:t>
            </a:r>
            <a:endParaRPr lang="en-GB" dirty="0"/>
          </a:p>
        </p:txBody>
      </p:sp>
      <p:sp>
        <p:nvSpPr>
          <p:cNvPr id="6" name="TekstSylinder 50">
            <a:extLst>
              <a:ext uri="{FF2B5EF4-FFF2-40B4-BE49-F238E27FC236}">
                <a16:creationId xmlns:a16="http://schemas.microsoft.com/office/drawing/2014/main" id="{8C3124C8-52A9-F18A-C827-A5FFF5938C1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/>
          <p:nvPr userDrawn="1"/>
        </p:nvSpPr>
        <p:spPr>
          <a:xfrm>
            <a:off x="12627096" y="4105715"/>
            <a:ext cx="2178795" cy="2032530"/>
          </a:xfrm>
          <a:prstGeom prst="rect">
            <a:avLst/>
          </a:prstGeom>
          <a:noFill/>
        </p:spPr>
        <p:txBody>
          <a:bodyPr wrap="square" lIns="0" tIns="108000" rIns="0" bIns="0" rtlCol="0">
            <a:spAutoFit/>
          </a:bodyPr>
          <a:lstStyle>
            <a:defPPr>
              <a:defRPr lang="en-NO"/>
            </a:defPPr>
            <a:lvl1pPr>
              <a:spcAft>
                <a:spcPts val="600"/>
              </a:spcAft>
              <a:defRPr b="0" i="0">
                <a:cs typeface="Arial" panose="020B0604020202020204" pitchFamily="34" charset="0"/>
              </a:defRPr>
            </a:lvl1pPr>
          </a:lstStyle>
          <a:p>
            <a:pPr lvl="0"/>
            <a:r>
              <a:rPr lang="nb" sz="1200" b="0" i="0" noProof="1">
                <a:solidFill>
                  <a:srgbClr val="070451"/>
                </a:solidFill>
                <a:latin typeface="+mj-lt"/>
                <a:cs typeface="TelenorEvolutionPPT-Light" panose="020B0604020202020204" charset="0"/>
              </a:rPr>
              <a:t>Endre farger</a:t>
            </a:r>
          </a:p>
          <a:p>
            <a:pPr lvl="0">
              <a:lnSpc>
                <a:spcPct val="120000"/>
              </a:lnSpc>
            </a:pPr>
            <a:r>
              <a:rPr lang="nb" sz="800" b="0" i="0" noProof="1">
                <a:solidFill>
                  <a:srgbClr val="070451"/>
                </a:solidFill>
                <a:latin typeface="+mj-lt"/>
                <a:cs typeface="TelenorEvolutionPPT-Light" panose="020B0604020202020204" charset="0"/>
              </a:rPr>
              <a:t>Gjør følgende for å endre bakgrunnsfarge:</a:t>
            </a:r>
          </a:p>
          <a:p>
            <a:pPr lvl="0">
              <a:lnSpc>
                <a:spcPct val="110000"/>
              </a:lnSpc>
            </a:pPr>
            <a:r>
              <a:rPr lang="nb" sz="800" b="0" i="0" noProof="1">
                <a:solidFill>
                  <a:srgbClr val="070451"/>
                </a:solidFill>
                <a:cs typeface="TelenorEvolutionPPT-Light" panose="020B0604020202020204" charset="0"/>
              </a:rPr>
              <a:t>Høyreklikk på lysbildet ditt, velg "formater bakgrunn" for å åpne "formatruten".</a:t>
            </a:r>
          </a:p>
          <a:p>
            <a:pPr lvl="0">
              <a:lnSpc>
                <a:spcPct val="110000"/>
              </a:lnSpc>
            </a:pPr>
            <a:r>
              <a:rPr lang="nb" sz="800" b="0" i="0" noProof="1">
                <a:solidFill>
                  <a:srgbClr val="070451"/>
                </a:solidFill>
                <a:cs typeface="TelenorEvolutionPPT-Light" panose="020B0604020202020204" charset="0"/>
              </a:rPr>
              <a:t>I formatruten velger du «Heldekkende fyll» og endrer «fyllfarge». </a:t>
            </a:r>
          </a:p>
          <a:p>
            <a:pPr lvl="0">
              <a:lnSpc>
                <a:spcPct val="110000"/>
              </a:lnSpc>
            </a:pPr>
            <a:r>
              <a:rPr lang="nb" sz="800" b="0" i="0" noProof="1">
                <a:solidFill>
                  <a:srgbClr val="070451"/>
                </a:solidFill>
                <a:cs typeface="TelenorEvolutionPPT-Light" panose="020B0604020202020204" charset="0"/>
              </a:rPr>
              <a:t>Bruk en av temafargene </a:t>
            </a:r>
            <a:r>
              <a:rPr lang="nb" sz="800" b="0" i="0" noProof="1">
                <a:solidFill>
                  <a:srgbClr val="070451"/>
                </a:solidFill>
                <a:latin typeface="+mj-lt"/>
                <a:cs typeface="TelenorEvolutionPPT-Light" panose="020B0604020202020204" charset="0"/>
              </a:rPr>
              <a:t>eller</a:t>
            </a:r>
            <a:r>
              <a:rPr lang="nb" sz="800" b="0" i="0" noProof="1">
                <a:solidFill>
                  <a:srgbClr val="070451"/>
                </a:solidFill>
                <a:cs typeface="TelenorEvolutionPPT-Light" panose="020B0604020202020204" charset="0"/>
              </a:rPr>
              <a:t> velg "flere farger" og bruk pipetten til å øyedroppe en av </a:t>
            </a:r>
            <a:r>
              <a:rPr lang="nb" sz="800" b="0" i="0" noProof="1">
                <a:solidFill>
                  <a:srgbClr val="070451"/>
                </a:solidFill>
                <a:latin typeface="+mj-lt"/>
                <a:cs typeface="TelenorEvolutionPPT-Light" panose="020B0604020202020204" charset="0"/>
              </a:rPr>
              <a:t>bakgrunnsfargene</a:t>
            </a:r>
            <a:r>
              <a:rPr lang="nb" sz="800" b="0" i="0" noProof="1">
                <a:solidFill>
                  <a:srgbClr val="070451"/>
                </a:solidFill>
                <a:cs typeface="TelenorEvolutionPPT-Light" panose="020B0604020202020204" charset="0"/>
              </a:rPr>
              <a:t>  fra dette panelet.</a:t>
            </a:r>
          </a:p>
          <a:p>
            <a:pPr lvl="0">
              <a:lnSpc>
                <a:spcPct val="110000"/>
              </a:lnSpc>
            </a:pPr>
            <a:r>
              <a:rPr lang="nb" sz="800" b="0" i="0" noProof="1">
                <a:solidFill>
                  <a:srgbClr val="070451"/>
                </a:solidFill>
                <a:cs typeface="TelenorEvolutionPPT-Light" panose="020B0604020202020204" charset="0"/>
              </a:rPr>
              <a:t>Sørg alltid for tilstrekkelig kontrast mellom bakgrunn, tekst og logo.</a:t>
            </a:r>
            <a:endParaRPr lang="en-GB" sz="1100" b="0" i="0" noProof="1">
              <a:solidFill>
                <a:srgbClr val="070451"/>
              </a:solidFill>
              <a:cs typeface="TelenorEvolutionPPT-Light" panose="020B060402020202020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595914248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:adec="http://schemas.microsoft.com/office/drawing/2017/decorative" xmlns:a16="http://schemas.microsoft.com/office/drawing/2014/main" xmlns="">
      <p:transition spd="med">
        <p:fade/>
      </p:transition>
    </mc:Fallback>
  </mc:AlternateContent>
</p:sldLayout>
</file>

<file path=ppt/slideLayouts/slideLayout6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ive Cards Dark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Form 3">
            <a:extLst>
              <a:ext uri="{FF2B5EF4-FFF2-40B4-BE49-F238E27FC236}">
                <a16:creationId xmlns:a16="http://schemas.microsoft.com/office/drawing/2014/main" id="{CF426E95-00AD-4D30-228D-00C435844EA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4310850" y="539750"/>
            <a:ext cx="3569486" cy="2791845"/>
          </a:xfrm>
          <a:prstGeom prst="roundRect">
            <a:avLst>
              <a:gd name="adj" fmla="val 6812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36000" tIns="36000" rIns="36000" bIns="36000" rtlCol="0" anchor="ctr">
            <a:noAutofit/>
          </a:bodyPr>
          <a:lstStyle/>
          <a:p>
            <a:pPr algn="l">
              <a:lnSpc>
                <a:spcPct val="90000"/>
              </a:lnSpc>
              <a:spcAft>
                <a:spcPts val="1000"/>
              </a:spcAft>
            </a:pPr>
            <a:endParaRPr lang="nb-NO" sz="1800" err="1"/>
          </a:p>
        </p:txBody>
      </p:sp>
      <p:sp>
        <p:nvSpPr>
          <p:cNvPr id="10" name="Form 3">
            <a:extLst>
              <a:ext uri="{FF2B5EF4-FFF2-40B4-BE49-F238E27FC236}">
                <a16:creationId xmlns:a16="http://schemas.microsoft.com/office/drawing/2014/main" id="{A8BC3E9F-137B-65C7-01B0-C8E3BAEB268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8081630" y="539750"/>
            <a:ext cx="3569486" cy="2791845"/>
          </a:xfrm>
          <a:prstGeom prst="roundRect">
            <a:avLst>
              <a:gd name="adj" fmla="val 6812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36000" tIns="36000" rIns="36000" bIns="36000" rtlCol="0" anchor="ctr">
            <a:noAutofit/>
          </a:bodyPr>
          <a:lstStyle/>
          <a:p>
            <a:pPr algn="l">
              <a:lnSpc>
                <a:spcPct val="90000"/>
              </a:lnSpc>
              <a:spcAft>
                <a:spcPts val="1000"/>
              </a:spcAft>
            </a:pPr>
            <a:endParaRPr lang="nb-NO" sz="1800" err="1"/>
          </a:p>
        </p:txBody>
      </p:sp>
      <p:sp>
        <p:nvSpPr>
          <p:cNvPr id="13" name="Form 3">
            <a:extLst>
              <a:ext uri="{FF2B5EF4-FFF2-40B4-BE49-F238E27FC236}">
                <a16:creationId xmlns:a16="http://schemas.microsoft.com/office/drawing/2014/main" id="{F95CA071-E491-55D8-EAD9-EF748F2FBAC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4312051" y="3529567"/>
            <a:ext cx="3569486" cy="2791845"/>
          </a:xfrm>
          <a:prstGeom prst="roundRect">
            <a:avLst>
              <a:gd name="adj" fmla="val 6812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36000" tIns="36000" rIns="36000" bIns="36000" rtlCol="0" anchor="ctr">
            <a:noAutofit/>
          </a:bodyPr>
          <a:lstStyle/>
          <a:p>
            <a:pPr algn="l">
              <a:lnSpc>
                <a:spcPct val="90000"/>
              </a:lnSpc>
              <a:spcAft>
                <a:spcPts val="1000"/>
              </a:spcAft>
            </a:pPr>
            <a:endParaRPr lang="nb-NO" sz="1800" err="1"/>
          </a:p>
        </p:txBody>
      </p:sp>
      <p:sp>
        <p:nvSpPr>
          <p:cNvPr id="15" name="Form 3">
            <a:extLst>
              <a:ext uri="{FF2B5EF4-FFF2-40B4-BE49-F238E27FC236}">
                <a16:creationId xmlns:a16="http://schemas.microsoft.com/office/drawing/2014/main" id="{8FD3EC95-6796-F829-099A-1AA7482DA17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41271" y="3524906"/>
            <a:ext cx="3569486" cy="2796506"/>
          </a:xfrm>
          <a:prstGeom prst="roundRect">
            <a:avLst>
              <a:gd name="adj" fmla="val 6812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36000" tIns="36000" rIns="36000" bIns="36000" rtlCol="0" anchor="ctr">
            <a:noAutofit/>
          </a:bodyPr>
          <a:lstStyle/>
          <a:p>
            <a:pPr algn="l">
              <a:lnSpc>
                <a:spcPct val="90000"/>
              </a:lnSpc>
              <a:spcAft>
                <a:spcPts val="1000"/>
              </a:spcAft>
            </a:pPr>
            <a:endParaRPr lang="nb-NO" sz="1800" err="1"/>
          </a:p>
        </p:txBody>
      </p:sp>
      <p:sp>
        <p:nvSpPr>
          <p:cNvPr id="3" name="Form 3">
            <a:extLst>
              <a:ext uri="{FF2B5EF4-FFF2-40B4-BE49-F238E27FC236}">
                <a16:creationId xmlns:a16="http://schemas.microsoft.com/office/drawing/2014/main" id="{5BA2C6B8-2B1B-E4F1-AFFE-BC50D07865A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8081630" y="3529567"/>
            <a:ext cx="3569486" cy="2791845"/>
          </a:xfrm>
          <a:prstGeom prst="roundRect">
            <a:avLst>
              <a:gd name="adj" fmla="val 6812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36000" tIns="36000" rIns="36000" bIns="36000" rtlCol="0" anchor="ctr">
            <a:noAutofit/>
          </a:bodyPr>
          <a:lstStyle/>
          <a:p>
            <a:pPr algn="l">
              <a:lnSpc>
                <a:spcPct val="90000"/>
              </a:lnSpc>
              <a:spcAft>
                <a:spcPts val="1000"/>
              </a:spcAft>
            </a:pPr>
            <a:endParaRPr lang="nb-NO" sz="1800" err="1"/>
          </a:p>
        </p:txBody>
      </p:sp>
      <p:sp>
        <p:nvSpPr>
          <p:cNvPr id="9" name="Section title">
            <a:extLst>
              <a:ext uri="{FF2B5EF4-FFF2-40B4-BE49-F238E27FC236}">
                <a16:creationId xmlns:a16="http://schemas.microsoft.com/office/drawing/2014/main" id="{00C45E7F-BC29-BA43-01DF-232789AC0C98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540072" y="504001"/>
            <a:ext cx="724651" cy="252377"/>
          </a:xfrm>
        </p:spPr>
        <p:txBody>
          <a:bodyPr wrap="none">
            <a:sp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600">
                <a:solidFill>
                  <a:schemeClr val="tx2"/>
                </a:solidFill>
              </a:defRPr>
            </a:lvl1pPr>
            <a:lvl2pPr marL="216000" indent="0">
              <a:buNone/>
              <a:defRPr sz="1600"/>
            </a:lvl2pPr>
            <a:lvl3pPr marL="468000" indent="0">
              <a:buNone/>
              <a:defRPr sz="1600"/>
            </a:lvl3pPr>
            <a:lvl4pPr marL="720000" indent="0">
              <a:buNone/>
              <a:defRPr sz="1600"/>
            </a:lvl4pPr>
            <a:lvl5pPr marL="938213" indent="0">
              <a:buNone/>
              <a:defRPr sz="1600"/>
            </a:lvl5pPr>
          </a:lstStyle>
          <a:p>
            <a:pPr lvl="0"/>
            <a:r>
              <a:rPr lang="nb"/>
              <a:t>Seksjon</a:t>
            </a:r>
            <a:endParaRPr lang="nb-NO"/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35A0D93E-F20A-BF35-CBC7-06E7A252FDBF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08810A5-7811-344D-9AE9-EC83104FB54D}" type="slidenum">
              <a:rPr lang="en-GB" smtClean="0"/>
              <a:t>‹#›</a:t>
            </a:fld>
            <a:endParaRPr lang="en-GB"/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535EAC70-31DE-1FCE-364B-31F378842F0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2" name="Content Placeholder 2">
            <a:extLst>
              <a:ext uri="{FF2B5EF4-FFF2-40B4-BE49-F238E27FC236}">
                <a16:creationId xmlns:a16="http://schemas.microsoft.com/office/drawing/2014/main" id="{3118A869-E6B7-0D50-214F-89FF988922D5}"/>
              </a:ext>
            </a:extLst>
          </p:cNvPr>
          <p:cNvSpPr>
            <a:spLocks noGrp="1"/>
          </p:cNvSpPr>
          <p:nvPr>
            <p:ph sz="half" idx="1" hasCustomPrompt="1"/>
          </p:nvPr>
        </p:nvSpPr>
        <p:spPr>
          <a:xfrm>
            <a:off x="4491583" y="718872"/>
            <a:ext cx="3208018" cy="2433600"/>
          </a:xfrm>
          <a:prstGeom prst="rect">
            <a:avLst/>
          </a:prstGeom>
          <a:noFill/>
        </p:spPr>
        <p:txBody>
          <a:bodyPr lIns="180000" tIns="180000" rIns="180000" bIns="180000"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50"/>
            </a:lvl4pPr>
            <a:lvl5pPr>
              <a:defRPr sz="1050"/>
            </a:lvl5pPr>
          </a:lstStyle>
          <a:p>
            <a:pPr lvl="0"/>
            <a:r>
              <a:rPr lang="nb" dirty="0"/>
              <a:t>Klikk for å redigere</a:t>
            </a:r>
          </a:p>
          <a:p>
            <a:pPr lvl="1"/>
            <a:r>
              <a:rPr lang="nb" dirty="0"/>
              <a:t>Andre nivå</a:t>
            </a:r>
          </a:p>
          <a:p>
            <a:pPr lvl="2"/>
            <a:r>
              <a:rPr lang="nb" dirty="0"/>
              <a:t>Tredje nivå</a:t>
            </a:r>
          </a:p>
          <a:p>
            <a:pPr lvl="3"/>
            <a:r>
              <a:rPr lang="nb" dirty="0"/>
              <a:t>Fjerde nivå</a:t>
            </a:r>
          </a:p>
          <a:p>
            <a:pPr lvl="4"/>
            <a:r>
              <a:rPr lang="nb" dirty="0"/>
              <a:t>Femte nivå</a:t>
            </a:r>
            <a:endParaRPr lang="nb-NO" dirty="0"/>
          </a:p>
        </p:txBody>
      </p:sp>
      <p:sp>
        <p:nvSpPr>
          <p:cNvPr id="5" name="Content Placeholder 3">
            <a:extLst>
              <a:ext uri="{FF2B5EF4-FFF2-40B4-BE49-F238E27FC236}">
                <a16:creationId xmlns:a16="http://schemas.microsoft.com/office/drawing/2014/main" id="{D124AFC3-C301-B628-B150-8163EE6CE283}"/>
              </a:ext>
            </a:extLst>
          </p:cNvPr>
          <p:cNvSpPr>
            <a:spLocks noGrp="1"/>
          </p:cNvSpPr>
          <p:nvPr>
            <p:ph sz="half" idx="2" hasCustomPrompt="1"/>
          </p:nvPr>
        </p:nvSpPr>
        <p:spPr>
          <a:xfrm>
            <a:off x="8262363" y="718872"/>
            <a:ext cx="3208018" cy="2433600"/>
          </a:xfrm>
          <a:prstGeom prst="rect">
            <a:avLst/>
          </a:prstGeom>
          <a:noFill/>
        </p:spPr>
        <p:txBody>
          <a:bodyPr vert="horz" lIns="180000" tIns="180000" rIns="180000" bIns="180000" rtlCol="0">
            <a:noAutofit/>
          </a:bodyPr>
          <a:lstStyle>
            <a:lvl1pPr>
              <a:defRPr lang="en-GB" sz="1400" dirty="0"/>
            </a:lvl1pPr>
            <a:lvl2pPr>
              <a:defRPr lang="en-GB" sz="1200" dirty="0"/>
            </a:lvl2pPr>
            <a:lvl3pPr>
              <a:defRPr lang="en-GB" sz="1100" dirty="0"/>
            </a:lvl3pPr>
            <a:lvl4pPr>
              <a:defRPr lang="en-GB" sz="1050" dirty="0"/>
            </a:lvl4pPr>
            <a:lvl5pPr>
              <a:defRPr lang="nb-NO" sz="1050" dirty="0"/>
            </a:lvl5pPr>
          </a:lstStyle>
          <a:p>
            <a:pPr lvl="0"/>
            <a:r>
              <a:rPr lang="nb" dirty="0"/>
              <a:t>Klikk for å redigere</a:t>
            </a:r>
          </a:p>
          <a:p>
            <a:pPr lvl="1"/>
            <a:r>
              <a:rPr lang="nb" dirty="0"/>
              <a:t>Andre nivå</a:t>
            </a:r>
          </a:p>
          <a:p>
            <a:pPr lvl="2"/>
            <a:r>
              <a:rPr lang="nb" dirty="0"/>
              <a:t>Tredje nivå</a:t>
            </a:r>
          </a:p>
          <a:p>
            <a:pPr lvl="3"/>
            <a:r>
              <a:rPr lang="nb" dirty="0"/>
              <a:t>Fjerde nivå</a:t>
            </a:r>
          </a:p>
          <a:p>
            <a:pPr lvl="4"/>
            <a:r>
              <a:rPr lang="nb" dirty="0"/>
              <a:t>Femte nivå</a:t>
            </a:r>
            <a:endParaRPr lang="nb-NO" dirty="0"/>
          </a:p>
        </p:txBody>
      </p:sp>
      <p:sp>
        <p:nvSpPr>
          <p:cNvPr id="11" name="Content Placeholder 3">
            <a:extLst>
              <a:ext uri="{FF2B5EF4-FFF2-40B4-BE49-F238E27FC236}">
                <a16:creationId xmlns:a16="http://schemas.microsoft.com/office/drawing/2014/main" id="{5C00913A-4C82-D68D-CED6-3B155B8BD391}"/>
              </a:ext>
            </a:extLst>
          </p:cNvPr>
          <p:cNvSpPr>
            <a:spLocks noGrp="1"/>
          </p:cNvSpPr>
          <p:nvPr>
            <p:ph sz="half" idx="15" hasCustomPrompt="1"/>
          </p:nvPr>
        </p:nvSpPr>
        <p:spPr>
          <a:xfrm>
            <a:off x="722003" y="3706358"/>
            <a:ext cx="3208018" cy="2433600"/>
          </a:xfrm>
          <a:prstGeom prst="rect">
            <a:avLst/>
          </a:prstGeom>
          <a:noFill/>
        </p:spPr>
        <p:txBody>
          <a:bodyPr vert="horz" lIns="180000" tIns="180000" rIns="180000" bIns="180000" rtlCol="0">
            <a:noAutofit/>
          </a:bodyPr>
          <a:lstStyle>
            <a:lvl1pPr>
              <a:defRPr lang="en-GB" sz="1400" dirty="0"/>
            </a:lvl1pPr>
            <a:lvl2pPr>
              <a:defRPr lang="en-GB" sz="1200" dirty="0"/>
            </a:lvl2pPr>
            <a:lvl3pPr>
              <a:defRPr lang="en-GB" sz="1100" dirty="0"/>
            </a:lvl3pPr>
            <a:lvl4pPr>
              <a:defRPr lang="en-GB" sz="1050" dirty="0"/>
            </a:lvl4pPr>
            <a:lvl5pPr>
              <a:defRPr lang="nb-NO" sz="1050" dirty="0"/>
            </a:lvl5pPr>
          </a:lstStyle>
          <a:p>
            <a:pPr lvl="0"/>
            <a:r>
              <a:rPr lang="nb" dirty="0"/>
              <a:t>Klikk for å redigere</a:t>
            </a:r>
          </a:p>
          <a:p>
            <a:pPr lvl="1"/>
            <a:r>
              <a:rPr lang="nb" dirty="0"/>
              <a:t>Andre nivå</a:t>
            </a:r>
          </a:p>
          <a:p>
            <a:pPr lvl="2"/>
            <a:r>
              <a:rPr lang="nb" dirty="0"/>
              <a:t>Tredje nivå</a:t>
            </a:r>
          </a:p>
          <a:p>
            <a:pPr lvl="3"/>
            <a:r>
              <a:rPr lang="nb" dirty="0"/>
              <a:t>Fjerde nivå</a:t>
            </a:r>
          </a:p>
          <a:p>
            <a:pPr lvl="4"/>
            <a:r>
              <a:rPr lang="nb" dirty="0"/>
              <a:t>Femte nivå</a:t>
            </a:r>
            <a:endParaRPr lang="nb-NO" dirty="0"/>
          </a:p>
        </p:txBody>
      </p:sp>
      <p:sp>
        <p:nvSpPr>
          <p:cNvPr id="14" name="Content Placeholder 3">
            <a:extLst>
              <a:ext uri="{FF2B5EF4-FFF2-40B4-BE49-F238E27FC236}">
                <a16:creationId xmlns:a16="http://schemas.microsoft.com/office/drawing/2014/main" id="{B68D53F3-0DE7-205F-22F3-BE782F513617}"/>
              </a:ext>
            </a:extLst>
          </p:cNvPr>
          <p:cNvSpPr>
            <a:spLocks noGrp="1"/>
          </p:cNvSpPr>
          <p:nvPr>
            <p:ph sz="half" idx="16" hasCustomPrompt="1"/>
          </p:nvPr>
        </p:nvSpPr>
        <p:spPr>
          <a:xfrm>
            <a:off x="4492784" y="3706358"/>
            <a:ext cx="3208018" cy="2433600"/>
          </a:xfrm>
          <a:prstGeom prst="rect">
            <a:avLst/>
          </a:prstGeom>
          <a:noFill/>
        </p:spPr>
        <p:txBody>
          <a:bodyPr vert="horz" lIns="180000" tIns="180000" rIns="180000" bIns="180000" rtlCol="0">
            <a:noAutofit/>
          </a:bodyPr>
          <a:lstStyle>
            <a:lvl1pPr>
              <a:defRPr lang="en-GB" sz="1400" dirty="0"/>
            </a:lvl1pPr>
            <a:lvl2pPr>
              <a:defRPr lang="en-GB" sz="1200" dirty="0"/>
            </a:lvl2pPr>
            <a:lvl3pPr>
              <a:defRPr lang="en-GB" sz="1100" dirty="0"/>
            </a:lvl3pPr>
            <a:lvl4pPr>
              <a:defRPr lang="en-GB" sz="1050" dirty="0"/>
            </a:lvl4pPr>
            <a:lvl5pPr>
              <a:defRPr lang="nb-NO" sz="1050" dirty="0"/>
            </a:lvl5pPr>
          </a:lstStyle>
          <a:p>
            <a:pPr lvl="0"/>
            <a:r>
              <a:rPr lang="nb" dirty="0"/>
              <a:t>Klikk for å redigere</a:t>
            </a:r>
          </a:p>
          <a:p>
            <a:pPr lvl="1"/>
            <a:r>
              <a:rPr lang="nb" dirty="0"/>
              <a:t>Andre nivå</a:t>
            </a:r>
          </a:p>
          <a:p>
            <a:pPr lvl="2"/>
            <a:r>
              <a:rPr lang="nb" dirty="0"/>
              <a:t>Tredje nivå</a:t>
            </a:r>
          </a:p>
          <a:p>
            <a:pPr lvl="3"/>
            <a:r>
              <a:rPr lang="nb" dirty="0"/>
              <a:t>Fjerde nivå</a:t>
            </a:r>
          </a:p>
          <a:p>
            <a:pPr lvl="4"/>
            <a:r>
              <a:rPr lang="nb" dirty="0"/>
              <a:t>Femte nivå</a:t>
            </a:r>
            <a:endParaRPr lang="nb-NO" dirty="0"/>
          </a:p>
        </p:txBody>
      </p:sp>
      <p:sp>
        <p:nvSpPr>
          <p:cNvPr id="16" name="Content Placeholder 3">
            <a:extLst>
              <a:ext uri="{FF2B5EF4-FFF2-40B4-BE49-F238E27FC236}">
                <a16:creationId xmlns:a16="http://schemas.microsoft.com/office/drawing/2014/main" id="{AA960BCE-A6D2-E72F-E13C-15A4FD29016A}"/>
              </a:ext>
            </a:extLst>
          </p:cNvPr>
          <p:cNvSpPr>
            <a:spLocks noGrp="1"/>
          </p:cNvSpPr>
          <p:nvPr>
            <p:ph sz="half" idx="17" hasCustomPrompt="1"/>
          </p:nvPr>
        </p:nvSpPr>
        <p:spPr>
          <a:xfrm>
            <a:off x="8262363" y="3708688"/>
            <a:ext cx="3208018" cy="2433600"/>
          </a:xfrm>
          <a:prstGeom prst="rect">
            <a:avLst/>
          </a:prstGeom>
          <a:noFill/>
        </p:spPr>
        <p:txBody>
          <a:bodyPr vert="horz" lIns="180000" tIns="180000" rIns="180000" bIns="180000" rtlCol="0">
            <a:noAutofit/>
          </a:bodyPr>
          <a:lstStyle>
            <a:lvl1pPr>
              <a:defRPr lang="en-GB" sz="1400" dirty="0"/>
            </a:lvl1pPr>
            <a:lvl2pPr>
              <a:defRPr lang="en-GB" sz="1200" dirty="0"/>
            </a:lvl2pPr>
            <a:lvl3pPr>
              <a:defRPr lang="en-GB" sz="1100" dirty="0"/>
            </a:lvl3pPr>
            <a:lvl4pPr>
              <a:defRPr lang="en-GB" sz="1050" dirty="0"/>
            </a:lvl4pPr>
            <a:lvl5pPr>
              <a:defRPr lang="nb-NO" sz="1050" dirty="0"/>
            </a:lvl5pPr>
          </a:lstStyle>
          <a:p>
            <a:pPr lvl="0"/>
            <a:r>
              <a:rPr lang="nb" dirty="0"/>
              <a:t>Klikk for å redigere</a:t>
            </a:r>
          </a:p>
          <a:p>
            <a:pPr lvl="1"/>
            <a:r>
              <a:rPr lang="nb" dirty="0"/>
              <a:t>Andre nivå</a:t>
            </a:r>
          </a:p>
          <a:p>
            <a:pPr lvl="2"/>
            <a:r>
              <a:rPr lang="nb" dirty="0"/>
              <a:t>Tredje nivå</a:t>
            </a:r>
          </a:p>
          <a:p>
            <a:pPr lvl="3"/>
            <a:r>
              <a:rPr lang="nb" dirty="0"/>
              <a:t>Fjerde nivå</a:t>
            </a:r>
          </a:p>
          <a:p>
            <a:pPr lvl="4"/>
            <a:r>
              <a:rPr lang="nb" dirty="0"/>
              <a:t>Femte nivå</a:t>
            </a:r>
            <a:endParaRPr lang="nb-NO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F7D0DEC-C96A-B215-D008-B7248CB37715}"/>
              </a:ext>
            </a:extLst>
          </p:cNvPr>
          <p:cNvSpPr>
            <a:spLocks noGrp="1"/>
          </p:cNvSpPr>
          <p:nvPr>
            <p:ph type="dt" sz="half" idx="18"/>
          </p:nvPr>
        </p:nvSpPr>
        <p:spPr/>
        <p:txBody>
          <a:bodyPr/>
          <a:lstStyle/>
          <a:p>
            <a:fld id="{191F43CE-8055-9249-81A3-A76C877C8534}" type="datetime1">
              <a:rPr lang="nb-NO" smtClean="0"/>
              <a:t>18.09.2026</a:t>
            </a:fld>
            <a:endParaRPr lang="en-GB"/>
          </a:p>
        </p:txBody>
      </p:sp>
      <p:sp>
        <p:nvSpPr>
          <p:cNvPr id="17" name="Tittel 16">
            <a:extLst>
              <a:ext uri="{FF2B5EF4-FFF2-40B4-BE49-F238E27FC236}">
                <a16:creationId xmlns:a16="http://schemas.microsoft.com/office/drawing/2014/main" id="{90FBC205-437A-FD72-D465-352591BEB8A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39999" y="859514"/>
            <a:ext cx="3569486" cy="2292957"/>
          </a:xfrm>
        </p:spPr>
        <p:txBody>
          <a:bodyPr/>
          <a:lstStyle/>
          <a:p>
            <a:r>
              <a:rPr lang="nb" dirty="0"/>
              <a:t>Klikk for å redigere</a:t>
            </a:r>
            <a:endParaRPr lang="en-GB" dirty="0"/>
          </a:p>
        </p:txBody>
      </p:sp>
      <p:sp>
        <p:nvSpPr>
          <p:cNvPr id="6" name="TekstSylinder 50">
            <a:extLst>
              <a:ext uri="{FF2B5EF4-FFF2-40B4-BE49-F238E27FC236}">
                <a16:creationId xmlns:a16="http://schemas.microsoft.com/office/drawing/2014/main" id="{26DAA0CC-6DB4-91C1-9BFB-D1B20E7CBC7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/>
          <p:nvPr userDrawn="1"/>
        </p:nvSpPr>
        <p:spPr>
          <a:xfrm>
            <a:off x="12627096" y="4105715"/>
            <a:ext cx="2178795" cy="2032530"/>
          </a:xfrm>
          <a:prstGeom prst="rect">
            <a:avLst/>
          </a:prstGeom>
          <a:noFill/>
        </p:spPr>
        <p:txBody>
          <a:bodyPr wrap="square" lIns="0" tIns="108000" rIns="0" bIns="0" rtlCol="0">
            <a:spAutoFit/>
          </a:bodyPr>
          <a:lstStyle>
            <a:defPPr>
              <a:defRPr lang="en-NO"/>
            </a:defPPr>
            <a:lvl1pPr>
              <a:spcAft>
                <a:spcPts val="600"/>
              </a:spcAft>
              <a:defRPr b="0" i="0">
                <a:cs typeface="Arial" panose="020B0604020202020204" pitchFamily="34" charset="0"/>
              </a:defRPr>
            </a:lvl1pPr>
          </a:lstStyle>
          <a:p>
            <a:pPr lvl="0"/>
            <a:r>
              <a:rPr lang="nb" sz="1200" b="0" i="0" noProof="1">
                <a:solidFill>
                  <a:srgbClr val="070451"/>
                </a:solidFill>
                <a:latin typeface="+mj-lt"/>
                <a:cs typeface="TelenorEvolutionPPT-Light" panose="020B0604020202020204" charset="0"/>
              </a:rPr>
              <a:t>Endre farger</a:t>
            </a:r>
          </a:p>
          <a:p>
            <a:pPr lvl="0">
              <a:lnSpc>
                <a:spcPct val="120000"/>
              </a:lnSpc>
            </a:pPr>
            <a:r>
              <a:rPr lang="nb" sz="800" b="0" i="0" noProof="1">
                <a:solidFill>
                  <a:srgbClr val="070451"/>
                </a:solidFill>
                <a:latin typeface="+mj-lt"/>
                <a:cs typeface="TelenorEvolutionPPT-Light" panose="020B0604020202020204" charset="0"/>
              </a:rPr>
              <a:t>Gjør følgende for å endre bakgrunnsfarge:</a:t>
            </a:r>
          </a:p>
          <a:p>
            <a:pPr lvl="0">
              <a:lnSpc>
                <a:spcPct val="110000"/>
              </a:lnSpc>
            </a:pPr>
            <a:r>
              <a:rPr lang="nb" sz="800" b="0" i="0" noProof="1">
                <a:solidFill>
                  <a:srgbClr val="070451"/>
                </a:solidFill>
                <a:cs typeface="TelenorEvolutionPPT-Light" panose="020B0604020202020204" charset="0"/>
              </a:rPr>
              <a:t>Høyreklikk på lysbildet ditt, velg "formater bakgrunn" for å åpne "formatruten".</a:t>
            </a:r>
          </a:p>
          <a:p>
            <a:pPr lvl="0">
              <a:lnSpc>
                <a:spcPct val="110000"/>
              </a:lnSpc>
            </a:pPr>
            <a:r>
              <a:rPr lang="nb" sz="800" b="0" i="0" noProof="1">
                <a:solidFill>
                  <a:srgbClr val="070451"/>
                </a:solidFill>
                <a:cs typeface="TelenorEvolutionPPT-Light" panose="020B0604020202020204" charset="0"/>
              </a:rPr>
              <a:t>I formatruten velger du «Heldekkende fyll» og endrer «fyllfarge». </a:t>
            </a:r>
          </a:p>
          <a:p>
            <a:pPr lvl="0">
              <a:lnSpc>
                <a:spcPct val="110000"/>
              </a:lnSpc>
            </a:pPr>
            <a:r>
              <a:rPr lang="nb" sz="800" b="0" i="0" noProof="1">
                <a:solidFill>
                  <a:srgbClr val="070451"/>
                </a:solidFill>
                <a:cs typeface="TelenorEvolutionPPT-Light" panose="020B0604020202020204" charset="0"/>
              </a:rPr>
              <a:t>Bruk en av temafargene </a:t>
            </a:r>
            <a:r>
              <a:rPr lang="nb" sz="800" b="0" i="0" noProof="1">
                <a:solidFill>
                  <a:srgbClr val="070451"/>
                </a:solidFill>
                <a:latin typeface="+mj-lt"/>
                <a:cs typeface="TelenorEvolutionPPT-Light" panose="020B0604020202020204" charset="0"/>
              </a:rPr>
              <a:t>eller</a:t>
            </a:r>
            <a:r>
              <a:rPr lang="nb" sz="800" b="0" i="0" noProof="1">
                <a:solidFill>
                  <a:srgbClr val="070451"/>
                </a:solidFill>
                <a:cs typeface="TelenorEvolutionPPT-Light" panose="020B0604020202020204" charset="0"/>
              </a:rPr>
              <a:t> velg "flere farger" og bruk pipetten til å øyedroppe en av </a:t>
            </a:r>
            <a:r>
              <a:rPr lang="nb" sz="800" b="0" i="0" noProof="1">
                <a:solidFill>
                  <a:srgbClr val="070451"/>
                </a:solidFill>
                <a:latin typeface="+mj-lt"/>
                <a:cs typeface="TelenorEvolutionPPT-Light" panose="020B0604020202020204" charset="0"/>
              </a:rPr>
              <a:t>bakgrunnsfargene</a:t>
            </a:r>
            <a:r>
              <a:rPr lang="nb" sz="800" b="0" i="0" noProof="1">
                <a:solidFill>
                  <a:srgbClr val="070451"/>
                </a:solidFill>
                <a:cs typeface="TelenorEvolutionPPT-Light" panose="020B0604020202020204" charset="0"/>
              </a:rPr>
              <a:t>  fra dette panelet.</a:t>
            </a:r>
          </a:p>
          <a:p>
            <a:pPr lvl="0">
              <a:lnSpc>
                <a:spcPct val="110000"/>
              </a:lnSpc>
            </a:pPr>
            <a:r>
              <a:rPr lang="nb" sz="800" b="0" i="0" noProof="1">
                <a:solidFill>
                  <a:srgbClr val="070451"/>
                </a:solidFill>
                <a:cs typeface="TelenorEvolutionPPT-Light" panose="020B0604020202020204" charset="0"/>
              </a:rPr>
              <a:t>Sørg alltid for tilstrekkelig kontrast mellom bakgrunn, tekst og logo.</a:t>
            </a:r>
            <a:endParaRPr lang="en-GB" sz="1100" b="0" i="0" noProof="1">
              <a:solidFill>
                <a:srgbClr val="070451"/>
              </a:solidFill>
              <a:cs typeface="TelenorEvolutionPPT-Light" panose="020B060402020202020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512466478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:p15="http://schemas.microsoft.com/office/powerpoint/2012/main" xmlns:adec="http://schemas.microsoft.com/office/drawing/2017/decorative" xmlns:a16="http://schemas.microsoft.com/office/drawing/2014/main"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/>
    </p:ext>
  </p:extLst>
</p:sldLayout>
</file>

<file path=ppt/slideLayouts/slideLayout6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ards Soft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ounded Rectangle 9">
            <a:extLst>
              <a:ext uri="{FF2B5EF4-FFF2-40B4-BE49-F238E27FC236}">
                <a16:creationId xmlns:a16="http://schemas.microsoft.com/office/drawing/2014/main" id="{FF3A8012-C7C4-15C4-B6EA-B51DC7BC36E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196406" y="2016000"/>
            <a:ext cx="5454710" cy="4313363"/>
          </a:xfrm>
          <a:prstGeom prst="roundRect">
            <a:avLst>
              <a:gd name="adj" fmla="val 5944"/>
            </a:avLst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/>
          <a:lstStyle/>
          <a:p>
            <a:pPr algn="ctr">
              <a:lnSpc>
                <a:spcPct val="90000"/>
              </a:lnSpc>
              <a:spcAft>
                <a:spcPts val="1000"/>
              </a:spcAft>
            </a:pPr>
            <a:endParaRPr lang="nb-NO" sz="1800">
              <a:highlight>
                <a:srgbClr val="FFFF00"/>
              </a:highlight>
            </a:endParaRPr>
          </a:p>
        </p:txBody>
      </p:sp>
      <p:sp>
        <p:nvSpPr>
          <p:cNvPr id="5" name="Rounded Rectangle 4">
            <a:extLst>
              <a:ext uri="{FF2B5EF4-FFF2-40B4-BE49-F238E27FC236}">
                <a16:creationId xmlns:a16="http://schemas.microsoft.com/office/drawing/2014/main" id="{F0549E9E-6D9B-F422-4DC8-E05686B5731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40069" y="2016000"/>
            <a:ext cx="5454710" cy="4313363"/>
          </a:xfrm>
          <a:prstGeom prst="roundRect">
            <a:avLst>
              <a:gd name="adj" fmla="val 5944"/>
            </a:avLst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/>
          <a:lstStyle/>
          <a:p>
            <a:pPr algn="ctr">
              <a:lnSpc>
                <a:spcPct val="90000"/>
              </a:lnSpc>
              <a:spcAft>
                <a:spcPts val="1000"/>
              </a:spcAft>
            </a:pPr>
            <a:endParaRPr lang="nb-NO" sz="1800" err="1">
              <a:highlight>
                <a:srgbClr val="FFFF00"/>
              </a:highlight>
            </a:endParaRPr>
          </a:p>
        </p:txBody>
      </p:sp>
      <p:sp>
        <p:nvSpPr>
          <p:cNvPr id="9" name="Section title">
            <a:extLst>
              <a:ext uri="{FF2B5EF4-FFF2-40B4-BE49-F238E27FC236}">
                <a16:creationId xmlns:a16="http://schemas.microsoft.com/office/drawing/2014/main" id="{00C45E7F-BC29-BA43-01DF-232789AC0C98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540072" y="504001"/>
            <a:ext cx="724651" cy="252377"/>
          </a:xfrm>
        </p:spPr>
        <p:txBody>
          <a:bodyPr wrap="none">
            <a:sp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600">
                <a:solidFill>
                  <a:schemeClr val="tx2"/>
                </a:solidFill>
              </a:defRPr>
            </a:lvl1pPr>
            <a:lvl2pPr marL="216000" indent="0">
              <a:buNone/>
              <a:defRPr sz="1600"/>
            </a:lvl2pPr>
            <a:lvl3pPr marL="468000" indent="0">
              <a:buNone/>
              <a:defRPr sz="1600"/>
            </a:lvl3pPr>
            <a:lvl4pPr marL="720000" indent="0">
              <a:buNone/>
              <a:defRPr sz="1600"/>
            </a:lvl4pPr>
            <a:lvl5pPr marL="938213" indent="0">
              <a:buNone/>
              <a:defRPr sz="1600"/>
            </a:lvl5pPr>
          </a:lstStyle>
          <a:p>
            <a:pPr lvl="0"/>
            <a:r>
              <a:rPr lang="nb"/>
              <a:t>Seksjon</a:t>
            </a:r>
            <a:endParaRPr lang="nb-NO"/>
          </a:p>
        </p:txBody>
      </p:sp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E19D7BA0-ADB3-A368-8E19-975B0A5B45A0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720093" y="2016001"/>
            <a:ext cx="5094663" cy="609737"/>
          </a:xfrm>
        </p:spPr>
        <p:txBody>
          <a:bodyPr lIns="180000" tIns="360000" rIns="180000" bIns="0">
            <a:sp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600">
                <a:solidFill>
                  <a:schemeClr val="bg2"/>
                </a:solidFill>
              </a:defRPr>
            </a:lvl1pPr>
          </a:lstStyle>
          <a:p>
            <a:pPr lvl="0"/>
            <a:r>
              <a:rPr lang="nb" dirty="0"/>
              <a:t>Klikk for å redigere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842E14D-E48C-F018-1285-2B447C3DFDCB}"/>
              </a:ext>
            </a:extLst>
          </p:cNvPr>
          <p:cNvSpPr>
            <a:spLocks noGrp="1"/>
          </p:cNvSpPr>
          <p:nvPr>
            <p:ph sz="half" idx="1" hasCustomPrompt="1"/>
          </p:nvPr>
        </p:nvSpPr>
        <p:spPr>
          <a:xfrm>
            <a:off x="720093" y="2736324"/>
            <a:ext cx="5094663" cy="3412800"/>
          </a:xfrm>
          <a:prstGeom prst="rect">
            <a:avLst/>
          </a:prstGeom>
          <a:noFill/>
        </p:spPr>
        <p:txBody>
          <a:bodyPr lIns="180000" tIns="0" rIns="180000" bIns="180000"/>
          <a:lstStyle>
            <a:lvl1pPr>
              <a:defRPr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nb" dirty="0"/>
              <a:t>Klikk for å redigere</a:t>
            </a:r>
          </a:p>
          <a:p>
            <a:pPr lvl="1"/>
            <a:r>
              <a:rPr lang="nb" dirty="0"/>
              <a:t>Andre nivå</a:t>
            </a:r>
          </a:p>
          <a:p>
            <a:pPr lvl="2"/>
            <a:r>
              <a:rPr lang="nb" dirty="0"/>
              <a:t>Tredje nivå</a:t>
            </a:r>
          </a:p>
          <a:p>
            <a:pPr lvl="3"/>
            <a:r>
              <a:rPr lang="nb" dirty="0"/>
              <a:t>Fjerde nivå</a:t>
            </a:r>
          </a:p>
          <a:p>
            <a:pPr lvl="4"/>
            <a:r>
              <a:rPr lang="nb" dirty="0"/>
              <a:t>Femte nivå</a:t>
            </a:r>
            <a:endParaRPr lang="nb-NO" dirty="0"/>
          </a:p>
        </p:txBody>
      </p:sp>
      <p:sp>
        <p:nvSpPr>
          <p:cNvPr id="13" name="Text Placeholder 11">
            <a:extLst>
              <a:ext uri="{FF2B5EF4-FFF2-40B4-BE49-F238E27FC236}">
                <a16:creationId xmlns:a16="http://schemas.microsoft.com/office/drawing/2014/main" id="{4859B377-45B2-F8FA-C217-3899332D3006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6376429" y="2016001"/>
            <a:ext cx="5094663" cy="609737"/>
          </a:xfrm>
        </p:spPr>
        <p:txBody>
          <a:bodyPr lIns="180000" tIns="360000" rIns="180000" bIns="0">
            <a:sp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600">
                <a:solidFill>
                  <a:schemeClr val="bg2"/>
                </a:solidFill>
              </a:defRPr>
            </a:lvl1pPr>
          </a:lstStyle>
          <a:p>
            <a:pPr lvl="0"/>
            <a:r>
              <a:rPr lang="nb" dirty="0"/>
              <a:t>Klikk for å redigere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3DA34BD-2344-D982-0459-1C111D1EADA1}"/>
              </a:ext>
            </a:extLst>
          </p:cNvPr>
          <p:cNvSpPr>
            <a:spLocks noGrp="1"/>
          </p:cNvSpPr>
          <p:nvPr>
            <p:ph sz="half" idx="2" hasCustomPrompt="1"/>
          </p:nvPr>
        </p:nvSpPr>
        <p:spPr>
          <a:xfrm>
            <a:off x="6376429" y="2736324"/>
            <a:ext cx="5094663" cy="3412800"/>
          </a:xfrm>
          <a:prstGeom prst="rect">
            <a:avLst/>
          </a:prstGeom>
          <a:noFill/>
        </p:spPr>
        <p:txBody>
          <a:bodyPr vert="horz" lIns="180000" tIns="0" rIns="180000" bIns="180000" rtlCol="0">
            <a:noAutofit/>
          </a:bodyPr>
          <a:lstStyle>
            <a:lvl1pPr>
              <a:defRPr lang="en-GB" dirty="0">
                <a:solidFill>
                  <a:schemeClr val="bg1"/>
                </a:solidFill>
              </a:defRPr>
            </a:lvl1pPr>
            <a:lvl2pPr>
              <a:defRPr lang="en-GB" dirty="0">
                <a:solidFill>
                  <a:schemeClr val="bg1"/>
                </a:solidFill>
              </a:defRPr>
            </a:lvl2pPr>
            <a:lvl3pPr>
              <a:defRPr lang="en-GB" dirty="0">
                <a:solidFill>
                  <a:schemeClr val="bg1"/>
                </a:solidFill>
              </a:defRPr>
            </a:lvl3pPr>
            <a:lvl4pPr>
              <a:defRPr lang="en-GB" dirty="0">
                <a:solidFill>
                  <a:schemeClr val="bg1"/>
                </a:solidFill>
              </a:defRPr>
            </a:lvl4pPr>
            <a:lvl5pPr>
              <a:defRPr lang="nb-NO" dirty="0">
                <a:solidFill>
                  <a:schemeClr val="bg1"/>
                </a:solidFill>
              </a:defRPr>
            </a:lvl5pPr>
          </a:lstStyle>
          <a:p>
            <a:pPr lvl="0"/>
            <a:r>
              <a:rPr lang="nb" dirty="0"/>
              <a:t>Klikk for å redigere</a:t>
            </a:r>
          </a:p>
          <a:p>
            <a:pPr lvl="1"/>
            <a:r>
              <a:rPr lang="nb" dirty="0"/>
              <a:t>Andre nivå</a:t>
            </a:r>
          </a:p>
          <a:p>
            <a:pPr lvl="2"/>
            <a:r>
              <a:rPr lang="nb" dirty="0"/>
              <a:t>Tredje nivå</a:t>
            </a:r>
          </a:p>
          <a:p>
            <a:pPr lvl="3"/>
            <a:r>
              <a:rPr lang="nb" dirty="0"/>
              <a:t>Fjerde nivå</a:t>
            </a:r>
          </a:p>
          <a:p>
            <a:pPr lvl="4"/>
            <a:r>
              <a:rPr lang="nb" dirty="0"/>
              <a:t>Femte nivå</a:t>
            </a:r>
            <a:endParaRPr lang="nb-NO" dirty="0"/>
          </a:p>
        </p:txBody>
      </p:sp>
      <p:sp>
        <p:nvSpPr>
          <p:cNvPr id="17" name="Tittel 16">
            <a:extLst>
              <a:ext uri="{FF2B5EF4-FFF2-40B4-BE49-F238E27FC236}">
                <a16:creationId xmlns:a16="http://schemas.microsoft.com/office/drawing/2014/main" id="{FB512A65-82DF-20F5-B94E-41DD80599FB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nb" dirty="0"/>
              <a:t>Klikk for å redigere</a:t>
            </a:r>
            <a:endParaRPr lang="en-GB" dirty="0"/>
          </a:p>
        </p:txBody>
      </p:sp>
      <p:sp>
        <p:nvSpPr>
          <p:cNvPr id="18" name="Plassholder for dato 17">
            <a:extLst>
              <a:ext uri="{FF2B5EF4-FFF2-40B4-BE49-F238E27FC236}">
                <a16:creationId xmlns:a16="http://schemas.microsoft.com/office/drawing/2014/main" id="{B4A1C09B-24A1-9F2A-6133-FF54F6CCF2E4}"/>
              </a:ext>
            </a:extLst>
          </p:cNvPr>
          <p:cNvSpPr>
            <a:spLocks noGrp="1"/>
          </p:cNvSpPr>
          <p:nvPr>
            <p:ph type="dt" sz="half" idx="17"/>
          </p:nvPr>
        </p:nvSpPr>
        <p:spPr/>
        <p:txBody>
          <a:bodyPr/>
          <a:lstStyle/>
          <a:p>
            <a:fld id="{1D6E5A6E-A02D-E44E-9CCD-81A5BF9290AA}" type="datetime1">
              <a:rPr lang="nb-NO" smtClean="0"/>
              <a:t>18.09.2026</a:t>
            </a:fld>
            <a:endParaRPr lang="en-GB"/>
          </a:p>
        </p:txBody>
      </p:sp>
      <p:sp>
        <p:nvSpPr>
          <p:cNvPr id="19" name="Plassholder for bunntekst 18">
            <a:extLst>
              <a:ext uri="{FF2B5EF4-FFF2-40B4-BE49-F238E27FC236}">
                <a16:creationId xmlns:a16="http://schemas.microsoft.com/office/drawing/2014/main" id="{4EB497AA-0934-340C-218C-3E6E3F2B5A15}"/>
              </a:ext>
            </a:extLst>
          </p:cNvPr>
          <p:cNvSpPr>
            <a:spLocks noGrp="1"/>
          </p:cNvSpPr>
          <p:nvPr>
            <p:ph type="ftr" sz="quarter" idx="18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20" name="Plassholder for lysbildenummer 19">
            <a:extLst>
              <a:ext uri="{FF2B5EF4-FFF2-40B4-BE49-F238E27FC236}">
                <a16:creationId xmlns:a16="http://schemas.microsoft.com/office/drawing/2014/main" id="{7BE4A901-8216-1DDD-75B9-57B97BB19820}"/>
              </a:ext>
            </a:extLst>
          </p:cNvPr>
          <p:cNvSpPr>
            <a:spLocks noGrp="1"/>
          </p:cNvSpPr>
          <p:nvPr>
            <p:ph type="sldNum" sz="quarter" idx="19"/>
          </p:nvPr>
        </p:nvSpPr>
        <p:spPr/>
        <p:txBody>
          <a:bodyPr/>
          <a:lstStyle/>
          <a:p>
            <a:fld id="{608810A5-7811-344D-9AE9-EC83104FB54D}" type="slidenum">
              <a:rPr lang="en-GB" smtClean="0"/>
              <a:t>‹#›</a:t>
            </a:fld>
            <a:endParaRPr lang="en-GB"/>
          </a:p>
        </p:txBody>
      </p:sp>
      <p:sp>
        <p:nvSpPr>
          <p:cNvPr id="2" name="TekstSylinder 50">
            <a:extLst>
              <a:ext uri="{FF2B5EF4-FFF2-40B4-BE49-F238E27FC236}">
                <a16:creationId xmlns:a16="http://schemas.microsoft.com/office/drawing/2014/main" id="{B310B9A9-D40D-F4FE-B475-EBD70B39A22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/>
          <p:nvPr userDrawn="1"/>
        </p:nvSpPr>
        <p:spPr>
          <a:xfrm>
            <a:off x="12627096" y="4105715"/>
            <a:ext cx="2178795" cy="2032530"/>
          </a:xfrm>
          <a:prstGeom prst="rect">
            <a:avLst/>
          </a:prstGeom>
          <a:noFill/>
        </p:spPr>
        <p:txBody>
          <a:bodyPr wrap="square" lIns="0" tIns="108000" rIns="0" bIns="0" rtlCol="0">
            <a:spAutoFit/>
          </a:bodyPr>
          <a:lstStyle>
            <a:defPPr>
              <a:defRPr lang="en-NO"/>
            </a:defPPr>
            <a:lvl1pPr>
              <a:spcAft>
                <a:spcPts val="600"/>
              </a:spcAft>
              <a:defRPr b="0" i="0">
                <a:cs typeface="Arial" panose="020B0604020202020204" pitchFamily="34" charset="0"/>
              </a:defRPr>
            </a:lvl1pPr>
          </a:lstStyle>
          <a:p>
            <a:pPr lvl="0"/>
            <a:r>
              <a:rPr lang="nb" sz="1200" b="0" i="0" noProof="1">
                <a:solidFill>
                  <a:srgbClr val="070451"/>
                </a:solidFill>
                <a:latin typeface="+mj-lt"/>
                <a:cs typeface="TelenorEvolutionPPT-Light" panose="020B0604020202020204" charset="0"/>
              </a:rPr>
              <a:t>Endre farger</a:t>
            </a:r>
          </a:p>
          <a:p>
            <a:pPr lvl="0">
              <a:lnSpc>
                <a:spcPct val="120000"/>
              </a:lnSpc>
            </a:pPr>
            <a:r>
              <a:rPr lang="nb" sz="800" b="0" i="0" noProof="1">
                <a:solidFill>
                  <a:srgbClr val="070451"/>
                </a:solidFill>
                <a:latin typeface="+mj-lt"/>
                <a:cs typeface="TelenorEvolutionPPT-Light" panose="020B0604020202020204" charset="0"/>
              </a:rPr>
              <a:t>Gjør følgende for å endre bakgrunnsfarge:</a:t>
            </a:r>
          </a:p>
          <a:p>
            <a:pPr lvl="0">
              <a:lnSpc>
                <a:spcPct val="110000"/>
              </a:lnSpc>
            </a:pPr>
            <a:r>
              <a:rPr lang="nb" sz="800" b="0" i="0" noProof="1">
                <a:solidFill>
                  <a:srgbClr val="070451"/>
                </a:solidFill>
                <a:cs typeface="TelenorEvolutionPPT-Light" panose="020B0604020202020204" charset="0"/>
              </a:rPr>
              <a:t>Høyreklikk på lysbildet ditt, velg "formater bakgrunn" for å åpne "formatruten".</a:t>
            </a:r>
          </a:p>
          <a:p>
            <a:pPr lvl="0">
              <a:lnSpc>
                <a:spcPct val="110000"/>
              </a:lnSpc>
            </a:pPr>
            <a:r>
              <a:rPr lang="nb" sz="800" b="0" i="0" noProof="1">
                <a:solidFill>
                  <a:srgbClr val="070451"/>
                </a:solidFill>
                <a:cs typeface="TelenorEvolutionPPT-Light" panose="020B0604020202020204" charset="0"/>
              </a:rPr>
              <a:t>I formatruten velger du «Heldekkende fyll» og endrer «fyllfarge». </a:t>
            </a:r>
          </a:p>
          <a:p>
            <a:pPr lvl="0">
              <a:lnSpc>
                <a:spcPct val="110000"/>
              </a:lnSpc>
            </a:pPr>
            <a:r>
              <a:rPr lang="nb" sz="800" b="0" i="0" noProof="1">
                <a:solidFill>
                  <a:srgbClr val="070451"/>
                </a:solidFill>
                <a:cs typeface="TelenorEvolutionPPT-Light" panose="020B0604020202020204" charset="0"/>
              </a:rPr>
              <a:t>Bruk en av temafargene </a:t>
            </a:r>
            <a:r>
              <a:rPr lang="nb" sz="800" b="0" i="0" noProof="1">
                <a:solidFill>
                  <a:srgbClr val="070451"/>
                </a:solidFill>
                <a:latin typeface="+mj-lt"/>
                <a:cs typeface="TelenorEvolutionPPT-Light" panose="020B0604020202020204" charset="0"/>
              </a:rPr>
              <a:t>eller</a:t>
            </a:r>
            <a:r>
              <a:rPr lang="nb" sz="800" b="0" i="0" noProof="1">
                <a:solidFill>
                  <a:srgbClr val="070451"/>
                </a:solidFill>
                <a:cs typeface="TelenorEvolutionPPT-Light" panose="020B0604020202020204" charset="0"/>
              </a:rPr>
              <a:t> velg "flere farger" og bruk pipetten til å øyedroppe en av </a:t>
            </a:r>
            <a:r>
              <a:rPr lang="nb" sz="800" b="0" i="0" noProof="1">
                <a:solidFill>
                  <a:srgbClr val="070451"/>
                </a:solidFill>
                <a:latin typeface="+mj-lt"/>
                <a:cs typeface="TelenorEvolutionPPT-Light" panose="020B0604020202020204" charset="0"/>
              </a:rPr>
              <a:t>bakgrunnsfargene</a:t>
            </a:r>
            <a:r>
              <a:rPr lang="nb" sz="800" b="0" i="0" noProof="1">
                <a:solidFill>
                  <a:srgbClr val="070451"/>
                </a:solidFill>
                <a:cs typeface="TelenorEvolutionPPT-Light" panose="020B0604020202020204" charset="0"/>
              </a:rPr>
              <a:t>  fra dette panelet.</a:t>
            </a:r>
          </a:p>
          <a:p>
            <a:pPr lvl="0">
              <a:lnSpc>
                <a:spcPct val="110000"/>
              </a:lnSpc>
            </a:pPr>
            <a:r>
              <a:rPr lang="nb" sz="800" b="0" i="0" noProof="1">
                <a:solidFill>
                  <a:srgbClr val="070451"/>
                </a:solidFill>
                <a:cs typeface="TelenorEvolutionPPT-Light" panose="020B0604020202020204" charset="0"/>
              </a:rPr>
              <a:t>Sørg alltid for tilstrekkelig kontrast mellom bakgrunn, tekst og logo.</a:t>
            </a:r>
            <a:endParaRPr lang="en-GB" sz="1100" b="0" i="0" noProof="1">
              <a:solidFill>
                <a:srgbClr val="070451"/>
              </a:solidFill>
              <a:cs typeface="TelenorEvolutionPPT-Light" panose="020B060402020202020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407448990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:adec="http://schemas.microsoft.com/office/drawing/2017/decorative" xmlns:a16="http://schemas.microsoft.com/office/drawing/2014/main" xmlns="">
      <p:transition spd="med">
        <p:fade/>
      </p:transition>
    </mc:Fallback>
  </mc:AlternateContent>
</p:sldLayout>
</file>

<file path=ppt/slideLayouts/slideLayout6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hree Cards Soft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Form 3">
            <a:extLst>
              <a:ext uri="{FF2B5EF4-FFF2-40B4-BE49-F238E27FC236}">
                <a16:creationId xmlns:a16="http://schemas.microsoft.com/office/drawing/2014/main" id="{F95CA071-E491-55D8-EAD9-EF748F2FBAC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8081630" y="2016000"/>
            <a:ext cx="3569486" cy="4305412"/>
          </a:xfrm>
          <a:prstGeom prst="roundRect">
            <a:avLst>
              <a:gd name="adj" fmla="val 5567"/>
            </a:avLst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36000" tIns="36000" rIns="36000" bIns="36000" rtlCol="0" anchor="ctr">
            <a:noAutofit/>
          </a:bodyPr>
          <a:lstStyle/>
          <a:p>
            <a:pPr algn="l">
              <a:lnSpc>
                <a:spcPct val="90000"/>
              </a:lnSpc>
              <a:spcAft>
                <a:spcPts val="1000"/>
              </a:spcAft>
            </a:pPr>
            <a:endParaRPr lang="nb-NO" sz="1800" err="1"/>
          </a:p>
        </p:txBody>
      </p:sp>
      <p:sp>
        <p:nvSpPr>
          <p:cNvPr id="14" name="Form 3">
            <a:extLst>
              <a:ext uri="{FF2B5EF4-FFF2-40B4-BE49-F238E27FC236}">
                <a16:creationId xmlns:a16="http://schemas.microsoft.com/office/drawing/2014/main" id="{FADBAD41-F6A9-BAB7-0D9A-32FEC4B687E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40071" y="2016000"/>
            <a:ext cx="3569486" cy="4305412"/>
          </a:xfrm>
          <a:prstGeom prst="roundRect">
            <a:avLst>
              <a:gd name="adj" fmla="val 5567"/>
            </a:avLst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36000" tIns="36000" rIns="36000" bIns="36000" rtlCol="0" anchor="ctr">
            <a:noAutofit/>
          </a:bodyPr>
          <a:lstStyle/>
          <a:p>
            <a:pPr algn="l">
              <a:lnSpc>
                <a:spcPct val="90000"/>
              </a:lnSpc>
              <a:spcAft>
                <a:spcPts val="1000"/>
              </a:spcAft>
            </a:pPr>
            <a:endParaRPr lang="nb-NO" sz="1800" err="1"/>
          </a:p>
        </p:txBody>
      </p:sp>
      <p:sp>
        <p:nvSpPr>
          <p:cNvPr id="15" name="Form 3">
            <a:extLst>
              <a:ext uri="{FF2B5EF4-FFF2-40B4-BE49-F238E27FC236}">
                <a16:creationId xmlns:a16="http://schemas.microsoft.com/office/drawing/2014/main" id="{8FD3EC95-6796-F829-099A-1AA7482DA17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4310850" y="2016000"/>
            <a:ext cx="3569486" cy="4305412"/>
          </a:xfrm>
          <a:prstGeom prst="roundRect">
            <a:avLst>
              <a:gd name="adj" fmla="val 5567"/>
            </a:avLst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36000" tIns="36000" rIns="36000" bIns="36000" rtlCol="0" anchor="ctr">
            <a:noAutofit/>
          </a:bodyPr>
          <a:lstStyle/>
          <a:p>
            <a:pPr algn="l">
              <a:lnSpc>
                <a:spcPct val="90000"/>
              </a:lnSpc>
              <a:spcAft>
                <a:spcPts val="1000"/>
              </a:spcAft>
            </a:pPr>
            <a:endParaRPr lang="nb-NO" sz="1800" err="1"/>
          </a:p>
        </p:txBody>
      </p:sp>
      <p:sp>
        <p:nvSpPr>
          <p:cNvPr id="9" name="Section title">
            <a:extLst>
              <a:ext uri="{FF2B5EF4-FFF2-40B4-BE49-F238E27FC236}">
                <a16:creationId xmlns:a16="http://schemas.microsoft.com/office/drawing/2014/main" id="{00C45E7F-BC29-BA43-01DF-232789AC0C98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540072" y="504001"/>
            <a:ext cx="724651" cy="252377"/>
          </a:xfrm>
        </p:spPr>
        <p:txBody>
          <a:bodyPr wrap="none">
            <a:sp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600">
                <a:solidFill>
                  <a:schemeClr val="tx2"/>
                </a:solidFill>
              </a:defRPr>
            </a:lvl1pPr>
            <a:lvl2pPr marL="216000" indent="0">
              <a:buNone/>
              <a:defRPr sz="1600"/>
            </a:lvl2pPr>
            <a:lvl3pPr marL="468000" indent="0">
              <a:buNone/>
              <a:defRPr sz="1600"/>
            </a:lvl3pPr>
            <a:lvl4pPr marL="720000" indent="0">
              <a:buNone/>
              <a:defRPr sz="1600"/>
            </a:lvl4pPr>
            <a:lvl5pPr marL="938213" indent="0">
              <a:buNone/>
              <a:defRPr sz="1600"/>
            </a:lvl5pPr>
          </a:lstStyle>
          <a:p>
            <a:pPr lvl="0"/>
            <a:r>
              <a:rPr lang="nb"/>
              <a:t>Seksjon</a:t>
            </a:r>
            <a:endParaRPr lang="nb-NO"/>
          </a:p>
        </p:txBody>
      </p:sp>
      <p:sp>
        <p:nvSpPr>
          <p:cNvPr id="5" name="Text Placeholder 11">
            <a:extLst>
              <a:ext uri="{FF2B5EF4-FFF2-40B4-BE49-F238E27FC236}">
                <a16:creationId xmlns:a16="http://schemas.microsoft.com/office/drawing/2014/main" id="{A201979D-845C-8C75-2E1B-0714E8A43BFC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720804" y="2016001"/>
            <a:ext cx="3208018" cy="609737"/>
          </a:xfrm>
        </p:spPr>
        <p:txBody>
          <a:bodyPr lIns="180000" tIns="360000" rIns="180000" bIns="0">
            <a:sp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600">
                <a:solidFill>
                  <a:schemeClr val="bg2"/>
                </a:solidFill>
              </a:defRPr>
            </a:lvl1pPr>
          </a:lstStyle>
          <a:p>
            <a:pPr lvl="0"/>
            <a:r>
              <a:rPr lang="nb" dirty="0"/>
              <a:t>Klikk for å redigere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842E14D-E48C-F018-1285-2B447C3DFDCB}"/>
              </a:ext>
            </a:extLst>
          </p:cNvPr>
          <p:cNvSpPr>
            <a:spLocks noGrp="1"/>
          </p:cNvSpPr>
          <p:nvPr>
            <p:ph sz="half" idx="1" hasCustomPrompt="1"/>
          </p:nvPr>
        </p:nvSpPr>
        <p:spPr>
          <a:xfrm>
            <a:off x="720804" y="2744222"/>
            <a:ext cx="3208018" cy="3398400"/>
          </a:xfrm>
          <a:prstGeom prst="rect">
            <a:avLst/>
          </a:prstGeom>
          <a:noFill/>
        </p:spPr>
        <p:txBody>
          <a:bodyPr lIns="180000" tIns="0" rIns="180000" bIns="180000"/>
          <a:lstStyle>
            <a:lvl1pPr>
              <a:defRPr sz="1400">
                <a:solidFill>
                  <a:schemeClr val="bg1"/>
                </a:solidFill>
              </a:defRPr>
            </a:lvl1pPr>
            <a:lvl2pPr>
              <a:defRPr sz="1200">
                <a:solidFill>
                  <a:schemeClr val="bg1"/>
                </a:solidFill>
              </a:defRPr>
            </a:lvl2pPr>
            <a:lvl3pPr>
              <a:defRPr sz="1100">
                <a:solidFill>
                  <a:schemeClr val="bg1"/>
                </a:solidFill>
              </a:defRPr>
            </a:lvl3pPr>
            <a:lvl4pPr>
              <a:defRPr sz="1050">
                <a:solidFill>
                  <a:schemeClr val="bg1"/>
                </a:solidFill>
              </a:defRPr>
            </a:lvl4pPr>
            <a:lvl5pPr>
              <a:defRPr sz="1050">
                <a:solidFill>
                  <a:schemeClr val="bg1"/>
                </a:solidFill>
              </a:defRPr>
            </a:lvl5pPr>
          </a:lstStyle>
          <a:p>
            <a:pPr lvl="0"/>
            <a:r>
              <a:rPr lang="nb" dirty="0"/>
              <a:t>Klikk for å redigere</a:t>
            </a:r>
          </a:p>
          <a:p>
            <a:pPr lvl="1"/>
            <a:r>
              <a:rPr lang="nb" dirty="0"/>
              <a:t>Andre nivå</a:t>
            </a:r>
          </a:p>
          <a:p>
            <a:pPr lvl="2"/>
            <a:r>
              <a:rPr lang="nb" dirty="0"/>
              <a:t>Tredje nivå</a:t>
            </a:r>
          </a:p>
          <a:p>
            <a:pPr lvl="3"/>
            <a:r>
              <a:rPr lang="nb" dirty="0"/>
              <a:t>Fjerde nivå</a:t>
            </a:r>
          </a:p>
          <a:p>
            <a:pPr lvl="4"/>
            <a:r>
              <a:rPr lang="nb" dirty="0"/>
              <a:t>Femte nivå</a:t>
            </a:r>
            <a:endParaRPr lang="nb-NO" dirty="0"/>
          </a:p>
        </p:txBody>
      </p:sp>
      <p:sp>
        <p:nvSpPr>
          <p:cNvPr id="10" name="Text Placeholder 11">
            <a:extLst>
              <a:ext uri="{FF2B5EF4-FFF2-40B4-BE49-F238E27FC236}">
                <a16:creationId xmlns:a16="http://schemas.microsoft.com/office/drawing/2014/main" id="{E68F7B0F-4ECA-6D46-148C-77213B581DEB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4491583" y="2016001"/>
            <a:ext cx="3208018" cy="609737"/>
          </a:xfrm>
        </p:spPr>
        <p:txBody>
          <a:bodyPr lIns="180000" tIns="360000" rIns="180000" bIns="0">
            <a:sp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600">
                <a:solidFill>
                  <a:schemeClr val="bg2"/>
                </a:solidFill>
              </a:defRPr>
            </a:lvl1pPr>
          </a:lstStyle>
          <a:p>
            <a:pPr lvl="0"/>
            <a:r>
              <a:rPr lang="nb" dirty="0"/>
              <a:t>Klikk for å redigere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3DA34BD-2344-D982-0459-1C111D1EADA1}"/>
              </a:ext>
            </a:extLst>
          </p:cNvPr>
          <p:cNvSpPr>
            <a:spLocks noGrp="1"/>
          </p:cNvSpPr>
          <p:nvPr>
            <p:ph sz="half" idx="2" hasCustomPrompt="1"/>
          </p:nvPr>
        </p:nvSpPr>
        <p:spPr>
          <a:xfrm>
            <a:off x="4491583" y="2744222"/>
            <a:ext cx="3208018" cy="3398400"/>
          </a:xfrm>
          <a:prstGeom prst="rect">
            <a:avLst/>
          </a:prstGeom>
          <a:noFill/>
        </p:spPr>
        <p:txBody>
          <a:bodyPr vert="horz" lIns="180000" tIns="0" rIns="180000" bIns="180000" rtlCol="0">
            <a:noAutofit/>
          </a:bodyPr>
          <a:lstStyle>
            <a:lvl1pPr>
              <a:defRPr lang="en-GB" sz="1400" dirty="0">
                <a:solidFill>
                  <a:schemeClr val="bg1"/>
                </a:solidFill>
              </a:defRPr>
            </a:lvl1pPr>
            <a:lvl2pPr>
              <a:defRPr lang="en-GB" sz="1200" dirty="0">
                <a:solidFill>
                  <a:schemeClr val="bg1"/>
                </a:solidFill>
              </a:defRPr>
            </a:lvl2pPr>
            <a:lvl3pPr>
              <a:defRPr lang="en-GB" sz="1100" dirty="0">
                <a:solidFill>
                  <a:schemeClr val="bg1"/>
                </a:solidFill>
              </a:defRPr>
            </a:lvl3pPr>
            <a:lvl4pPr>
              <a:defRPr lang="en-GB" sz="1050" dirty="0">
                <a:solidFill>
                  <a:schemeClr val="bg1"/>
                </a:solidFill>
              </a:defRPr>
            </a:lvl4pPr>
            <a:lvl5pPr>
              <a:defRPr lang="nb-NO" sz="1050" dirty="0">
                <a:solidFill>
                  <a:schemeClr val="bg1"/>
                </a:solidFill>
              </a:defRPr>
            </a:lvl5pPr>
          </a:lstStyle>
          <a:p>
            <a:pPr lvl="0"/>
            <a:r>
              <a:rPr lang="nb" dirty="0"/>
              <a:t>Klikk for å redigere</a:t>
            </a:r>
          </a:p>
          <a:p>
            <a:pPr lvl="1"/>
            <a:r>
              <a:rPr lang="nb" dirty="0"/>
              <a:t>Andre nivå</a:t>
            </a:r>
          </a:p>
          <a:p>
            <a:pPr lvl="2"/>
            <a:r>
              <a:rPr lang="nb" dirty="0"/>
              <a:t>Tredje nivå</a:t>
            </a:r>
          </a:p>
          <a:p>
            <a:pPr lvl="3"/>
            <a:r>
              <a:rPr lang="nb" dirty="0"/>
              <a:t>Fjerde nivå</a:t>
            </a:r>
          </a:p>
          <a:p>
            <a:pPr lvl="4"/>
            <a:r>
              <a:rPr lang="nb" dirty="0"/>
              <a:t>Femte nivå</a:t>
            </a:r>
            <a:endParaRPr lang="nb-NO" dirty="0"/>
          </a:p>
        </p:txBody>
      </p:sp>
      <p:sp>
        <p:nvSpPr>
          <p:cNvPr id="11" name="Text Placeholder 11">
            <a:extLst>
              <a:ext uri="{FF2B5EF4-FFF2-40B4-BE49-F238E27FC236}">
                <a16:creationId xmlns:a16="http://schemas.microsoft.com/office/drawing/2014/main" id="{D3012DC4-9659-C1DC-66DB-E3DC99FF28A9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8262363" y="2016001"/>
            <a:ext cx="3208018" cy="609737"/>
          </a:xfrm>
        </p:spPr>
        <p:txBody>
          <a:bodyPr lIns="180000" tIns="360000" rIns="180000" bIns="0">
            <a:sp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600">
                <a:solidFill>
                  <a:schemeClr val="bg2"/>
                </a:solidFill>
              </a:defRPr>
            </a:lvl1pPr>
          </a:lstStyle>
          <a:p>
            <a:pPr lvl="0"/>
            <a:r>
              <a:rPr lang="nb" dirty="0"/>
              <a:t>Klikk for å redigere</a:t>
            </a:r>
          </a:p>
        </p:txBody>
      </p:sp>
      <p:sp>
        <p:nvSpPr>
          <p:cNvPr id="16" name="Content Placeholder 3">
            <a:extLst>
              <a:ext uri="{FF2B5EF4-FFF2-40B4-BE49-F238E27FC236}">
                <a16:creationId xmlns:a16="http://schemas.microsoft.com/office/drawing/2014/main" id="{34702B7F-F993-9E9D-7F5E-6D4D72FF3648}"/>
              </a:ext>
            </a:extLst>
          </p:cNvPr>
          <p:cNvSpPr>
            <a:spLocks noGrp="1"/>
          </p:cNvSpPr>
          <p:nvPr>
            <p:ph sz="half" idx="15" hasCustomPrompt="1"/>
          </p:nvPr>
        </p:nvSpPr>
        <p:spPr>
          <a:xfrm>
            <a:off x="8262363" y="2744222"/>
            <a:ext cx="3208018" cy="3398400"/>
          </a:xfrm>
          <a:prstGeom prst="rect">
            <a:avLst/>
          </a:prstGeom>
          <a:noFill/>
        </p:spPr>
        <p:txBody>
          <a:bodyPr vert="horz" lIns="180000" tIns="0" rIns="180000" bIns="180000" rtlCol="0">
            <a:noAutofit/>
          </a:bodyPr>
          <a:lstStyle>
            <a:lvl1pPr>
              <a:defRPr lang="en-GB" sz="1400" dirty="0">
                <a:solidFill>
                  <a:schemeClr val="bg1"/>
                </a:solidFill>
              </a:defRPr>
            </a:lvl1pPr>
            <a:lvl2pPr>
              <a:defRPr lang="en-GB" sz="1200" dirty="0">
                <a:solidFill>
                  <a:schemeClr val="bg1"/>
                </a:solidFill>
              </a:defRPr>
            </a:lvl2pPr>
            <a:lvl3pPr>
              <a:defRPr lang="en-GB" sz="1100" dirty="0">
                <a:solidFill>
                  <a:schemeClr val="bg1"/>
                </a:solidFill>
              </a:defRPr>
            </a:lvl3pPr>
            <a:lvl4pPr>
              <a:defRPr lang="en-GB" sz="1050" dirty="0">
                <a:solidFill>
                  <a:schemeClr val="bg1"/>
                </a:solidFill>
              </a:defRPr>
            </a:lvl4pPr>
            <a:lvl5pPr>
              <a:defRPr lang="nb-NO" sz="1050" dirty="0">
                <a:solidFill>
                  <a:schemeClr val="bg1"/>
                </a:solidFill>
              </a:defRPr>
            </a:lvl5pPr>
          </a:lstStyle>
          <a:p>
            <a:pPr lvl="0"/>
            <a:r>
              <a:rPr lang="nb" dirty="0"/>
              <a:t>Klikk for å redigere</a:t>
            </a:r>
          </a:p>
          <a:p>
            <a:pPr lvl="1"/>
            <a:r>
              <a:rPr lang="nb" dirty="0"/>
              <a:t>Andre nivå</a:t>
            </a:r>
          </a:p>
          <a:p>
            <a:pPr lvl="2"/>
            <a:r>
              <a:rPr lang="nb" dirty="0"/>
              <a:t>Tredje nivå</a:t>
            </a:r>
          </a:p>
          <a:p>
            <a:pPr lvl="3"/>
            <a:r>
              <a:rPr lang="nb" dirty="0"/>
              <a:t>Fjerde nivå</a:t>
            </a:r>
          </a:p>
          <a:p>
            <a:pPr lvl="4"/>
            <a:r>
              <a:rPr lang="nb" dirty="0"/>
              <a:t>Femte nivå</a:t>
            </a:r>
            <a:endParaRPr lang="nb-NO" dirty="0"/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535EAC70-31DE-1FCE-364B-31F378842F0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35A0D93E-F20A-BF35-CBC7-06E7A252FDBF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08810A5-7811-344D-9AE9-EC83104FB54D}" type="slidenum">
              <a:rPr lang="en-GB" smtClean="0"/>
              <a:t>‹#›</a:t>
            </a:fld>
            <a:endParaRPr lang="en-GB"/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60A80A4A-3C1F-D808-5D6E-D4D2D5A8F768}"/>
              </a:ext>
            </a:extLst>
          </p:cNvPr>
          <p:cNvSpPr>
            <a:spLocks noGrp="1"/>
          </p:cNvSpPr>
          <p:nvPr>
            <p:ph type="dt" sz="half" idx="19"/>
          </p:nvPr>
        </p:nvSpPr>
        <p:spPr/>
        <p:txBody>
          <a:bodyPr/>
          <a:lstStyle/>
          <a:p>
            <a:fld id="{C79A838A-CD1B-874B-A963-FDE3BF571F64}" type="datetime1">
              <a:rPr lang="nb-NO" smtClean="0"/>
              <a:t>18.09.2026</a:t>
            </a:fld>
            <a:endParaRPr lang="en-GB"/>
          </a:p>
        </p:txBody>
      </p:sp>
      <p:sp>
        <p:nvSpPr>
          <p:cNvPr id="12" name="Tittel 11">
            <a:extLst>
              <a:ext uri="{FF2B5EF4-FFF2-40B4-BE49-F238E27FC236}">
                <a16:creationId xmlns:a16="http://schemas.microsoft.com/office/drawing/2014/main" id="{56D4F195-DE0A-A577-5436-8F1660B05B6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nb" dirty="0"/>
              <a:t>Klikk for å redigere</a:t>
            </a:r>
            <a:endParaRPr lang="en-GB" dirty="0"/>
          </a:p>
        </p:txBody>
      </p:sp>
      <p:sp>
        <p:nvSpPr>
          <p:cNvPr id="6" name="TekstSylinder 50">
            <a:extLst>
              <a:ext uri="{FF2B5EF4-FFF2-40B4-BE49-F238E27FC236}">
                <a16:creationId xmlns:a16="http://schemas.microsoft.com/office/drawing/2014/main" id="{42DC48DA-E68D-97B8-E9BF-1BD5C657483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/>
          <p:nvPr userDrawn="1"/>
        </p:nvSpPr>
        <p:spPr>
          <a:xfrm>
            <a:off x="12627096" y="4105715"/>
            <a:ext cx="2178795" cy="2032530"/>
          </a:xfrm>
          <a:prstGeom prst="rect">
            <a:avLst/>
          </a:prstGeom>
          <a:noFill/>
        </p:spPr>
        <p:txBody>
          <a:bodyPr wrap="square" lIns="0" tIns="108000" rIns="0" bIns="0" rtlCol="0">
            <a:spAutoFit/>
          </a:bodyPr>
          <a:lstStyle>
            <a:defPPr>
              <a:defRPr lang="en-NO"/>
            </a:defPPr>
            <a:lvl1pPr>
              <a:spcAft>
                <a:spcPts val="600"/>
              </a:spcAft>
              <a:defRPr b="0" i="0">
                <a:cs typeface="Arial" panose="020B0604020202020204" pitchFamily="34" charset="0"/>
              </a:defRPr>
            </a:lvl1pPr>
          </a:lstStyle>
          <a:p>
            <a:pPr lvl="0"/>
            <a:r>
              <a:rPr lang="nb" sz="1200" b="0" i="0" noProof="1">
                <a:solidFill>
                  <a:srgbClr val="070451"/>
                </a:solidFill>
                <a:latin typeface="+mj-lt"/>
                <a:cs typeface="TelenorEvolutionPPT-Light" panose="020B0604020202020204" charset="0"/>
              </a:rPr>
              <a:t>Endre farger</a:t>
            </a:r>
          </a:p>
          <a:p>
            <a:pPr lvl="0">
              <a:lnSpc>
                <a:spcPct val="120000"/>
              </a:lnSpc>
            </a:pPr>
            <a:r>
              <a:rPr lang="nb" sz="800" b="0" i="0" noProof="1">
                <a:solidFill>
                  <a:srgbClr val="070451"/>
                </a:solidFill>
                <a:latin typeface="+mj-lt"/>
                <a:cs typeface="TelenorEvolutionPPT-Light" panose="020B0604020202020204" charset="0"/>
              </a:rPr>
              <a:t>Gjør følgende for å endre bakgrunnsfarge:</a:t>
            </a:r>
          </a:p>
          <a:p>
            <a:pPr lvl="0">
              <a:lnSpc>
                <a:spcPct val="110000"/>
              </a:lnSpc>
            </a:pPr>
            <a:r>
              <a:rPr lang="nb" sz="800" b="0" i="0" noProof="1">
                <a:solidFill>
                  <a:srgbClr val="070451"/>
                </a:solidFill>
                <a:cs typeface="TelenorEvolutionPPT-Light" panose="020B0604020202020204" charset="0"/>
              </a:rPr>
              <a:t>Høyreklikk på lysbildet ditt, velg "formater bakgrunn" for å åpne "formatruten".</a:t>
            </a:r>
          </a:p>
          <a:p>
            <a:pPr lvl="0">
              <a:lnSpc>
                <a:spcPct val="110000"/>
              </a:lnSpc>
            </a:pPr>
            <a:r>
              <a:rPr lang="nb" sz="800" b="0" i="0" noProof="1">
                <a:solidFill>
                  <a:srgbClr val="070451"/>
                </a:solidFill>
                <a:cs typeface="TelenorEvolutionPPT-Light" panose="020B0604020202020204" charset="0"/>
              </a:rPr>
              <a:t>I formatruten velger du «Heldekkende fyll» og endrer «fyllfarge». </a:t>
            </a:r>
          </a:p>
          <a:p>
            <a:pPr lvl="0">
              <a:lnSpc>
                <a:spcPct val="110000"/>
              </a:lnSpc>
            </a:pPr>
            <a:r>
              <a:rPr lang="nb" sz="800" b="0" i="0" noProof="1">
                <a:solidFill>
                  <a:srgbClr val="070451"/>
                </a:solidFill>
                <a:cs typeface="TelenorEvolutionPPT-Light" panose="020B0604020202020204" charset="0"/>
              </a:rPr>
              <a:t>Bruk en av temafargene </a:t>
            </a:r>
            <a:r>
              <a:rPr lang="nb" sz="800" b="0" i="0" noProof="1">
                <a:solidFill>
                  <a:srgbClr val="070451"/>
                </a:solidFill>
                <a:latin typeface="+mj-lt"/>
                <a:cs typeface="TelenorEvolutionPPT-Light" panose="020B0604020202020204" charset="0"/>
              </a:rPr>
              <a:t>eller</a:t>
            </a:r>
            <a:r>
              <a:rPr lang="nb" sz="800" b="0" i="0" noProof="1">
                <a:solidFill>
                  <a:srgbClr val="070451"/>
                </a:solidFill>
                <a:cs typeface="TelenorEvolutionPPT-Light" panose="020B0604020202020204" charset="0"/>
              </a:rPr>
              <a:t> velg "flere farger" og bruk pipetten til å øyedroppe en av </a:t>
            </a:r>
            <a:r>
              <a:rPr lang="nb" sz="800" b="0" i="0" noProof="1">
                <a:solidFill>
                  <a:srgbClr val="070451"/>
                </a:solidFill>
                <a:latin typeface="+mj-lt"/>
                <a:cs typeface="TelenorEvolutionPPT-Light" panose="020B0604020202020204" charset="0"/>
              </a:rPr>
              <a:t>bakgrunnsfargene</a:t>
            </a:r>
            <a:r>
              <a:rPr lang="nb" sz="800" b="0" i="0" noProof="1">
                <a:solidFill>
                  <a:srgbClr val="070451"/>
                </a:solidFill>
                <a:cs typeface="TelenorEvolutionPPT-Light" panose="020B0604020202020204" charset="0"/>
              </a:rPr>
              <a:t>  fra dette panelet.</a:t>
            </a:r>
          </a:p>
          <a:p>
            <a:pPr lvl="0">
              <a:lnSpc>
                <a:spcPct val="110000"/>
              </a:lnSpc>
            </a:pPr>
            <a:r>
              <a:rPr lang="nb" sz="800" b="0" i="0" noProof="1">
                <a:solidFill>
                  <a:srgbClr val="070451"/>
                </a:solidFill>
                <a:cs typeface="TelenorEvolutionPPT-Light" panose="020B0604020202020204" charset="0"/>
              </a:rPr>
              <a:t>Sørg alltid for tilstrekkelig kontrast mellom bakgrunn, tekst og logo.</a:t>
            </a:r>
            <a:endParaRPr lang="en-GB" sz="1100" b="0" i="0" noProof="1">
              <a:solidFill>
                <a:srgbClr val="070451"/>
              </a:solidFill>
              <a:cs typeface="TelenorEvolutionPPT-Light" panose="020B060402020202020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904440981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:adec="http://schemas.microsoft.com/office/drawing/2017/decorative" xmlns:a16="http://schemas.microsoft.com/office/drawing/2014/main" xmlns="">
      <p:transition spd="med">
        <p:fade/>
      </p:transition>
    </mc:Fallback>
  </mc:AlternateContent>
</p:sldLayout>
</file>

<file path=ppt/slideLayouts/slideLayout6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ong title Two cards Soft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Freeform 16">
            <a:extLst>
              <a:ext uri="{FF2B5EF4-FFF2-40B4-BE49-F238E27FC236}">
                <a16:creationId xmlns:a16="http://schemas.microsoft.com/office/drawing/2014/main" id="{0CCDA03A-0CC7-7DEA-59D1-590174F5E4D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8081630" y="539750"/>
            <a:ext cx="3569486" cy="5781662"/>
          </a:xfrm>
          <a:prstGeom prst="roundRect">
            <a:avLst>
              <a:gd name="adj" fmla="val 5371"/>
            </a:avLst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36000" tIns="36000" rIns="36000" bIns="36000" rtlCol="0" anchor="ctr">
            <a:noAutofit/>
          </a:bodyPr>
          <a:lstStyle/>
          <a:p>
            <a:pPr lvl="0">
              <a:lnSpc>
                <a:spcPct val="90000"/>
              </a:lnSpc>
              <a:spcAft>
                <a:spcPts val="1000"/>
              </a:spcAft>
            </a:pPr>
            <a:endParaRPr lang="nb-NO"/>
          </a:p>
        </p:txBody>
      </p:sp>
      <p:sp>
        <p:nvSpPr>
          <p:cNvPr id="16" name="Freeform 15">
            <a:extLst>
              <a:ext uri="{FF2B5EF4-FFF2-40B4-BE49-F238E27FC236}">
                <a16:creationId xmlns:a16="http://schemas.microsoft.com/office/drawing/2014/main" id="{B289923D-D57B-C124-3DDA-7822B826FD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4310850" y="539750"/>
            <a:ext cx="3569486" cy="5781662"/>
          </a:xfrm>
          <a:prstGeom prst="roundRect">
            <a:avLst>
              <a:gd name="adj" fmla="val 5371"/>
            </a:avLst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36000" tIns="36000" rIns="36000" bIns="36000" rtlCol="0" anchor="ctr">
            <a:noAutofit/>
          </a:bodyPr>
          <a:lstStyle/>
          <a:p>
            <a:pPr algn="l">
              <a:lnSpc>
                <a:spcPct val="90000"/>
              </a:lnSpc>
              <a:spcAft>
                <a:spcPts val="1000"/>
              </a:spcAft>
            </a:pPr>
            <a:endParaRPr lang="nb-NO" sz="1800" err="1"/>
          </a:p>
        </p:txBody>
      </p:sp>
      <p:sp>
        <p:nvSpPr>
          <p:cNvPr id="9" name="Section title">
            <a:extLst>
              <a:ext uri="{FF2B5EF4-FFF2-40B4-BE49-F238E27FC236}">
                <a16:creationId xmlns:a16="http://schemas.microsoft.com/office/drawing/2014/main" id="{00C45E7F-BC29-BA43-01DF-232789AC0C98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540072" y="504001"/>
            <a:ext cx="724651" cy="252377"/>
          </a:xfrm>
        </p:spPr>
        <p:txBody>
          <a:bodyPr wrap="none">
            <a:sp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600">
                <a:solidFill>
                  <a:schemeClr val="tx2"/>
                </a:solidFill>
              </a:defRPr>
            </a:lvl1pPr>
            <a:lvl2pPr marL="216000" indent="0">
              <a:buNone/>
              <a:defRPr sz="1600"/>
            </a:lvl2pPr>
            <a:lvl3pPr marL="468000" indent="0">
              <a:buNone/>
              <a:defRPr sz="1600"/>
            </a:lvl3pPr>
            <a:lvl4pPr marL="720000" indent="0">
              <a:buNone/>
              <a:defRPr sz="1600"/>
            </a:lvl4pPr>
            <a:lvl5pPr marL="938213" indent="0">
              <a:buNone/>
              <a:defRPr sz="1600"/>
            </a:lvl5pPr>
          </a:lstStyle>
          <a:p>
            <a:pPr lvl="0"/>
            <a:r>
              <a:rPr lang="nb"/>
              <a:t>Seksjon</a:t>
            </a:r>
            <a:endParaRPr lang="nb-NO"/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35A0D93E-F20A-BF35-CBC7-06E7A252FDBF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08810A5-7811-344D-9AE9-EC83104FB54D}" type="slidenum">
              <a:rPr lang="en-GB" smtClean="0"/>
              <a:t>‹#›</a:t>
            </a:fld>
            <a:endParaRPr lang="en-GB"/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535EAC70-31DE-1FCE-364B-31F378842F0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2" name="Content Placeholder 2">
            <a:extLst>
              <a:ext uri="{FF2B5EF4-FFF2-40B4-BE49-F238E27FC236}">
                <a16:creationId xmlns:a16="http://schemas.microsoft.com/office/drawing/2014/main" id="{16CFF005-7DE6-AC46-A236-32A2EAE4EF5B}"/>
              </a:ext>
            </a:extLst>
          </p:cNvPr>
          <p:cNvSpPr>
            <a:spLocks noGrp="1"/>
          </p:cNvSpPr>
          <p:nvPr>
            <p:ph sz="half" idx="1" hasCustomPrompt="1"/>
          </p:nvPr>
        </p:nvSpPr>
        <p:spPr>
          <a:xfrm>
            <a:off x="4491583" y="1272540"/>
            <a:ext cx="3208018" cy="4867418"/>
          </a:xfrm>
          <a:prstGeom prst="rect">
            <a:avLst/>
          </a:prstGeom>
          <a:noFill/>
        </p:spPr>
        <p:txBody>
          <a:bodyPr lIns="180000" tIns="0" rIns="180000" bIns="180000"/>
          <a:lstStyle>
            <a:lvl1pPr>
              <a:defRPr sz="1400">
                <a:solidFill>
                  <a:schemeClr val="bg1"/>
                </a:solidFill>
              </a:defRPr>
            </a:lvl1pPr>
            <a:lvl2pPr>
              <a:defRPr sz="1200">
                <a:solidFill>
                  <a:schemeClr val="bg1"/>
                </a:solidFill>
              </a:defRPr>
            </a:lvl2pPr>
            <a:lvl3pPr>
              <a:defRPr sz="1100">
                <a:solidFill>
                  <a:schemeClr val="bg1"/>
                </a:solidFill>
              </a:defRPr>
            </a:lvl3pPr>
            <a:lvl4pPr>
              <a:defRPr sz="1050">
                <a:solidFill>
                  <a:schemeClr val="bg1"/>
                </a:solidFill>
              </a:defRPr>
            </a:lvl4pPr>
            <a:lvl5pPr>
              <a:defRPr sz="1050">
                <a:solidFill>
                  <a:schemeClr val="bg1"/>
                </a:solidFill>
              </a:defRPr>
            </a:lvl5pPr>
          </a:lstStyle>
          <a:p>
            <a:pPr lvl="0"/>
            <a:r>
              <a:rPr lang="nb" dirty="0"/>
              <a:t>Klikk for å redigere Andre nivå</a:t>
            </a:r>
          </a:p>
          <a:p>
            <a:pPr lvl="2"/>
            <a:r>
              <a:rPr lang="nb" dirty="0"/>
              <a:t>Tredje nivå</a:t>
            </a:r>
          </a:p>
          <a:p>
            <a:pPr lvl="3"/>
            <a:r>
              <a:rPr lang="nb" dirty="0"/>
              <a:t>Fjerde nivå</a:t>
            </a:r>
          </a:p>
          <a:p>
            <a:pPr lvl="4"/>
            <a:r>
              <a:rPr lang="nb" dirty="0"/>
              <a:t>Femte nivå</a:t>
            </a:r>
            <a:endParaRPr lang="nb-NO" dirty="0"/>
          </a:p>
        </p:txBody>
      </p:sp>
      <p:sp>
        <p:nvSpPr>
          <p:cNvPr id="3" name="Content Placeholder 3">
            <a:extLst>
              <a:ext uri="{FF2B5EF4-FFF2-40B4-BE49-F238E27FC236}">
                <a16:creationId xmlns:a16="http://schemas.microsoft.com/office/drawing/2014/main" id="{6670ED02-0E10-EFC7-E50C-D4607D6CC52A}"/>
              </a:ext>
            </a:extLst>
          </p:cNvPr>
          <p:cNvSpPr>
            <a:spLocks noGrp="1"/>
          </p:cNvSpPr>
          <p:nvPr>
            <p:ph sz="half" idx="2" hasCustomPrompt="1"/>
          </p:nvPr>
        </p:nvSpPr>
        <p:spPr>
          <a:xfrm>
            <a:off x="8262363" y="1272540"/>
            <a:ext cx="3208018" cy="4867418"/>
          </a:xfrm>
          <a:prstGeom prst="rect">
            <a:avLst/>
          </a:prstGeom>
          <a:noFill/>
        </p:spPr>
        <p:txBody>
          <a:bodyPr vert="horz" lIns="180000" tIns="0" rIns="180000" bIns="180000" rtlCol="0">
            <a:noAutofit/>
          </a:bodyPr>
          <a:lstStyle>
            <a:lvl1pPr>
              <a:defRPr lang="en-GB" sz="1400" dirty="0">
                <a:solidFill>
                  <a:schemeClr val="bg1"/>
                </a:solidFill>
              </a:defRPr>
            </a:lvl1pPr>
            <a:lvl2pPr>
              <a:defRPr lang="en-GB" sz="1200" dirty="0">
                <a:solidFill>
                  <a:schemeClr val="bg1"/>
                </a:solidFill>
              </a:defRPr>
            </a:lvl2pPr>
            <a:lvl3pPr>
              <a:defRPr lang="en-GB" sz="1100" dirty="0">
                <a:solidFill>
                  <a:schemeClr val="bg1"/>
                </a:solidFill>
              </a:defRPr>
            </a:lvl3pPr>
            <a:lvl4pPr>
              <a:defRPr lang="en-GB" sz="1050" dirty="0">
                <a:solidFill>
                  <a:schemeClr val="bg1"/>
                </a:solidFill>
              </a:defRPr>
            </a:lvl4pPr>
            <a:lvl5pPr>
              <a:defRPr lang="nb-NO" sz="1050" dirty="0">
                <a:solidFill>
                  <a:schemeClr val="bg1"/>
                </a:solidFill>
              </a:defRPr>
            </a:lvl5pPr>
          </a:lstStyle>
          <a:p>
            <a:pPr lvl="0"/>
            <a:r>
              <a:rPr lang="nb" dirty="0"/>
              <a:t>Klikk for å redigere</a:t>
            </a:r>
          </a:p>
          <a:p>
            <a:pPr lvl="1"/>
            <a:r>
              <a:rPr lang="nb" dirty="0"/>
              <a:t>Andre nivå</a:t>
            </a:r>
          </a:p>
          <a:p>
            <a:pPr lvl="2"/>
            <a:r>
              <a:rPr lang="nb" dirty="0"/>
              <a:t>Tredje nivå</a:t>
            </a:r>
          </a:p>
          <a:p>
            <a:pPr lvl="3"/>
            <a:r>
              <a:rPr lang="nb" dirty="0"/>
              <a:t>Fjerde nivå</a:t>
            </a:r>
          </a:p>
          <a:p>
            <a:pPr lvl="4"/>
            <a:r>
              <a:rPr lang="nb" dirty="0"/>
              <a:t>Femte nivå</a:t>
            </a:r>
            <a:endParaRPr lang="nb-NO" dirty="0"/>
          </a:p>
        </p:txBody>
      </p:sp>
      <p:sp>
        <p:nvSpPr>
          <p:cNvPr id="11" name="Date Placeholder 10">
            <a:extLst>
              <a:ext uri="{FF2B5EF4-FFF2-40B4-BE49-F238E27FC236}">
                <a16:creationId xmlns:a16="http://schemas.microsoft.com/office/drawing/2014/main" id="{9DDD46EE-FFAE-2672-7A0D-7361C0AA2F00}"/>
              </a:ext>
            </a:extLst>
          </p:cNvPr>
          <p:cNvSpPr>
            <a:spLocks noGrp="1"/>
          </p:cNvSpPr>
          <p:nvPr>
            <p:ph type="dt" sz="half" idx="18"/>
          </p:nvPr>
        </p:nvSpPr>
        <p:spPr/>
        <p:txBody>
          <a:bodyPr/>
          <a:lstStyle/>
          <a:p>
            <a:fld id="{7F7A8001-C296-2B4E-8542-84F0BB5D1561}" type="datetime1">
              <a:rPr lang="nb-NO" smtClean="0"/>
              <a:t>18.09.2026</a:t>
            </a:fld>
            <a:endParaRPr lang="en-GB"/>
          </a:p>
        </p:txBody>
      </p:sp>
      <p:sp>
        <p:nvSpPr>
          <p:cNvPr id="4" name="Tittel 3">
            <a:extLst>
              <a:ext uri="{FF2B5EF4-FFF2-40B4-BE49-F238E27FC236}">
                <a16:creationId xmlns:a16="http://schemas.microsoft.com/office/drawing/2014/main" id="{973AA600-3340-F2B5-276A-12BFE22C3D6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39998" y="859515"/>
            <a:ext cx="3391200" cy="5328000"/>
          </a:xfrm>
        </p:spPr>
        <p:txBody>
          <a:bodyPr/>
          <a:lstStyle/>
          <a:p>
            <a:r>
              <a:rPr lang="nb" dirty="0"/>
              <a:t>Klikk for å redigere</a:t>
            </a:r>
            <a:endParaRPr lang="en-GB" dirty="0"/>
          </a:p>
        </p:txBody>
      </p:sp>
      <p:sp>
        <p:nvSpPr>
          <p:cNvPr id="14" name="Text Placeholder 11">
            <a:extLst>
              <a:ext uri="{FF2B5EF4-FFF2-40B4-BE49-F238E27FC236}">
                <a16:creationId xmlns:a16="http://schemas.microsoft.com/office/drawing/2014/main" id="{C9CC59E0-F282-0B27-EF23-825DA7522F06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4491583" y="554646"/>
            <a:ext cx="3208018" cy="609737"/>
          </a:xfrm>
        </p:spPr>
        <p:txBody>
          <a:bodyPr lIns="180000" tIns="360000" rIns="180000" bIns="0">
            <a:sp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600">
                <a:solidFill>
                  <a:schemeClr val="bg2"/>
                </a:solidFill>
              </a:defRPr>
            </a:lvl1pPr>
          </a:lstStyle>
          <a:p>
            <a:pPr lvl="0"/>
            <a:r>
              <a:rPr lang="nb" dirty="0"/>
              <a:t>Klikk for å redigere</a:t>
            </a:r>
          </a:p>
        </p:txBody>
      </p:sp>
      <p:sp>
        <p:nvSpPr>
          <p:cNvPr id="15" name="Text Placeholder 11">
            <a:extLst>
              <a:ext uri="{FF2B5EF4-FFF2-40B4-BE49-F238E27FC236}">
                <a16:creationId xmlns:a16="http://schemas.microsoft.com/office/drawing/2014/main" id="{2AA90381-AAE8-1EB2-B995-3408932DB146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8262363" y="554646"/>
            <a:ext cx="3208018" cy="609737"/>
          </a:xfrm>
        </p:spPr>
        <p:txBody>
          <a:bodyPr lIns="180000" tIns="360000" rIns="180000" bIns="0">
            <a:sp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600">
                <a:solidFill>
                  <a:schemeClr val="bg2"/>
                </a:solidFill>
              </a:defRPr>
            </a:lvl1pPr>
          </a:lstStyle>
          <a:p>
            <a:pPr lvl="0"/>
            <a:r>
              <a:rPr lang="nb" dirty="0"/>
              <a:t>Klikk for å redigere</a:t>
            </a:r>
          </a:p>
        </p:txBody>
      </p:sp>
      <p:sp>
        <p:nvSpPr>
          <p:cNvPr id="5" name="TekstSylinder 50">
            <a:extLst>
              <a:ext uri="{FF2B5EF4-FFF2-40B4-BE49-F238E27FC236}">
                <a16:creationId xmlns:a16="http://schemas.microsoft.com/office/drawing/2014/main" id="{C65862A9-7C10-EF97-306C-76078EBBE4C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/>
          <p:nvPr userDrawn="1"/>
        </p:nvSpPr>
        <p:spPr>
          <a:xfrm>
            <a:off x="12627096" y="4105715"/>
            <a:ext cx="2178795" cy="2032530"/>
          </a:xfrm>
          <a:prstGeom prst="rect">
            <a:avLst/>
          </a:prstGeom>
          <a:noFill/>
        </p:spPr>
        <p:txBody>
          <a:bodyPr wrap="square" lIns="0" tIns="108000" rIns="0" bIns="0" rtlCol="0">
            <a:spAutoFit/>
          </a:bodyPr>
          <a:lstStyle>
            <a:defPPr>
              <a:defRPr lang="en-NO"/>
            </a:defPPr>
            <a:lvl1pPr>
              <a:spcAft>
                <a:spcPts val="600"/>
              </a:spcAft>
              <a:defRPr b="0" i="0">
                <a:cs typeface="Arial" panose="020B0604020202020204" pitchFamily="34" charset="0"/>
              </a:defRPr>
            </a:lvl1pPr>
          </a:lstStyle>
          <a:p>
            <a:pPr lvl="0"/>
            <a:r>
              <a:rPr lang="nb" sz="1200" b="0" i="0" noProof="1">
                <a:solidFill>
                  <a:srgbClr val="070451"/>
                </a:solidFill>
                <a:latin typeface="+mj-lt"/>
                <a:cs typeface="TelenorEvolutionPPT-Light" panose="020B0604020202020204" charset="0"/>
              </a:rPr>
              <a:t>Endre farger</a:t>
            </a:r>
          </a:p>
          <a:p>
            <a:pPr lvl="0">
              <a:lnSpc>
                <a:spcPct val="120000"/>
              </a:lnSpc>
            </a:pPr>
            <a:r>
              <a:rPr lang="nb" sz="800" b="0" i="0" noProof="1">
                <a:solidFill>
                  <a:srgbClr val="070451"/>
                </a:solidFill>
                <a:latin typeface="+mj-lt"/>
                <a:cs typeface="TelenorEvolutionPPT-Light" panose="020B0604020202020204" charset="0"/>
              </a:rPr>
              <a:t>Gjør følgende for å endre bakgrunnsfarge:</a:t>
            </a:r>
          </a:p>
          <a:p>
            <a:pPr lvl="0">
              <a:lnSpc>
                <a:spcPct val="110000"/>
              </a:lnSpc>
            </a:pPr>
            <a:r>
              <a:rPr lang="nb" sz="800" b="0" i="0" noProof="1">
                <a:solidFill>
                  <a:srgbClr val="070451"/>
                </a:solidFill>
                <a:cs typeface="TelenorEvolutionPPT-Light" panose="020B0604020202020204" charset="0"/>
              </a:rPr>
              <a:t>Høyreklikk på lysbildet ditt, velg "formater bakgrunn" for å åpne "formatruten".</a:t>
            </a:r>
          </a:p>
          <a:p>
            <a:pPr lvl="0">
              <a:lnSpc>
                <a:spcPct val="110000"/>
              </a:lnSpc>
            </a:pPr>
            <a:r>
              <a:rPr lang="nb" sz="800" b="0" i="0" noProof="1">
                <a:solidFill>
                  <a:srgbClr val="070451"/>
                </a:solidFill>
                <a:cs typeface="TelenorEvolutionPPT-Light" panose="020B0604020202020204" charset="0"/>
              </a:rPr>
              <a:t>I formatruten velger du «Heldekkende fyll» og endrer «fyllfarge». </a:t>
            </a:r>
          </a:p>
          <a:p>
            <a:pPr lvl="0">
              <a:lnSpc>
                <a:spcPct val="110000"/>
              </a:lnSpc>
            </a:pPr>
            <a:r>
              <a:rPr lang="nb" sz="800" b="0" i="0" noProof="1">
                <a:solidFill>
                  <a:srgbClr val="070451"/>
                </a:solidFill>
                <a:cs typeface="TelenorEvolutionPPT-Light" panose="020B0604020202020204" charset="0"/>
              </a:rPr>
              <a:t>Bruk en av temafargene </a:t>
            </a:r>
            <a:r>
              <a:rPr lang="nb" sz="800" b="0" i="0" noProof="1">
                <a:solidFill>
                  <a:srgbClr val="070451"/>
                </a:solidFill>
                <a:latin typeface="+mj-lt"/>
                <a:cs typeface="TelenorEvolutionPPT-Light" panose="020B0604020202020204" charset="0"/>
              </a:rPr>
              <a:t>eller</a:t>
            </a:r>
            <a:r>
              <a:rPr lang="nb" sz="800" b="0" i="0" noProof="1">
                <a:solidFill>
                  <a:srgbClr val="070451"/>
                </a:solidFill>
                <a:cs typeface="TelenorEvolutionPPT-Light" panose="020B0604020202020204" charset="0"/>
              </a:rPr>
              <a:t> velg "flere farger" og bruk pipetten til å øyedroppe en av </a:t>
            </a:r>
            <a:r>
              <a:rPr lang="nb" sz="800" b="0" i="0" noProof="1">
                <a:solidFill>
                  <a:srgbClr val="070451"/>
                </a:solidFill>
                <a:latin typeface="+mj-lt"/>
                <a:cs typeface="TelenorEvolutionPPT-Light" panose="020B0604020202020204" charset="0"/>
              </a:rPr>
              <a:t>bakgrunnsfargene</a:t>
            </a:r>
            <a:r>
              <a:rPr lang="nb" sz="800" b="0" i="0" noProof="1">
                <a:solidFill>
                  <a:srgbClr val="070451"/>
                </a:solidFill>
                <a:cs typeface="TelenorEvolutionPPT-Light" panose="020B0604020202020204" charset="0"/>
              </a:rPr>
              <a:t>  fra dette panelet.</a:t>
            </a:r>
          </a:p>
          <a:p>
            <a:pPr lvl="0">
              <a:lnSpc>
                <a:spcPct val="110000"/>
              </a:lnSpc>
            </a:pPr>
            <a:r>
              <a:rPr lang="nb" sz="800" b="0" i="0" noProof="1">
                <a:solidFill>
                  <a:srgbClr val="070451"/>
                </a:solidFill>
                <a:cs typeface="TelenorEvolutionPPT-Light" panose="020B0604020202020204" charset="0"/>
              </a:rPr>
              <a:t>Sørg alltid for tilstrekkelig kontrast mellom bakgrunn, tekst og logo.</a:t>
            </a:r>
            <a:endParaRPr lang="en-GB" sz="1100" b="0" i="0" noProof="1">
              <a:solidFill>
                <a:srgbClr val="070451"/>
              </a:solidFill>
              <a:cs typeface="TelenorEvolutionPPT-Light" panose="020B060402020202020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029392383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:adec="http://schemas.microsoft.com/office/drawing/2017/decorative" xmlns:a16="http://schemas.microsoft.com/office/drawing/2014/main" xmlns="">
      <p:transition spd="med">
        <p:fade/>
      </p:transition>
    </mc:Fallback>
  </mc:AlternateContent>
</p:sldLayout>
</file>

<file path=ppt/slideLayouts/slideLayout6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our Cards Soft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Form 3">
            <a:extLst>
              <a:ext uri="{FF2B5EF4-FFF2-40B4-BE49-F238E27FC236}">
                <a16:creationId xmlns:a16="http://schemas.microsoft.com/office/drawing/2014/main" id="{CF426E95-00AD-4D30-228D-00C435844EA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4310850" y="539750"/>
            <a:ext cx="3569486" cy="2791845"/>
          </a:xfrm>
          <a:prstGeom prst="roundRect">
            <a:avLst>
              <a:gd name="adj" fmla="val 6812"/>
            </a:avLst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36000" tIns="36000" rIns="36000" bIns="36000" rtlCol="0" anchor="ctr">
            <a:noAutofit/>
          </a:bodyPr>
          <a:lstStyle/>
          <a:p>
            <a:pPr algn="l">
              <a:lnSpc>
                <a:spcPct val="90000"/>
              </a:lnSpc>
              <a:spcAft>
                <a:spcPts val="1000"/>
              </a:spcAft>
            </a:pPr>
            <a:endParaRPr lang="nb-NO" sz="1800" err="1"/>
          </a:p>
        </p:txBody>
      </p:sp>
      <p:sp>
        <p:nvSpPr>
          <p:cNvPr id="10" name="Form 3">
            <a:extLst>
              <a:ext uri="{FF2B5EF4-FFF2-40B4-BE49-F238E27FC236}">
                <a16:creationId xmlns:a16="http://schemas.microsoft.com/office/drawing/2014/main" id="{A8BC3E9F-137B-65C7-01B0-C8E3BAEB268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8081630" y="539750"/>
            <a:ext cx="3569486" cy="2791845"/>
          </a:xfrm>
          <a:prstGeom prst="roundRect">
            <a:avLst>
              <a:gd name="adj" fmla="val 6812"/>
            </a:avLst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36000" tIns="36000" rIns="36000" bIns="36000" rtlCol="0" anchor="ctr">
            <a:noAutofit/>
          </a:bodyPr>
          <a:lstStyle/>
          <a:p>
            <a:pPr algn="l">
              <a:lnSpc>
                <a:spcPct val="90000"/>
              </a:lnSpc>
              <a:spcAft>
                <a:spcPts val="1000"/>
              </a:spcAft>
            </a:pPr>
            <a:endParaRPr lang="nb-NO" sz="1800" err="1"/>
          </a:p>
        </p:txBody>
      </p:sp>
      <p:sp>
        <p:nvSpPr>
          <p:cNvPr id="13" name="Form 3">
            <a:extLst>
              <a:ext uri="{FF2B5EF4-FFF2-40B4-BE49-F238E27FC236}">
                <a16:creationId xmlns:a16="http://schemas.microsoft.com/office/drawing/2014/main" id="{F95CA071-E491-55D8-EAD9-EF748F2FBAC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8081630" y="3529567"/>
            <a:ext cx="3569486" cy="2791845"/>
          </a:xfrm>
          <a:prstGeom prst="roundRect">
            <a:avLst>
              <a:gd name="adj" fmla="val 6812"/>
            </a:avLst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36000" tIns="36000" rIns="36000" bIns="36000" rtlCol="0" anchor="ctr">
            <a:noAutofit/>
          </a:bodyPr>
          <a:lstStyle/>
          <a:p>
            <a:pPr algn="l">
              <a:lnSpc>
                <a:spcPct val="90000"/>
              </a:lnSpc>
              <a:spcAft>
                <a:spcPts val="1000"/>
              </a:spcAft>
            </a:pPr>
            <a:endParaRPr lang="nb-NO" sz="1800" err="1"/>
          </a:p>
        </p:txBody>
      </p:sp>
      <p:sp>
        <p:nvSpPr>
          <p:cNvPr id="15" name="Form 3">
            <a:extLst>
              <a:ext uri="{FF2B5EF4-FFF2-40B4-BE49-F238E27FC236}">
                <a16:creationId xmlns:a16="http://schemas.microsoft.com/office/drawing/2014/main" id="{8FD3EC95-6796-F829-099A-1AA7482DA17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4310850" y="3524906"/>
            <a:ext cx="3569486" cy="2796506"/>
          </a:xfrm>
          <a:prstGeom prst="roundRect">
            <a:avLst>
              <a:gd name="adj" fmla="val 6812"/>
            </a:avLst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36000" tIns="36000" rIns="36000" bIns="36000" rtlCol="0" anchor="ctr">
            <a:noAutofit/>
          </a:bodyPr>
          <a:lstStyle/>
          <a:p>
            <a:pPr algn="l">
              <a:lnSpc>
                <a:spcPct val="90000"/>
              </a:lnSpc>
              <a:spcAft>
                <a:spcPts val="1000"/>
              </a:spcAft>
            </a:pPr>
            <a:endParaRPr lang="nb-NO" sz="1800" err="1"/>
          </a:p>
        </p:txBody>
      </p:sp>
      <p:sp>
        <p:nvSpPr>
          <p:cNvPr id="9" name="Section title">
            <a:extLst>
              <a:ext uri="{FF2B5EF4-FFF2-40B4-BE49-F238E27FC236}">
                <a16:creationId xmlns:a16="http://schemas.microsoft.com/office/drawing/2014/main" id="{00C45E7F-BC29-BA43-01DF-232789AC0C98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540072" y="504001"/>
            <a:ext cx="724651" cy="252377"/>
          </a:xfrm>
        </p:spPr>
        <p:txBody>
          <a:bodyPr wrap="none">
            <a:sp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600">
                <a:solidFill>
                  <a:schemeClr val="tx2"/>
                </a:solidFill>
              </a:defRPr>
            </a:lvl1pPr>
            <a:lvl2pPr marL="216000" indent="0">
              <a:buNone/>
              <a:defRPr sz="1600"/>
            </a:lvl2pPr>
            <a:lvl3pPr marL="468000" indent="0">
              <a:buNone/>
              <a:defRPr sz="1600"/>
            </a:lvl3pPr>
            <a:lvl4pPr marL="720000" indent="0">
              <a:buNone/>
              <a:defRPr sz="1600"/>
            </a:lvl4pPr>
            <a:lvl5pPr marL="938213" indent="0">
              <a:buNone/>
              <a:defRPr sz="1600"/>
            </a:lvl5pPr>
          </a:lstStyle>
          <a:p>
            <a:pPr lvl="0"/>
            <a:r>
              <a:rPr lang="nb"/>
              <a:t>Seksjon</a:t>
            </a:r>
            <a:endParaRPr lang="nb-NO"/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35A0D93E-F20A-BF35-CBC7-06E7A252FDBF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08810A5-7811-344D-9AE9-EC83104FB54D}" type="slidenum">
              <a:rPr lang="en-GB" smtClean="0"/>
              <a:t>‹#›</a:t>
            </a:fld>
            <a:endParaRPr lang="en-GB"/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535EAC70-31DE-1FCE-364B-31F378842F0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2" name="Content Placeholder 2">
            <a:extLst>
              <a:ext uri="{FF2B5EF4-FFF2-40B4-BE49-F238E27FC236}">
                <a16:creationId xmlns:a16="http://schemas.microsoft.com/office/drawing/2014/main" id="{16CFF005-7DE6-AC46-A236-32A2EAE4EF5B}"/>
              </a:ext>
            </a:extLst>
          </p:cNvPr>
          <p:cNvSpPr>
            <a:spLocks noGrp="1"/>
          </p:cNvSpPr>
          <p:nvPr>
            <p:ph sz="half" idx="1" hasCustomPrompt="1"/>
          </p:nvPr>
        </p:nvSpPr>
        <p:spPr>
          <a:xfrm>
            <a:off x="4491583" y="718872"/>
            <a:ext cx="3208018" cy="2433600"/>
          </a:xfrm>
          <a:prstGeom prst="rect">
            <a:avLst/>
          </a:prstGeom>
          <a:noFill/>
        </p:spPr>
        <p:txBody>
          <a:bodyPr lIns="180000" tIns="180000" rIns="180000" bIns="180000"/>
          <a:lstStyle>
            <a:lvl1pPr>
              <a:defRPr sz="1400">
                <a:solidFill>
                  <a:schemeClr val="bg1"/>
                </a:solidFill>
              </a:defRPr>
            </a:lvl1pPr>
            <a:lvl2pPr>
              <a:defRPr sz="1200">
                <a:solidFill>
                  <a:schemeClr val="bg1"/>
                </a:solidFill>
              </a:defRPr>
            </a:lvl2pPr>
            <a:lvl3pPr>
              <a:defRPr sz="1100">
                <a:solidFill>
                  <a:schemeClr val="bg1"/>
                </a:solidFill>
              </a:defRPr>
            </a:lvl3pPr>
            <a:lvl4pPr>
              <a:defRPr sz="1050">
                <a:solidFill>
                  <a:schemeClr val="bg1"/>
                </a:solidFill>
              </a:defRPr>
            </a:lvl4pPr>
            <a:lvl5pPr>
              <a:defRPr sz="1050">
                <a:solidFill>
                  <a:schemeClr val="bg1"/>
                </a:solidFill>
              </a:defRPr>
            </a:lvl5pPr>
          </a:lstStyle>
          <a:p>
            <a:pPr lvl="0"/>
            <a:r>
              <a:rPr lang="nb" dirty="0"/>
              <a:t>Klikk for å redigere</a:t>
            </a:r>
          </a:p>
          <a:p>
            <a:pPr lvl="1"/>
            <a:r>
              <a:rPr lang="nb" dirty="0"/>
              <a:t>Andre nivå</a:t>
            </a:r>
          </a:p>
          <a:p>
            <a:pPr lvl="2"/>
            <a:r>
              <a:rPr lang="nb" dirty="0"/>
              <a:t>Tredje nivå</a:t>
            </a:r>
          </a:p>
          <a:p>
            <a:pPr lvl="3"/>
            <a:r>
              <a:rPr lang="nb" dirty="0"/>
              <a:t>Fjerde nivå</a:t>
            </a:r>
          </a:p>
          <a:p>
            <a:pPr lvl="4"/>
            <a:r>
              <a:rPr lang="nb" dirty="0"/>
              <a:t>Femte nivå</a:t>
            </a:r>
            <a:endParaRPr lang="nb-NO" dirty="0"/>
          </a:p>
        </p:txBody>
      </p:sp>
      <p:sp>
        <p:nvSpPr>
          <p:cNvPr id="3" name="Content Placeholder 3">
            <a:extLst>
              <a:ext uri="{FF2B5EF4-FFF2-40B4-BE49-F238E27FC236}">
                <a16:creationId xmlns:a16="http://schemas.microsoft.com/office/drawing/2014/main" id="{6670ED02-0E10-EFC7-E50C-D4607D6CC52A}"/>
              </a:ext>
            </a:extLst>
          </p:cNvPr>
          <p:cNvSpPr>
            <a:spLocks noGrp="1"/>
          </p:cNvSpPr>
          <p:nvPr>
            <p:ph sz="half" idx="2" hasCustomPrompt="1"/>
          </p:nvPr>
        </p:nvSpPr>
        <p:spPr>
          <a:xfrm>
            <a:off x="8262363" y="718872"/>
            <a:ext cx="3208018" cy="2433600"/>
          </a:xfrm>
          <a:prstGeom prst="rect">
            <a:avLst/>
          </a:prstGeom>
          <a:noFill/>
        </p:spPr>
        <p:txBody>
          <a:bodyPr vert="horz" lIns="180000" tIns="180000" rIns="180000" bIns="180000" rtlCol="0">
            <a:noAutofit/>
          </a:bodyPr>
          <a:lstStyle>
            <a:lvl1pPr>
              <a:defRPr lang="en-GB" sz="1400" dirty="0">
                <a:solidFill>
                  <a:schemeClr val="bg1"/>
                </a:solidFill>
              </a:defRPr>
            </a:lvl1pPr>
            <a:lvl2pPr>
              <a:defRPr lang="en-GB" sz="1200" dirty="0">
                <a:solidFill>
                  <a:schemeClr val="bg1"/>
                </a:solidFill>
              </a:defRPr>
            </a:lvl2pPr>
            <a:lvl3pPr>
              <a:defRPr lang="en-GB" sz="1100" dirty="0">
                <a:solidFill>
                  <a:schemeClr val="bg1"/>
                </a:solidFill>
              </a:defRPr>
            </a:lvl3pPr>
            <a:lvl4pPr>
              <a:defRPr lang="en-GB" sz="1050" dirty="0">
                <a:solidFill>
                  <a:schemeClr val="bg1"/>
                </a:solidFill>
              </a:defRPr>
            </a:lvl4pPr>
            <a:lvl5pPr>
              <a:defRPr lang="nb-NO" sz="1050" dirty="0">
                <a:solidFill>
                  <a:schemeClr val="bg1"/>
                </a:solidFill>
              </a:defRPr>
            </a:lvl5pPr>
          </a:lstStyle>
          <a:p>
            <a:pPr lvl="0"/>
            <a:r>
              <a:rPr lang="nb" dirty="0"/>
              <a:t>Klikk for å redigere</a:t>
            </a:r>
          </a:p>
          <a:p>
            <a:pPr lvl="1"/>
            <a:r>
              <a:rPr lang="nb" dirty="0"/>
              <a:t>Andre nivå</a:t>
            </a:r>
          </a:p>
          <a:p>
            <a:pPr lvl="2"/>
            <a:r>
              <a:rPr lang="nb" dirty="0"/>
              <a:t>Tredje nivå</a:t>
            </a:r>
          </a:p>
          <a:p>
            <a:pPr lvl="3"/>
            <a:r>
              <a:rPr lang="nb" dirty="0"/>
              <a:t>Fjerde nivå</a:t>
            </a:r>
          </a:p>
          <a:p>
            <a:pPr lvl="4"/>
            <a:r>
              <a:rPr lang="nb" dirty="0"/>
              <a:t>Femte nivå</a:t>
            </a:r>
            <a:endParaRPr lang="nb-NO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4EBA3BE-81F0-8989-7D52-E272B3CC59FF}"/>
              </a:ext>
            </a:extLst>
          </p:cNvPr>
          <p:cNvSpPr>
            <a:spLocks noGrp="1"/>
          </p:cNvSpPr>
          <p:nvPr>
            <p:ph sz="half" idx="16" hasCustomPrompt="1"/>
          </p:nvPr>
        </p:nvSpPr>
        <p:spPr>
          <a:xfrm>
            <a:off x="4492784" y="3706358"/>
            <a:ext cx="3208018" cy="2433600"/>
          </a:xfrm>
          <a:prstGeom prst="rect">
            <a:avLst/>
          </a:prstGeom>
          <a:noFill/>
        </p:spPr>
        <p:txBody>
          <a:bodyPr vert="horz" lIns="180000" tIns="180000" rIns="180000" bIns="180000" rtlCol="0">
            <a:noAutofit/>
          </a:bodyPr>
          <a:lstStyle>
            <a:lvl1pPr>
              <a:defRPr lang="en-GB" sz="1400" dirty="0">
                <a:solidFill>
                  <a:schemeClr val="bg1"/>
                </a:solidFill>
              </a:defRPr>
            </a:lvl1pPr>
            <a:lvl2pPr>
              <a:defRPr lang="en-GB" sz="1200" dirty="0">
                <a:solidFill>
                  <a:schemeClr val="bg1"/>
                </a:solidFill>
              </a:defRPr>
            </a:lvl2pPr>
            <a:lvl3pPr>
              <a:defRPr lang="en-GB" sz="1100" dirty="0">
                <a:solidFill>
                  <a:schemeClr val="bg1"/>
                </a:solidFill>
              </a:defRPr>
            </a:lvl3pPr>
            <a:lvl4pPr>
              <a:defRPr lang="en-GB" sz="1050" dirty="0">
                <a:solidFill>
                  <a:schemeClr val="bg1"/>
                </a:solidFill>
              </a:defRPr>
            </a:lvl4pPr>
            <a:lvl5pPr>
              <a:defRPr lang="nb-NO" sz="1050" dirty="0">
                <a:solidFill>
                  <a:schemeClr val="bg1"/>
                </a:solidFill>
              </a:defRPr>
            </a:lvl5pPr>
          </a:lstStyle>
          <a:p>
            <a:pPr lvl="0"/>
            <a:r>
              <a:rPr lang="nb" dirty="0"/>
              <a:t>Klikk for å redigere</a:t>
            </a:r>
          </a:p>
          <a:p>
            <a:pPr lvl="1"/>
            <a:r>
              <a:rPr lang="nb" dirty="0"/>
              <a:t>Andre nivå</a:t>
            </a:r>
          </a:p>
          <a:p>
            <a:pPr lvl="2"/>
            <a:r>
              <a:rPr lang="nb" dirty="0"/>
              <a:t>Tredje nivå</a:t>
            </a:r>
          </a:p>
          <a:p>
            <a:pPr lvl="3"/>
            <a:r>
              <a:rPr lang="nb" dirty="0"/>
              <a:t>Fjerde nivå</a:t>
            </a:r>
          </a:p>
          <a:p>
            <a:pPr lvl="4"/>
            <a:r>
              <a:rPr lang="nb" dirty="0"/>
              <a:t>Femte nivå</a:t>
            </a:r>
            <a:endParaRPr lang="nb-NO" dirty="0"/>
          </a:p>
        </p:txBody>
      </p:sp>
      <p:sp>
        <p:nvSpPr>
          <p:cNvPr id="5" name="Content Placeholder 3">
            <a:extLst>
              <a:ext uri="{FF2B5EF4-FFF2-40B4-BE49-F238E27FC236}">
                <a16:creationId xmlns:a16="http://schemas.microsoft.com/office/drawing/2014/main" id="{BEFEC5E9-7AFC-4EB8-4ACF-E7D6DF92550A}"/>
              </a:ext>
            </a:extLst>
          </p:cNvPr>
          <p:cNvSpPr>
            <a:spLocks noGrp="1"/>
          </p:cNvSpPr>
          <p:nvPr>
            <p:ph sz="half" idx="17" hasCustomPrompt="1"/>
          </p:nvPr>
        </p:nvSpPr>
        <p:spPr>
          <a:xfrm>
            <a:off x="8262363" y="3708688"/>
            <a:ext cx="3208018" cy="2433600"/>
          </a:xfrm>
          <a:prstGeom prst="rect">
            <a:avLst/>
          </a:prstGeom>
          <a:noFill/>
        </p:spPr>
        <p:txBody>
          <a:bodyPr vert="horz" lIns="180000" tIns="180000" rIns="180000" bIns="180000" rtlCol="0">
            <a:noAutofit/>
          </a:bodyPr>
          <a:lstStyle>
            <a:lvl1pPr>
              <a:defRPr lang="en-GB" sz="1400" dirty="0">
                <a:solidFill>
                  <a:schemeClr val="bg1"/>
                </a:solidFill>
              </a:defRPr>
            </a:lvl1pPr>
            <a:lvl2pPr>
              <a:defRPr lang="en-GB" sz="1200" dirty="0">
                <a:solidFill>
                  <a:schemeClr val="bg1"/>
                </a:solidFill>
              </a:defRPr>
            </a:lvl2pPr>
            <a:lvl3pPr>
              <a:defRPr lang="en-GB" sz="1100" dirty="0">
                <a:solidFill>
                  <a:schemeClr val="bg1"/>
                </a:solidFill>
              </a:defRPr>
            </a:lvl3pPr>
            <a:lvl4pPr>
              <a:defRPr lang="en-GB" sz="1050" dirty="0">
                <a:solidFill>
                  <a:schemeClr val="bg1"/>
                </a:solidFill>
              </a:defRPr>
            </a:lvl4pPr>
            <a:lvl5pPr>
              <a:defRPr lang="nb-NO" sz="1050" dirty="0">
                <a:solidFill>
                  <a:schemeClr val="bg1"/>
                </a:solidFill>
              </a:defRPr>
            </a:lvl5pPr>
          </a:lstStyle>
          <a:p>
            <a:pPr lvl="0"/>
            <a:r>
              <a:rPr lang="nb" dirty="0"/>
              <a:t>Klikk for å redigere</a:t>
            </a:r>
          </a:p>
          <a:p>
            <a:pPr lvl="1"/>
            <a:r>
              <a:rPr lang="nb" dirty="0"/>
              <a:t>Andre nivå</a:t>
            </a:r>
          </a:p>
          <a:p>
            <a:pPr lvl="2"/>
            <a:r>
              <a:rPr lang="nb" dirty="0"/>
              <a:t>Tredje nivå</a:t>
            </a:r>
          </a:p>
          <a:p>
            <a:pPr lvl="3"/>
            <a:r>
              <a:rPr lang="nb" dirty="0"/>
              <a:t>Fjerde nivå</a:t>
            </a:r>
          </a:p>
          <a:p>
            <a:pPr lvl="4"/>
            <a:r>
              <a:rPr lang="nb" dirty="0"/>
              <a:t>Femte nivå</a:t>
            </a:r>
            <a:endParaRPr lang="nb-NO" dirty="0"/>
          </a:p>
        </p:txBody>
      </p:sp>
      <p:sp>
        <p:nvSpPr>
          <p:cNvPr id="11" name="Date Placeholder 10">
            <a:extLst>
              <a:ext uri="{FF2B5EF4-FFF2-40B4-BE49-F238E27FC236}">
                <a16:creationId xmlns:a16="http://schemas.microsoft.com/office/drawing/2014/main" id="{9DDD46EE-FFAE-2672-7A0D-7361C0AA2F00}"/>
              </a:ext>
            </a:extLst>
          </p:cNvPr>
          <p:cNvSpPr>
            <a:spLocks noGrp="1"/>
          </p:cNvSpPr>
          <p:nvPr>
            <p:ph type="dt" sz="half" idx="18"/>
          </p:nvPr>
        </p:nvSpPr>
        <p:spPr/>
        <p:txBody>
          <a:bodyPr/>
          <a:lstStyle/>
          <a:p>
            <a:fld id="{F607ACC0-5180-6B4A-8B0A-49B8289FB7D5}" type="datetime1">
              <a:rPr lang="nb-NO" smtClean="0"/>
              <a:t>18.09.2026</a:t>
            </a:fld>
            <a:endParaRPr lang="en-GB"/>
          </a:p>
        </p:txBody>
      </p:sp>
      <p:sp>
        <p:nvSpPr>
          <p:cNvPr id="14" name="Tittel 13">
            <a:extLst>
              <a:ext uri="{FF2B5EF4-FFF2-40B4-BE49-F238E27FC236}">
                <a16:creationId xmlns:a16="http://schemas.microsoft.com/office/drawing/2014/main" id="{638B95C4-BA14-A0F6-39BD-19DF74A7A1A4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39999" y="859515"/>
            <a:ext cx="3391200" cy="5328000"/>
          </a:xfrm>
        </p:spPr>
        <p:txBody>
          <a:bodyPr/>
          <a:lstStyle/>
          <a:p>
            <a:r>
              <a:rPr lang="nb" dirty="0"/>
              <a:t>Klikk for å redigere</a:t>
            </a:r>
            <a:endParaRPr lang="en-GB" dirty="0"/>
          </a:p>
        </p:txBody>
      </p:sp>
      <p:sp>
        <p:nvSpPr>
          <p:cNvPr id="6" name="TekstSylinder 50">
            <a:extLst>
              <a:ext uri="{FF2B5EF4-FFF2-40B4-BE49-F238E27FC236}">
                <a16:creationId xmlns:a16="http://schemas.microsoft.com/office/drawing/2014/main" id="{C4916927-95BD-B0B9-74F5-33D602447D2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/>
          <p:nvPr userDrawn="1"/>
        </p:nvSpPr>
        <p:spPr>
          <a:xfrm>
            <a:off x="12627096" y="4105715"/>
            <a:ext cx="2178795" cy="2032530"/>
          </a:xfrm>
          <a:prstGeom prst="rect">
            <a:avLst/>
          </a:prstGeom>
          <a:noFill/>
        </p:spPr>
        <p:txBody>
          <a:bodyPr wrap="square" lIns="0" tIns="108000" rIns="0" bIns="0" rtlCol="0">
            <a:spAutoFit/>
          </a:bodyPr>
          <a:lstStyle>
            <a:defPPr>
              <a:defRPr lang="en-NO"/>
            </a:defPPr>
            <a:lvl1pPr>
              <a:spcAft>
                <a:spcPts val="600"/>
              </a:spcAft>
              <a:defRPr b="0" i="0">
                <a:cs typeface="Arial" panose="020B0604020202020204" pitchFamily="34" charset="0"/>
              </a:defRPr>
            </a:lvl1pPr>
          </a:lstStyle>
          <a:p>
            <a:pPr lvl="0"/>
            <a:r>
              <a:rPr lang="nb" sz="1200" b="0" i="0" noProof="1">
                <a:solidFill>
                  <a:srgbClr val="070451"/>
                </a:solidFill>
                <a:latin typeface="+mj-lt"/>
                <a:cs typeface="TelenorEvolutionPPT-Light" panose="020B0604020202020204" charset="0"/>
              </a:rPr>
              <a:t>Endre farger</a:t>
            </a:r>
          </a:p>
          <a:p>
            <a:pPr lvl="0">
              <a:lnSpc>
                <a:spcPct val="120000"/>
              </a:lnSpc>
            </a:pPr>
            <a:r>
              <a:rPr lang="nb" sz="800" b="0" i="0" noProof="1">
                <a:solidFill>
                  <a:srgbClr val="070451"/>
                </a:solidFill>
                <a:latin typeface="+mj-lt"/>
                <a:cs typeface="TelenorEvolutionPPT-Light" panose="020B0604020202020204" charset="0"/>
              </a:rPr>
              <a:t>Gjør følgende for å endre bakgrunnsfarge:</a:t>
            </a:r>
          </a:p>
          <a:p>
            <a:pPr lvl="0">
              <a:lnSpc>
                <a:spcPct val="110000"/>
              </a:lnSpc>
            </a:pPr>
            <a:r>
              <a:rPr lang="nb" sz="800" b="0" i="0" noProof="1">
                <a:solidFill>
                  <a:srgbClr val="070451"/>
                </a:solidFill>
                <a:cs typeface="TelenorEvolutionPPT-Light" panose="020B0604020202020204" charset="0"/>
              </a:rPr>
              <a:t>Høyreklikk på lysbildet ditt, velg "formater bakgrunn" for å åpne "formatruten".</a:t>
            </a:r>
          </a:p>
          <a:p>
            <a:pPr lvl="0">
              <a:lnSpc>
                <a:spcPct val="110000"/>
              </a:lnSpc>
            </a:pPr>
            <a:r>
              <a:rPr lang="nb" sz="800" b="0" i="0" noProof="1">
                <a:solidFill>
                  <a:srgbClr val="070451"/>
                </a:solidFill>
                <a:cs typeface="TelenorEvolutionPPT-Light" panose="020B0604020202020204" charset="0"/>
              </a:rPr>
              <a:t>I formatruten velger du «Heldekkende fyll» og endrer «fyllfarge». </a:t>
            </a:r>
          </a:p>
          <a:p>
            <a:pPr lvl="0">
              <a:lnSpc>
                <a:spcPct val="110000"/>
              </a:lnSpc>
            </a:pPr>
            <a:r>
              <a:rPr lang="nb" sz="800" b="0" i="0" noProof="1">
                <a:solidFill>
                  <a:srgbClr val="070451"/>
                </a:solidFill>
                <a:cs typeface="TelenorEvolutionPPT-Light" panose="020B0604020202020204" charset="0"/>
              </a:rPr>
              <a:t>Bruk en av temafargene </a:t>
            </a:r>
            <a:r>
              <a:rPr lang="nb" sz="800" b="0" i="0" noProof="1">
                <a:solidFill>
                  <a:srgbClr val="070451"/>
                </a:solidFill>
                <a:latin typeface="+mj-lt"/>
                <a:cs typeface="TelenorEvolutionPPT-Light" panose="020B0604020202020204" charset="0"/>
              </a:rPr>
              <a:t>eller</a:t>
            </a:r>
            <a:r>
              <a:rPr lang="nb" sz="800" b="0" i="0" noProof="1">
                <a:solidFill>
                  <a:srgbClr val="070451"/>
                </a:solidFill>
                <a:cs typeface="TelenorEvolutionPPT-Light" panose="020B0604020202020204" charset="0"/>
              </a:rPr>
              <a:t> velg "flere farger" og bruk pipetten til å øyedroppe en av </a:t>
            </a:r>
            <a:r>
              <a:rPr lang="nb" sz="800" b="0" i="0" noProof="1">
                <a:solidFill>
                  <a:srgbClr val="070451"/>
                </a:solidFill>
                <a:latin typeface="+mj-lt"/>
                <a:cs typeface="TelenorEvolutionPPT-Light" panose="020B0604020202020204" charset="0"/>
              </a:rPr>
              <a:t>bakgrunnsfargene</a:t>
            </a:r>
            <a:r>
              <a:rPr lang="nb" sz="800" b="0" i="0" noProof="1">
                <a:solidFill>
                  <a:srgbClr val="070451"/>
                </a:solidFill>
                <a:cs typeface="TelenorEvolutionPPT-Light" panose="020B0604020202020204" charset="0"/>
              </a:rPr>
              <a:t>  fra dette panelet.</a:t>
            </a:r>
          </a:p>
          <a:p>
            <a:pPr lvl="0">
              <a:lnSpc>
                <a:spcPct val="110000"/>
              </a:lnSpc>
            </a:pPr>
            <a:r>
              <a:rPr lang="nb" sz="800" b="0" i="0" noProof="1">
                <a:solidFill>
                  <a:srgbClr val="070451"/>
                </a:solidFill>
                <a:cs typeface="TelenorEvolutionPPT-Light" panose="020B0604020202020204" charset="0"/>
              </a:rPr>
              <a:t>Sørg alltid for tilstrekkelig kontrast mellom bakgrunn, tekst og logo.</a:t>
            </a:r>
            <a:endParaRPr lang="en-GB" sz="1100" b="0" i="0" noProof="1">
              <a:solidFill>
                <a:srgbClr val="070451"/>
              </a:solidFill>
              <a:cs typeface="TelenorEvolutionPPT-Light" panose="020B060402020202020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792104484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:adec="http://schemas.microsoft.com/office/drawing/2017/decorative" xmlns:a16="http://schemas.microsoft.com/office/drawing/2014/main" xmlns="">
      <p:transition spd="med">
        <p:fade/>
      </p:transition>
    </mc:Fallback>
  </mc:AlternateContent>
</p:sldLayout>
</file>

<file path=ppt/slideLayouts/slideLayout6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ive Cards Soft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Form 3">
            <a:extLst>
              <a:ext uri="{FF2B5EF4-FFF2-40B4-BE49-F238E27FC236}">
                <a16:creationId xmlns:a16="http://schemas.microsoft.com/office/drawing/2014/main" id="{CF426E95-00AD-4D30-228D-00C435844EA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4310850" y="539750"/>
            <a:ext cx="3569486" cy="2791845"/>
          </a:xfrm>
          <a:prstGeom prst="roundRect">
            <a:avLst>
              <a:gd name="adj" fmla="val 6812"/>
            </a:avLst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36000" tIns="36000" rIns="36000" bIns="36000" rtlCol="0" anchor="ctr">
            <a:noAutofit/>
          </a:bodyPr>
          <a:lstStyle/>
          <a:p>
            <a:pPr algn="l">
              <a:lnSpc>
                <a:spcPct val="90000"/>
              </a:lnSpc>
              <a:spcAft>
                <a:spcPts val="1000"/>
              </a:spcAft>
            </a:pPr>
            <a:endParaRPr lang="nb-NO" sz="1800" err="1"/>
          </a:p>
        </p:txBody>
      </p:sp>
      <p:sp>
        <p:nvSpPr>
          <p:cNvPr id="10" name="Form 3">
            <a:extLst>
              <a:ext uri="{FF2B5EF4-FFF2-40B4-BE49-F238E27FC236}">
                <a16:creationId xmlns:a16="http://schemas.microsoft.com/office/drawing/2014/main" id="{A8BC3E9F-137B-65C7-01B0-C8E3BAEB268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8081630" y="539750"/>
            <a:ext cx="3569486" cy="2791845"/>
          </a:xfrm>
          <a:prstGeom prst="roundRect">
            <a:avLst>
              <a:gd name="adj" fmla="val 6812"/>
            </a:avLst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36000" tIns="36000" rIns="36000" bIns="36000" rtlCol="0" anchor="ctr">
            <a:noAutofit/>
          </a:bodyPr>
          <a:lstStyle/>
          <a:p>
            <a:pPr algn="l">
              <a:lnSpc>
                <a:spcPct val="90000"/>
              </a:lnSpc>
              <a:spcAft>
                <a:spcPts val="1000"/>
              </a:spcAft>
            </a:pPr>
            <a:endParaRPr lang="nb-NO" sz="1800" err="1"/>
          </a:p>
        </p:txBody>
      </p:sp>
      <p:sp>
        <p:nvSpPr>
          <p:cNvPr id="13" name="Form 3">
            <a:extLst>
              <a:ext uri="{FF2B5EF4-FFF2-40B4-BE49-F238E27FC236}">
                <a16:creationId xmlns:a16="http://schemas.microsoft.com/office/drawing/2014/main" id="{F95CA071-E491-55D8-EAD9-EF748F2FBAC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4312051" y="3527236"/>
            <a:ext cx="3569486" cy="2791845"/>
          </a:xfrm>
          <a:prstGeom prst="roundRect">
            <a:avLst>
              <a:gd name="adj" fmla="val 6812"/>
            </a:avLst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36000" tIns="36000" rIns="36000" bIns="36000" rtlCol="0" anchor="ctr">
            <a:noAutofit/>
          </a:bodyPr>
          <a:lstStyle/>
          <a:p>
            <a:pPr algn="l">
              <a:lnSpc>
                <a:spcPct val="90000"/>
              </a:lnSpc>
              <a:spcAft>
                <a:spcPts val="1000"/>
              </a:spcAft>
            </a:pPr>
            <a:endParaRPr lang="nb-NO" sz="1800" err="1"/>
          </a:p>
        </p:txBody>
      </p:sp>
      <p:sp>
        <p:nvSpPr>
          <p:cNvPr id="15" name="Form 3">
            <a:extLst>
              <a:ext uri="{FF2B5EF4-FFF2-40B4-BE49-F238E27FC236}">
                <a16:creationId xmlns:a16="http://schemas.microsoft.com/office/drawing/2014/main" id="{8FD3EC95-6796-F829-099A-1AA7482DA17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41270" y="3524905"/>
            <a:ext cx="3569486" cy="2796506"/>
          </a:xfrm>
          <a:prstGeom prst="roundRect">
            <a:avLst>
              <a:gd name="adj" fmla="val 6812"/>
            </a:avLst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36000" tIns="36000" rIns="36000" bIns="36000" rtlCol="0" anchor="ctr">
            <a:noAutofit/>
          </a:bodyPr>
          <a:lstStyle/>
          <a:p>
            <a:pPr algn="l">
              <a:lnSpc>
                <a:spcPct val="90000"/>
              </a:lnSpc>
              <a:spcAft>
                <a:spcPts val="1000"/>
              </a:spcAft>
            </a:pPr>
            <a:endParaRPr lang="nb-NO" sz="1800" err="1"/>
          </a:p>
        </p:txBody>
      </p:sp>
      <p:sp>
        <p:nvSpPr>
          <p:cNvPr id="3" name="Form 3">
            <a:extLst>
              <a:ext uri="{FF2B5EF4-FFF2-40B4-BE49-F238E27FC236}">
                <a16:creationId xmlns:a16="http://schemas.microsoft.com/office/drawing/2014/main" id="{5BA2C6B8-2B1B-E4F1-AFFE-BC50D07865A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8081630" y="3529567"/>
            <a:ext cx="3569486" cy="2791845"/>
          </a:xfrm>
          <a:prstGeom prst="roundRect">
            <a:avLst>
              <a:gd name="adj" fmla="val 6812"/>
            </a:avLst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36000" tIns="36000" rIns="36000" bIns="36000" rtlCol="0" anchor="ctr">
            <a:noAutofit/>
          </a:bodyPr>
          <a:lstStyle/>
          <a:p>
            <a:pPr algn="l">
              <a:lnSpc>
                <a:spcPct val="90000"/>
              </a:lnSpc>
              <a:spcAft>
                <a:spcPts val="1000"/>
              </a:spcAft>
            </a:pPr>
            <a:endParaRPr lang="nb-NO" sz="1800" err="1"/>
          </a:p>
        </p:txBody>
      </p:sp>
      <p:sp>
        <p:nvSpPr>
          <p:cNvPr id="9" name="Section title">
            <a:extLst>
              <a:ext uri="{FF2B5EF4-FFF2-40B4-BE49-F238E27FC236}">
                <a16:creationId xmlns:a16="http://schemas.microsoft.com/office/drawing/2014/main" id="{00C45E7F-BC29-BA43-01DF-232789AC0C98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540072" y="504001"/>
            <a:ext cx="724651" cy="252377"/>
          </a:xfrm>
        </p:spPr>
        <p:txBody>
          <a:bodyPr wrap="none">
            <a:sp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600">
                <a:solidFill>
                  <a:schemeClr val="tx2"/>
                </a:solidFill>
              </a:defRPr>
            </a:lvl1pPr>
            <a:lvl2pPr marL="216000" indent="0">
              <a:buNone/>
              <a:defRPr sz="1600"/>
            </a:lvl2pPr>
            <a:lvl3pPr marL="468000" indent="0">
              <a:buNone/>
              <a:defRPr sz="1600"/>
            </a:lvl3pPr>
            <a:lvl4pPr marL="720000" indent="0">
              <a:buNone/>
              <a:defRPr sz="1600"/>
            </a:lvl4pPr>
            <a:lvl5pPr marL="938213" indent="0">
              <a:buNone/>
              <a:defRPr sz="1600"/>
            </a:lvl5pPr>
          </a:lstStyle>
          <a:p>
            <a:pPr lvl="0"/>
            <a:r>
              <a:rPr lang="nb"/>
              <a:t>Seksjon</a:t>
            </a:r>
            <a:endParaRPr lang="nb-NO"/>
          </a:p>
        </p:txBody>
      </p:sp>
      <p:sp>
        <p:nvSpPr>
          <p:cNvPr id="18" name="Content Placeholder 2">
            <a:extLst>
              <a:ext uri="{FF2B5EF4-FFF2-40B4-BE49-F238E27FC236}">
                <a16:creationId xmlns:a16="http://schemas.microsoft.com/office/drawing/2014/main" id="{6BAD2DE7-5320-872A-F8BD-9328D3992012}"/>
              </a:ext>
            </a:extLst>
          </p:cNvPr>
          <p:cNvSpPr>
            <a:spLocks noGrp="1"/>
          </p:cNvSpPr>
          <p:nvPr>
            <p:ph sz="half" idx="1" hasCustomPrompt="1"/>
          </p:nvPr>
        </p:nvSpPr>
        <p:spPr>
          <a:xfrm>
            <a:off x="4491583" y="718872"/>
            <a:ext cx="3208018" cy="2433600"/>
          </a:xfrm>
          <a:prstGeom prst="rect">
            <a:avLst/>
          </a:prstGeom>
          <a:noFill/>
        </p:spPr>
        <p:txBody>
          <a:bodyPr lIns="180000" tIns="180000" rIns="180000" bIns="180000"/>
          <a:lstStyle>
            <a:lvl1pPr>
              <a:defRPr sz="1400">
                <a:solidFill>
                  <a:schemeClr val="bg1"/>
                </a:solidFill>
              </a:defRPr>
            </a:lvl1pPr>
            <a:lvl2pPr>
              <a:defRPr sz="1200">
                <a:solidFill>
                  <a:schemeClr val="bg1"/>
                </a:solidFill>
              </a:defRPr>
            </a:lvl2pPr>
            <a:lvl3pPr>
              <a:defRPr sz="1100">
                <a:solidFill>
                  <a:schemeClr val="bg1"/>
                </a:solidFill>
              </a:defRPr>
            </a:lvl3pPr>
            <a:lvl4pPr>
              <a:defRPr sz="1050">
                <a:solidFill>
                  <a:schemeClr val="bg1"/>
                </a:solidFill>
              </a:defRPr>
            </a:lvl4pPr>
            <a:lvl5pPr>
              <a:defRPr sz="1050">
                <a:solidFill>
                  <a:schemeClr val="bg1"/>
                </a:solidFill>
              </a:defRPr>
            </a:lvl5pPr>
          </a:lstStyle>
          <a:p>
            <a:pPr lvl="0"/>
            <a:r>
              <a:rPr lang="nb" dirty="0"/>
              <a:t>Klikk for å redigere</a:t>
            </a:r>
          </a:p>
          <a:p>
            <a:pPr lvl="1"/>
            <a:r>
              <a:rPr lang="nb" dirty="0"/>
              <a:t>Andre nivå</a:t>
            </a:r>
          </a:p>
          <a:p>
            <a:pPr lvl="2"/>
            <a:r>
              <a:rPr lang="nb" dirty="0"/>
              <a:t>Tredje nivå</a:t>
            </a:r>
          </a:p>
          <a:p>
            <a:pPr lvl="3"/>
            <a:r>
              <a:rPr lang="nb" dirty="0"/>
              <a:t>Fjerde nivå</a:t>
            </a:r>
          </a:p>
          <a:p>
            <a:pPr lvl="4"/>
            <a:r>
              <a:rPr lang="nb" dirty="0"/>
              <a:t>Femte nivå</a:t>
            </a:r>
            <a:endParaRPr lang="nb-NO" dirty="0"/>
          </a:p>
        </p:txBody>
      </p:sp>
      <p:sp>
        <p:nvSpPr>
          <p:cNvPr id="19" name="Content Placeholder 3">
            <a:extLst>
              <a:ext uri="{FF2B5EF4-FFF2-40B4-BE49-F238E27FC236}">
                <a16:creationId xmlns:a16="http://schemas.microsoft.com/office/drawing/2014/main" id="{1F0412B5-F1B4-466D-AF3B-DB638F9ED9DC}"/>
              </a:ext>
            </a:extLst>
          </p:cNvPr>
          <p:cNvSpPr>
            <a:spLocks noGrp="1"/>
          </p:cNvSpPr>
          <p:nvPr>
            <p:ph sz="half" idx="2" hasCustomPrompt="1"/>
          </p:nvPr>
        </p:nvSpPr>
        <p:spPr>
          <a:xfrm>
            <a:off x="8262363" y="718872"/>
            <a:ext cx="3208018" cy="2433600"/>
          </a:xfrm>
          <a:prstGeom prst="rect">
            <a:avLst/>
          </a:prstGeom>
          <a:noFill/>
        </p:spPr>
        <p:txBody>
          <a:bodyPr vert="horz" lIns="180000" tIns="180000" rIns="180000" bIns="180000" rtlCol="0">
            <a:noAutofit/>
          </a:bodyPr>
          <a:lstStyle>
            <a:lvl1pPr>
              <a:defRPr lang="en-GB" sz="1400" dirty="0">
                <a:solidFill>
                  <a:schemeClr val="bg1"/>
                </a:solidFill>
              </a:defRPr>
            </a:lvl1pPr>
            <a:lvl2pPr>
              <a:defRPr lang="en-GB" sz="1200" dirty="0">
                <a:solidFill>
                  <a:schemeClr val="bg1"/>
                </a:solidFill>
              </a:defRPr>
            </a:lvl2pPr>
            <a:lvl3pPr>
              <a:defRPr lang="en-GB" sz="1100" dirty="0">
                <a:solidFill>
                  <a:schemeClr val="bg1"/>
                </a:solidFill>
              </a:defRPr>
            </a:lvl3pPr>
            <a:lvl4pPr>
              <a:defRPr lang="en-GB" sz="1050" dirty="0">
                <a:solidFill>
                  <a:schemeClr val="bg1"/>
                </a:solidFill>
              </a:defRPr>
            </a:lvl4pPr>
            <a:lvl5pPr>
              <a:defRPr lang="nb-NO" sz="1050" dirty="0">
                <a:solidFill>
                  <a:schemeClr val="bg1"/>
                </a:solidFill>
              </a:defRPr>
            </a:lvl5pPr>
          </a:lstStyle>
          <a:p>
            <a:pPr lvl="0"/>
            <a:r>
              <a:rPr lang="nb" dirty="0"/>
              <a:t>Klikk for å redigere</a:t>
            </a:r>
          </a:p>
          <a:p>
            <a:pPr lvl="1"/>
            <a:r>
              <a:rPr lang="nb" dirty="0"/>
              <a:t>Andre nivå</a:t>
            </a:r>
          </a:p>
          <a:p>
            <a:pPr lvl="2"/>
            <a:r>
              <a:rPr lang="nb" dirty="0"/>
              <a:t>Tredje nivå</a:t>
            </a:r>
          </a:p>
          <a:p>
            <a:pPr lvl="3"/>
            <a:r>
              <a:rPr lang="nb" dirty="0"/>
              <a:t>Fjerde nivå</a:t>
            </a:r>
          </a:p>
          <a:p>
            <a:pPr lvl="4"/>
            <a:r>
              <a:rPr lang="nb" dirty="0"/>
              <a:t>Femte nivå</a:t>
            </a:r>
            <a:endParaRPr lang="nb-NO" dirty="0"/>
          </a:p>
        </p:txBody>
      </p:sp>
      <p:sp>
        <p:nvSpPr>
          <p:cNvPr id="20" name="Content Placeholder 3">
            <a:extLst>
              <a:ext uri="{FF2B5EF4-FFF2-40B4-BE49-F238E27FC236}">
                <a16:creationId xmlns:a16="http://schemas.microsoft.com/office/drawing/2014/main" id="{CA0C24EB-38D2-2F0E-A9B0-B40306D5BF49}"/>
              </a:ext>
            </a:extLst>
          </p:cNvPr>
          <p:cNvSpPr>
            <a:spLocks noGrp="1"/>
          </p:cNvSpPr>
          <p:nvPr>
            <p:ph sz="half" idx="15" hasCustomPrompt="1"/>
          </p:nvPr>
        </p:nvSpPr>
        <p:spPr>
          <a:xfrm>
            <a:off x="722003" y="3706358"/>
            <a:ext cx="3208018" cy="2433600"/>
          </a:xfrm>
          <a:prstGeom prst="rect">
            <a:avLst/>
          </a:prstGeom>
          <a:noFill/>
        </p:spPr>
        <p:txBody>
          <a:bodyPr vert="horz" lIns="180000" tIns="180000" rIns="180000" bIns="180000" rtlCol="0">
            <a:noAutofit/>
          </a:bodyPr>
          <a:lstStyle>
            <a:lvl1pPr>
              <a:defRPr lang="en-GB" sz="1400" dirty="0">
                <a:solidFill>
                  <a:schemeClr val="bg1"/>
                </a:solidFill>
              </a:defRPr>
            </a:lvl1pPr>
            <a:lvl2pPr>
              <a:defRPr lang="en-GB" sz="1200" dirty="0">
                <a:solidFill>
                  <a:schemeClr val="bg1"/>
                </a:solidFill>
              </a:defRPr>
            </a:lvl2pPr>
            <a:lvl3pPr>
              <a:defRPr lang="en-GB" sz="1100" dirty="0">
                <a:solidFill>
                  <a:schemeClr val="bg1"/>
                </a:solidFill>
              </a:defRPr>
            </a:lvl3pPr>
            <a:lvl4pPr>
              <a:defRPr lang="en-GB" sz="1050" dirty="0">
                <a:solidFill>
                  <a:schemeClr val="bg1"/>
                </a:solidFill>
              </a:defRPr>
            </a:lvl4pPr>
            <a:lvl5pPr>
              <a:defRPr lang="nb-NO" sz="1050" dirty="0">
                <a:solidFill>
                  <a:schemeClr val="bg1"/>
                </a:solidFill>
              </a:defRPr>
            </a:lvl5pPr>
          </a:lstStyle>
          <a:p>
            <a:pPr lvl="0"/>
            <a:r>
              <a:rPr lang="nb" dirty="0"/>
              <a:t>Klikk for å redigere</a:t>
            </a:r>
          </a:p>
          <a:p>
            <a:pPr lvl="1"/>
            <a:r>
              <a:rPr lang="nb" dirty="0"/>
              <a:t>Andre nivå</a:t>
            </a:r>
          </a:p>
          <a:p>
            <a:pPr lvl="2"/>
            <a:r>
              <a:rPr lang="nb" dirty="0"/>
              <a:t>Tredje nivå</a:t>
            </a:r>
          </a:p>
          <a:p>
            <a:pPr lvl="3"/>
            <a:r>
              <a:rPr lang="nb" dirty="0"/>
              <a:t>Fjerde nivå</a:t>
            </a:r>
          </a:p>
          <a:p>
            <a:pPr lvl="4"/>
            <a:r>
              <a:rPr lang="nb" dirty="0"/>
              <a:t>Femte nivå</a:t>
            </a:r>
            <a:endParaRPr lang="nb-NO" dirty="0"/>
          </a:p>
        </p:txBody>
      </p:sp>
      <p:sp>
        <p:nvSpPr>
          <p:cNvPr id="21" name="Content Placeholder 3">
            <a:extLst>
              <a:ext uri="{FF2B5EF4-FFF2-40B4-BE49-F238E27FC236}">
                <a16:creationId xmlns:a16="http://schemas.microsoft.com/office/drawing/2014/main" id="{494E912E-14F2-EFB5-086E-FDB36D079EB0}"/>
              </a:ext>
            </a:extLst>
          </p:cNvPr>
          <p:cNvSpPr>
            <a:spLocks noGrp="1"/>
          </p:cNvSpPr>
          <p:nvPr>
            <p:ph sz="half" idx="16" hasCustomPrompt="1"/>
          </p:nvPr>
        </p:nvSpPr>
        <p:spPr>
          <a:xfrm>
            <a:off x="4492784" y="3706358"/>
            <a:ext cx="3208018" cy="2433600"/>
          </a:xfrm>
          <a:prstGeom prst="rect">
            <a:avLst/>
          </a:prstGeom>
          <a:noFill/>
        </p:spPr>
        <p:txBody>
          <a:bodyPr vert="horz" lIns="180000" tIns="180000" rIns="180000" bIns="180000" rtlCol="0">
            <a:noAutofit/>
          </a:bodyPr>
          <a:lstStyle>
            <a:lvl1pPr>
              <a:defRPr lang="en-GB" sz="1400" dirty="0">
                <a:solidFill>
                  <a:schemeClr val="bg1"/>
                </a:solidFill>
              </a:defRPr>
            </a:lvl1pPr>
            <a:lvl2pPr>
              <a:defRPr lang="en-GB" sz="1200" dirty="0">
                <a:solidFill>
                  <a:schemeClr val="bg1"/>
                </a:solidFill>
              </a:defRPr>
            </a:lvl2pPr>
            <a:lvl3pPr>
              <a:defRPr lang="en-GB" sz="1100" dirty="0">
                <a:solidFill>
                  <a:schemeClr val="bg1"/>
                </a:solidFill>
              </a:defRPr>
            </a:lvl3pPr>
            <a:lvl4pPr>
              <a:defRPr lang="en-GB" sz="1050" dirty="0">
                <a:solidFill>
                  <a:schemeClr val="bg1"/>
                </a:solidFill>
              </a:defRPr>
            </a:lvl4pPr>
            <a:lvl5pPr>
              <a:defRPr lang="nb-NO" sz="1050" dirty="0">
                <a:solidFill>
                  <a:schemeClr val="bg1"/>
                </a:solidFill>
              </a:defRPr>
            </a:lvl5pPr>
          </a:lstStyle>
          <a:p>
            <a:pPr lvl="0"/>
            <a:r>
              <a:rPr lang="nb" dirty="0"/>
              <a:t>Klikk for å redigere</a:t>
            </a:r>
          </a:p>
          <a:p>
            <a:pPr lvl="1"/>
            <a:r>
              <a:rPr lang="nb" dirty="0"/>
              <a:t>Andre nivå</a:t>
            </a:r>
          </a:p>
          <a:p>
            <a:pPr lvl="2"/>
            <a:r>
              <a:rPr lang="nb" dirty="0"/>
              <a:t>Tredje nivå</a:t>
            </a:r>
          </a:p>
          <a:p>
            <a:pPr lvl="3"/>
            <a:r>
              <a:rPr lang="nb" dirty="0"/>
              <a:t>Fjerde nivå</a:t>
            </a:r>
          </a:p>
          <a:p>
            <a:pPr lvl="4"/>
            <a:r>
              <a:rPr lang="nb" dirty="0"/>
              <a:t>Femte nivå</a:t>
            </a:r>
            <a:endParaRPr lang="nb-NO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2AC0A8A-18F6-7204-6B91-76A5976B6AAB}"/>
              </a:ext>
            </a:extLst>
          </p:cNvPr>
          <p:cNvSpPr>
            <a:spLocks noGrp="1"/>
          </p:cNvSpPr>
          <p:nvPr>
            <p:ph sz="half" idx="17" hasCustomPrompt="1"/>
          </p:nvPr>
        </p:nvSpPr>
        <p:spPr>
          <a:xfrm>
            <a:off x="8262363" y="3708688"/>
            <a:ext cx="3208018" cy="2433600"/>
          </a:xfrm>
          <a:prstGeom prst="rect">
            <a:avLst/>
          </a:prstGeom>
          <a:noFill/>
        </p:spPr>
        <p:txBody>
          <a:bodyPr vert="horz" lIns="180000" tIns="180000" rIns="180000" bIns="180000" rtlCol="0">
            <a:noAutofit/>
          </a:bodyPr>
          <a:lstStyle>
            <a:lvl1pPr>
              <a:defRPr lang="en-GB" sz="1400" dirty="0">
                <a:solidFill>
                  <a:schemeClr val="bg1"/>
                </a:solidFill>
              </a:defRPr>
            </a:lvl1pPr>
            <a:lvl2pPr>
              <a:defRPr lang="en-GB" sz="1200" dirty="0">
                <a:solidFill>
                  <a:schemeClr val="bg1"/>
                </a:solidFill>
              </a:defRPr>
            </a:lvl2pPr>
            <a:lvl3pPr>
              <a:defRPr lang="en-GB" sz="1100" dirty="0">
                <a:solidFill>
                  <a:schemeClr val="bg1"/>
                </a:solidFill>
              </a:defRPr>
            </a:lvl3pPr>
            <a:lvl4pPr>
              <a:defRPr lang="en-GB" sz="1050" dirty="0">
                <a:solidFill>
                  <a:schemeClr val="bg1"/>
                </a:solidFill>
              </a:defRPr>
            </a:lvl4pPr>
            <a:lvl5pPr>
              <a:defRPr lang="nb-NO" sz="1050" dirty="0">
                <a:solidFill>
                  <a:schemeClr val="bg1"/>
                </a:solidFill>
              </a:defRPr>
            </a:lvl5pPr>
          </a:lstStyle>
          <a:p>
            <a:pPr lvl="0"/>
            <a:r>
              <a:rPr lang="nb" dirty="0"/>
              <a:t>Klikk for å redigere</a:t>
            </a:r>
          </a:p>
          <a:p>
            <a:pPr lvl="1"/>
            <a:r>
              <a:rPr lang="nb" dirty="0"/>
              <a:t>Andre nivå</a:t>
            </a:r>
          </a:p>
          <a:p>
            <a:pPr lvl="2"/>
            <a:r>
              <a:rPr lang="nb" dirty="0"/>
              <a:t>Tredje nivå</a:t>
            </a:r>
          </a:p>
          <a:p>
            <a:pPr lvl="3"/>
            <a:r>
              <a:rPr lang="nb" dirty="0"/>
              <a:t>Fjerde nivå</a:t>
            </a:r>
          </a:p>
          <a:p>
            <a:pPr lvl="4"/>
            <a:r>
              <a:rPr lang="nb" dirty="0"/>
              <a:t>Femte nivå</a:t>
            </a:r>
            <a:endParaRPr lang="nb-NO" dirty="0"/>
          </a:p>
        </p:txBody>
      </p:sp>
      <p:sp>
        <p:nvSpPr>
          <p:cNvPr id="14" name="Plassholder for dato 13">
            <a:extLst>
              <a:ext uri="{FF2B5EF4-FFF2-40B4-BE49-F238E27FC236}">
                <a16:creationId xmlns:a16="http://schemas.microsoft.com/office/drawing/2014/main" id="{A9A3D492-F48C-A322-78C4-F3504B5D9F08}"/>
              </a:ext>
            </a:extLst>
          </p:cNvPr>
          <p:cNvSpPr>
            <a:spLocks noGrp="1"/>
          </p:cNvSpPr>
          <p:nvPr>
            <p:ph type="dt" sz="half" idx="18"/>
          </p:nvPr>
        </p:nvSpPr>
        <p:spPr/>
        <p:txBody>
          <a:bodyPr/>
          <a:lstStyle/>
          <a:p>
            <a:fld id="{9AA5F583-AD20-4447-9A73-27B337E9FE7A}" type="datetime1">
              <a:rPr lang="nb-NO" smtClean="0"/>
              <a:t>18.09.2026</a:t>
            </a:fld>
            <a:endParaRPr lang="en-GB"/>
          </a:p>
        </p:txBody>
      </p:sp>
      <p:sp>
        <p:nvSpPr>
          <p:cNvPr id="16" name="Plassholder for bunntekst 15">
            <a:extLst>
              <a:ext uri="{FF2B5EF4-FFF2-40B4-BE49-F238E27FC236}">
                <a16:creationId xmlns:a16="http://schemas.microsoft.com/office/drawing/2014/main" id="{B7F87E38-78F1-EFDC-786D-CD57D3971C00}"/>
              </a:ext>
            </a:extLst>
          </p:cNvPr>
          <p:cNvSpPr>
            <a:spLocks noGrp="1"/>
          </p:cNvSpPr>
          <p:nvPr>
            <p:ph type="ftr" sz="quarter" idx="19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17" name="Plassholder for lysbildenummer 16">
            <a:extLst>
              <a:ext uri="{FF2B5EF4-FFF2-40B4-BE49-F238E27FC236}">
                <a16:creationId xmlns:a16="http://schemas.microsoft.com/office/drawing/2014/main" id="{10A6D486-48B1-53B5-6395-D97EB0E7F03E}"/>
              </a:ext>
            </a:extLst>
          </p:cNvPr>
          <p:cNvSpPr>
            <a:spLocks noGrp="1"/>
          </p:cNvSpPr>
          <p:nvPr>
            <p:ph type="sldNum" sz="quarter" idx="20"/>
          </p:nvPr>
        </p:nvSpPr>
        <p:spPr/>
        <p:txBody>
          <a:bodyPr/>
          <a:lstStyle/>
          <a:p>
            <a:fld id="{608810A5-7811-344D-9AE9-EC83104FB54D}" type="slidenum">
              <a:rPr lang="en-GB" smtClean="0"/>
              <a:t>‹#›</a:t>
            </a:fld>
            <a:endParaRPr lang="en-GB"/>
          </a:p>
        </p:txBody>
      </p:sp>
      <p:sp>
        <p:nvSpPr>
          <p:cNvPr id="22" name="Tittel 21">
            <a:extLst>
              <a:ext uri="{FF2B5EF4-FFF2-40B4-BE49-F238E27FC236}">
                <a16:creationId xmlns:a16="http://schemas.microsoft.com/office/drawing/2014/main" id="{4D6AECAB-A8DB-4F5B-D93F-4A7C03158A8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39999" y="859514"/>
            <a:ext cx="3390022" cy="2292957"/>
          </a:xfrm>
        </p:spPr>
        <p:txBody>
          <a:bodyPr/>
          <a:lstStyle/>
          <a:p>
            <a:r>
              <a:rPr lang="nb" dirty="0"/>
              <a:t>Klikk for å redigere</a:t>
            </a:r>
            <a:endParaRPr lang="en-GB" dirty="0"/>
          </a:p>
        </p:txBody>
      </p:sp>
      <p:sp>
        <p:nvSpPr>
          <p:cNvPr id="2" name="TekstSylinder 50">
            <a:extLst>
              <a:ext uri="{FF2B5EF4-FFF2-40B4-BE49-F238E27FC236}">
                <a16:creationId xmlns:a16="http://schemas.microsoft.com/office/drawing/2014/main" id="{5E5C7E22-6375-FFE1-66E4-F1C775748DD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/>
          <p:nvPr userDrawn="1"/>
        </p:nvSpPr>
        <p:spPr>
          <a:xfrm>
            <a:off x="12627096" y="4105715"/>
            <a:ext cx="2178795" cy="2032530"/>
          </a:xfrm>
          <a:prstGeom prst="rect">
            <a:avLst/>
          </a:prstGeom>
          <a:noFill/>
        </p:spPr>
        <p:txBody>
          <a:bodyPr wrap="square" lIns="0" tIns="108000" rIns="0" bIns="0" rtlCol="0">
            <a:spAutoFit/>
          </a:bodyPr>
          <a:lstStyle>
            <a:defPPr>
              <a:defRPr lang="en-NO"/>
            </a:defPPr>
            <a:lvl1pPr>
              <a:spcAft>
                <a:spcPts val="600"/>
              </a:spcAft>
              <a:defRPr b="0" i="0">
                <a:cs typeface="Arial" panose="020B0604020202020204" pitchFamily="34" charset="0"/>
              </a:defRPr>
            </a:lvl1pPr>
          </a:lstStyle>
          <a:p>
            <a:pPr lvl="0"/>
            <a:r>
              <a:rPr lang="nb" sz="1200" b="0" i="0" noProof="1">
                <a:solidFill>
                  <a:srgbClr val="070451"/>
                </a:solidFill>
                <a:latin typeface="+mj-lt"/>
                <a:cs typeface="TelenorEvolutionPPT-Light" panose="020B0604020202020204" charset="0"/>
              </a:rPr>
              <a:t>Endre farger</a:t>
            </a:r>
          </a:p>
          <a:p>
            <a:pPr lvl="0">
              <a:lnSpc>
                <a:spcPct val="120000"/>
              </a:lnSpc>
            </a:pPr>
            <a:r>
              <a:rPr lang="nb" sz="800" b="0" i="0" noProof="1">
                <a:solidFill>
                  <a:srgbClr val="070451"/>
                </a:solidFill>
                <a:latin typeface="+mj-lt"/>
                <a:cs typeface="TelenorEvolutionPPT-Light" panose="020B0604020202020204" charset="0"/>
              </a:rPr>
              <a:t>Gjør følgende for å endre bakgrunnsfarge:</a:t>
            </a:r>
          </a:p>
          <a:p>
            <a:pPr lvl="0">
              <a:lnSpc>
                <a:spcPct val="110000"/>
              </a:lnSpc>
            </a:pPr>
            <a:r>
              <a:rPr lang="nb" sz="800" b="0" i="0" noProof="1">
                <a:solidFill>
                  <a:srgbClr val="070451"/>
                </a:solidFill>
                <a:cs typeface="TelenorEvolutionPPT-Light" panose="020B0604020202020204" charset="0"/>
              </a:rPr>
              <a:t>Høyreklikk på lysbildet ditt, velg "formater bakgrunn" for å åpne "formatruten".</a:t>
            </a:r>
          </a:p>
          <a:p>
            <a:pPr lvl="0">
              <a:lnSpc>
                <a:spcPct val="110000"/>
              </a:lnSpc>
            </a:pPr>
            <a:r>
              <a:rPr lang="nb" sz="800" b="0" i="0" noProof="1">
                <a:solidFill>
                  <a:srgbClr val="070451"/>
                </a:solidFill>
                <a:cs typeface="TelenorEvolutionPPT-Light" panose="020B0604020202020204" charset="0"/>
              </a:rPr>
              <a:t>I formatruten velger du «Heldekkende fyll» og endrer «fyllfarge». </a:t>
            </a:r>
          </a:p>
          <a:p>
            <a:pPr lvl="0">
              <a:lnSpc>
                <a:spcPct val="110000"/>
              </a:lnSpc>
            </a:pPr>
            <a:r>
              <a:rPr lang="nb" sz="800" b="0" i="0" noProof="1">
                <a:solidFill>
                  <a:srgbClr val="070451"/>
                </a:solidFill>
                <a:cs typeface="TelenorEvolutionPPT-Light" panose="020B0604020202020204" charset="0"/>
              </a:rPr>
              <a:t>Bruk en av temafargene </a:t>
            </a:r>
            <a:r>
              <a:rPr lang="nb" sz="800" b="0" i="0" noProof="1">
                <a:solidFill>
                  <a:srgbClr val="070451"/>
                </a:solidFill>
                <a:latin typeface="+mj-lt"/>
                <a:cs typeface="TelenorEvolutionPPT-Light" panose="020B0604020202020204" charset="0"/>
              </a:rPr>
              <a:t>eller</a:t>
            </a:r>
            <a:r>
              <a:rPr lang="nb" sz="800" b="0" i="0" noProof="1">
                <a:solidFill>
                  <a:srgbClr val="070451"/>
                </a:solidFill>
                <a:cs typeface="TelenorEvolutionPPT-Light" panose="020B0604020202020204" charset="0"/>
              </a:rPr>
              <a:t> velg "flere farger" og bruk pipetten til å øyedroppe en av </a:t>
            </a:r>
            <a:r>
              <a:rPr lang="nb" sz="800" b="0" i="0" noProof="1">
                <a:solidFill>
                  <a:srgbClr val="070451"/>
                </a:solidFill>
                <a:latin typeface="+mj-lt"/>
                <a:cs typeface="TelenorEvolutionPPT-Light" panose="020B0604020202020204" charset="0"/>
              </a:rPr>
              <a:t>bakgrunnsfargene</a:t>
            </a:r>
            <a:r>
              <a:rPr lang="nb" sz="800" b="0" i="0" noProof="1">
                <a:solidFill>
                  <a:srgbClr val="070451"/>
                </a:solidFill>
                <a:cs typeface="TelenorEvolutionPPT-Light" panose="020B0604020202020204" charset="0"/>
              </a:rPr>
              <a:t>  fra dette panelet.</a:t>
            </a:r>
          </a:p>
          <a:p>
            <a:pPr lvl="0">
              <a:lnSpc>
                <a:spcPct val="110000"/>
              </a:lnSpc>
            </a:pPr>
            <a:r>
              <a:rPr lang="nb" sz="800" b="0" i="0" noProof="1">
                <a:solidFill>
                  <a:srgbClr val="070451"/>
                </a:solidFill>
                <a:cs typeface="TelenorEvolutionPPT-Light" panose="020B0604020202020204" charset="0"/>
              </a:rPr>
              <a:t>Sørg alltid for tilstrekkelig kontrast mellom bakgrunn, tekst og logo.</a:t>
            </a:r>
            <a:endParaRPr lang="en-GB" sz="1100" b="0" i="0" noProof="1">
              <a:solidFill>
                <a:srgbClr val="070451"/>
              </a:solidFill>
              <a:cs typeface="TelenorEvolutionPPT-Light" panose="020B060402020202020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856033094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:p15="http://schemas.microsoft.com/office/powerpoint/2012/main" xmlns:adec="http://schemas.microsoft.com/office/drawing/2017/decorative" xmlns:a16="http://schemas.microsoft.com/office/drawing/2014/main"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/>
    </p:ext>
  </p:extLst>
</p:sldLayout>
</file>

<file path=ppt/slideLayouts/slideLayout6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ase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Section title">
            <a:extLst>
              <a:ext uri="{FF2B5EF4-FFF2-40B4-BE49-F238E27FC236}">
                <a16:creationId xmlns:a16="http://schemas.microsoft.com/office/drawing/2014/main" id="{00C45E7F-BC29-BA43-01DF-232789AC0C98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540072" y="504001"/>
            <a:ext cx="724651" cy="252377"/>
          </a:xfrm>
        </p:spPr>
        <p:txBody>
          <a:bodyPr wrap="none">
            <a:sp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600">
                <a:solidFill>
                  <a:schemeClr val="accent3"/>
                </a:solidFill>
              </a:defRPr>
            </a:lvl1pPr>
            <a:lvl2pPr marL="216000" indent="0">
              <a:buNone/>
              <a:defRPr sz="1600"/>
            </a:lvl2pPr>
            <a:lvl3pPr marL="468000" indent="0">
              <a:buNone/>
              <a:defRPr sz="1600"/>
            </a:lvl3pPr>
            <a:lvl4pPr marL="720000" indent="0">
              <a:buNone/>
              <a:defRPr sz="1600"/>
            </a:lvl4pPr>
            <a:lvl5pPr marL="938213" indent="0">
              <a:buNone/>
              <a:defRPr sz="1600"/>
            </a:lvl5pPr>
          </a:lstStyle>
          <a:p>
            <a:pPr lvl="0"/>
            <a:r>
              <a:rPr lang="nb"/>
              <a:t>Seksjon</a:t>
            </a:r>
            <a:endParaRPr lang="nb-NO"/>
          </a:p>
        </p:txBody>
      </p:sp>
      <p:sp>
        <p:nvSpPr>
          <p:cNvPr id="12" name="Form 3">
            <a:extLst>
              <a:ext uri="{FF2B5EF4-FFF2-40B4-BE49-F238E27FC236}">
                <a16:creationId xmlns:a16="http://schemas.microsoft.com/office/drawing/2014/main" id="{CF426E95-00AD-4D30-228D-00C435844EA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4310850" y="539750"/>
            <a:ext cx="3569486" cy="5778500"/>
          </a:xfrm>
          <a:prstGeom prst="roundRect">
            <a:avLst>
              <a:gd name="adj" fmla="val 5079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36000" tIns="36000" rIns="36000" bIns="36000" rtlCol="0" anchor="ctr">
            <a:noAutofit/>
          </a:bodyPr>
          <a:lstStyle/>
          <a:p>
            <a:pPr algn="l">
              <a:lnSpc>
                <a:spcPct val="90000"/>
              </a:lnSpc>
              <a:spcAft>
                <a:spcPts val="1000"/>
              </a:spcAft>
            </a:pPr>
            <a:endParaRPr lang="nb-NO" sz="1800" err="1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C2CBDB8-3652-4BFC-E24F-5329ABC3E06D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8259230" y="536575"/>
            <a:ext cx="3393020" cy="447675"/>
          </a:xfrm>
        </p:spPr>
        <p:txBody>
          <a:bodyPr>
            <a:normAutofit/>
          </a:bodyPr>
          <a:lstStyle>
            <a:lvl1pPr marL="0" indent="0">
              <a:spcBef>
                <a:spcPts val="0"/>
              </a:spcBef>
              <a:buNone/>
              <a:defRPr sz="1400" b="1" i="0">
                <a:solidFill>
                  <a:schemeClr val="tx1"/>
                </a:solidFill>
                <a:latin typeface="+mj-lt"/>
              </a:defRPr>
            </a:lvl1pPr>
            <a:lvl2pPr marL="216000" indent="0">
              <a:buNone/>
              <a:defRPr/>
            </a:lvl2pPr>
            <a:lvl3pPr marL="468000" indent="0">
              <a:buNone/>
              <a:defRPr/>
            </a:lvl3pPr>
            <a:lvl4pPr marL="720000" indent="0">
              <a:buNone/>
              <a:defRPr/>
            </a:lvl4pPr>
            <a:lvl5pPr marL="936000" indent="0">
              <a:buNone/>
              <a:defRPr/>
            </a:lvl5pPr>
          </a:lstStyle>
          <a:p>
            <a:pPr lvl="0"/>
            <a:r>
              <a:rPr lang="nb"/>
              <a:t>Undertittel</a:t>
            </a:r>
          </a:p>
        </p:txBody>
      </p:sp>
      <p:sp>
        <p:nvSpPr>
          <p:cNvPr id="18" name="Content Placeholder 2">
            <a:extLst>
              <a:ext uri="{FF2B5EF4-FFF2-40B4-BE49-F238E27FC236}">
                <a16:creationId xmlns:a16="http://schemas.microsoft.com/office/drawing/2014/main" id="{6BAD2DE7-5320-872A-F8BD-9328D3992012}"/>
              </a:ext>
            </a:extLst>
          </p:cNvPr>
          <p:cNvSpPr>
            <a:spLocks noGrp="1"/>
          </p:cNvSpPr>
          <p:nvPr>
            <p:ph sz="half" idx="1" hasCustomPrompt="1"/>
          </p:nvPr>
        </p:nvSpPr>
        <p:spPr>
          <a:xfrm>
            <a:off x="8259230" y="984738"/>
            <a:ext cx="3391200" cy="5203337"/>
          </a:xfrm>
          <a:prstGeom prst="rect">
            <a:avLst/>
          </a:prstGeom>
          <a:noFill/>
        </p:spPr>
        <p:txBody>
          <a:bodyPr lIns="0" tIns="0" rIns="0" bIns="0"/>
          <a:lstStyle>
            <a:lvl1pPr marL="0" indent="0">
              <a:lnSpc>
                <a:spcPct val="114000"/>
              </a:lnSpc>
              <a:buNone/>
              <a:defRPr sz="1600">
                <a:solidFill>
                  <a:schemeClr val="tx1"/>
                </a:solidFill>
              </a:defRPr>
            </a:lvl1pPr>
            <a:lvl2pPr marL="180000" indent="-180000">
              <a:spcBef>
                <a:spcPts val="1000"/>
              </a:spcBef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</a:defRPr>
            </a:lvl2pPr>
            <a:lvl3pPr>
              <a:defRPr sz="1100">
                <a:solidFill>
                  <a:schemeClr val="tx1"/>
                </a:solidFill>
              </a:defRPr>
            </a:lvl3pPr>
            <a:lvl4pPr>
              <a:defRPr sz="1050">
                <a:solidFill>
                  <a:schemeClr val="tx1"/>
                </a:solidFill>
              </a:defRPr>
            </a:lvl4pPr>
            <a:lvl5pPr>
              <a:defRPr sz="1050">
                <a:solidFill>
                  <a:schemeClr val="tx1"/>
                </a:solidFill>
              </a:defRPr>
            </a:lvl5pPr>
          </a:lstStyle>
          <a:p>
            <a:pPr lvl="0"/>
            <a:r>
              <a:rPr lang="nb" dirty="0"/>
              <a:t>Klikk for å redigere</a:t>
            </a:r>
          </a:p>
          <a:p>
            <a:pPr lvl="1"/>
            <a:r>
              <a:rPr lang="nb" dirty="0"/>
              <a:t>Andre nivå</a:t>
            </a:r>
          </a:p>
          <a:p>
            <a:pPr lvl="2"/>
            <a:r>
              <a:rPr lang="nb" dirty="0"/>
              <a:t>Tredje nivå</a:t>
            </a:r>
          </a:p>
          <a:p>
            <a:pPr lvl="3"/>
            <a:r>
              <a:rPr lang="nb" dirty="0"/>
              <a:t>Fjerde nivå</a:t>
            </a:r>
          </a:p>
          <a:p>
            <a:pPr lvl="4"/>
            <a:r>
              <a:rPr lang="nb" dirty="0"/>
              <a:t>Femte nivå</a:t>
            </a:r>
            <a:endParaRPr lang="nb-NO" dirty="0"/>
          </a:p>
        </p:txBody>
      </p:sp>
      <p:sp>
        <p:nvSpPr>
          <p:cNvPr id="16" name="Picture Placeholder 15">
            <a:extLst>
              <a:ext uri="{FF2B5EF4-FFF2-40B4-BE49-F238E27FC236}">
                <a16:creationId xmlns:a16="http://schemas.microsoft.com/office/drawing/2014/main" id="{967A8F3F-C43A-E905-27E4-94C1EC2F843F}"/>
              </a:ext>
            </a:extLst>
          </p:cNvPr>
          <p:cNvSpPr>
            <a:spLocks noGrp="1"/>
          </p:cNvSpPr>
          <p:nvPr>
            <p:ph type="pic" sz="quarter" idx="19"/>
          </p:nvPr>
        </p:nvSpPr>
        <p:spPr>
          <a:xfrm>
            <a:off x="4311257" y="539750"/>
            <a:ext cx="3569486" cy="5778500"/>
          </a:xfrm>
          <a:custGeom>
            <a:avLst/>
            <a:gdLst>
              <a:gd name="connsiteX0" fmla="*/ 181294 w 3569486"/>
              <a:gd name="connsiteY0" fmla="*/ 0 h 5778500"/>
              <a:gd name="connsiteX1" fmla="*/ 3388192 w 3569486"/>
              <a:gd name="connsiteY1" fmla="*/ 0 h 5778500"/>
              <a:gd name="connsiteX2" fmla="*/ 3569486 w 3569486"/>
              <a:gd name="connsiteY2" fmla="*/ 181294 h 5778500"/>
              <a:gd name="connsiteX3" fmla="*/ 3569486 w 3569486"/>
              <a:gd name="connsiteY3" fmla="*/ 5597206 h 5778500"/>
              <a:gd name="connsiteX4" fmla="*/ 3388192 w 3569486"/>
              <a:gd name="connsiteY4" fmla="*/ 5778500 h 5778500"/>
              <a:gd name="connsiteX5" fmla="*/ 181294 w 3569486"/>
              <a:gd name="connsiteY5" fmla="*/ 5778500 h 5778500"/>
              <a:gd name="connsiteX6" fmla="*/ 0 w 3569486"/>
              <a:gd name="connsiteY6" fmla="*/ 5597206 h 5778500"/>
              <a:gd name="connsiteX7" fmla="*/ 0 w 3569486"/>
              <a:gd name="connsiteY7" fmla="*/ 181294 h 5778500"/>
              <a:gd name="connsiteX8" fmla="*/ 181294 w 3569486"/>
              <a:gd name="connsiteY8" fmla="*/ 0 h 57785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569486" h="5778500">
                <a:moveTo>
                  <a:pt x="181294" y="0"/>
                </a:moveTo>
                <a:lnTo>
                  <a:pt x="3388192" y="0"/>
                </a:lnTo>
                <a:cubicBezTo>
                  <a:pt x="3488318" y="0"/>
                  <a:pt x="3569486" y="81168"/>
                  <a:pt x="3569486" y="181294"/>
                </a:cubicBezTo>
                <a:lnTo>
                  <a:pt x="3569486" y="5597206"/>
                </a:lnTo>
                <a:cubicBezTo>
                  <a:pt x="3569486" y="5697332"/>
                  <a:pt x="3488318" y="5778500"/>
                  <a:pt x="3388192" y="5778500"/>
                </a:cubicBezTo>
                <a:lnTo>
                  <a:pt x="181294" y="5778500"/>
                </a:lnTo>
                <a:cubicBezTo>
                  <a:pt x="81168" y="5778500"/>
                  <a:pt x="0" y="5697332"/>
                  <a:pt x="0" y="5597206"/>
                </a:cubicBezTo>
                <a:lnTo>
                  <a:pt x="0" y="181294"/>
                </a:lnTo>
                <a:cubicBezTo>
                  <a:pt x="0" y="81168"/>
                  <a:pt x="81168" y="0"/>
                  <a:pt x="181294" y="0"/>
                </a:cubicBezTo>
                <a:close/>
              </a:path>
            </a:pathLst>
          </a:custGeom>
          <a:solidFill>
            <a:schemeClr val="bg1"/>
          </a:solidFill>
        </p:spPr>
        <p:txBody>
          <a:bodyPr wrap="square" lIns="360000" tIns="360000" rIns="360000" bIns="360000">
            <a:noAutofit/>
          </a:bodyPr>
          <a:lstStyle>
            <a:lvl1pPr marL="0" indent="0" algn="ctr">
              <a:buNone/>
              <a:defRPr sz="1200"/>
            </a:lvl1pPr>
          </a:lstStyle>
          <a:p>
            <a:r>
              <a:rPr lang="en-US"/>
              <a:t>Click icon to add picture</a:t>
            </a:r>
            <a:endParaRPr lang="en-GB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17D794D-E6E1-B3AB-25AE-8A8D29E1D376}"/>
              </a:ext>
            </a:extLst>
          </p:cNvPr>
          <p:cNvSpPr>
            <a:spLocks noGrp="1"/>
          </p:cNvSpPr>
          <p:nvPr>
            <p:ph type="dt" sz="half" idx="21"/>
          </p:nvPr>
        </p:nvSpPr>
        <p:spPr/>
        <p:txBody>
          <a:bodyPr/>
          <a:lstStyle/>
          <a:p>
            <a:fld id="{30F908BE-031A-D840-B918-D1257D1476EE}" type="datetime1">
              <a:rPr lang="nb-NO" smtClean="0"/>
              <a:t>18.09.2026</a:t>
            </a:fld>
            <a:endParaRPr lang="en-GB"/>
          </a:p>
        </p:txBody>
      </p:sp>
      <p:sp>
        <p:nvSpPr>
          <p:cNvPr id="10" name="Footer Placeholder 9">
            <a:extLst>
              <a:ext uri="{FF2B5EF4-FFF2-40B4-BE49-F238E27FC236}">
                <a16:creationId xmlns:a16="http://schemas.microsoft.com/office/drawing/2014/main" id="{4AD0DC67-9203-BF0B-289D-132BF630042A}"/>
              </a:ext>
            </a:extLst>
          </p:cNvPr>
          <p:cNvSpPr>
            <a:spLocks noGrp="1"/>
          </p:cNvSpPr>
          <p:nvPr>
            <p:ph type="ftr" sz="quarter" idx="22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11" name="Slide Number Placeholder 10">
            <a:extLst>
              <a:ext uri="{FF2B5EF4-FFF2-40B4-BE49-F238E27FC236}">
                <a16:creationId xmlns:a16="http://schemas.microsoft.com/office/drawing/2014/main" id="{5D150147-05BA-F61E-5381-28CB9BE3864F}"/>
              </a:ext>
            </a:extLst>
          </p:cNvPr>
          <p:cNvSpPr>
            <a:spLocks noGrp="1"/>
          </p:cNvSpPr>
          <p:nvPr>
            <p:ph type="sldNum" sz="quarter" idx="23"/>
          </p:nvPr>
        </p:nvSpPr>
        <p:spPr/>
        <p:txBody>
          <a:bodyPr/>
          <a:lstStyle/>
          <a:p>
            <a:fld id="{608810A5-7811-344D-9AE9-EC83104FB54D}" type="slidenum">
              <a:rPr lang="en-GB" smtClean="0"/>
              <a:t>‹#›</a:t>
            </a:fld>
            <a:endParaRPr lang="en-GB"/>
          </a:p>
        </p:txBody>
      </p:sp>
      <p:sp>
        <p:nvSpPr>
          <p:cNvPr id="2" name="Tittel 1">
            <a:extLst>
              <a:ext uri="{FF2B5EF4-FFF2-40B4-BE49-F238E27FC236}">
                <a16:creationId xmlns:a16="http://schemas.microsoft.com/office/drawing/2014/main" id="{C79774D8-FDD7-BA9D-8E20-0DD60E2F7A1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39999" y="859515"/>
            <a:ext cx="3391200" cy="5328000"/>
          </a:xfrm>
        </p:spPr>
        <p:txBody>
          <a:bodyPr/>
          <a:lstStyle/>
          <a:p>
            <a:r>
              <a:rPr lang="nb" dirty="0"/>
              <a:t>Klikk for å redigere</a:t>
            </a:r>
            <a:endParaRPr lang="en-GB" dirty="0"/>
          </a:p>
        </p:txBody>
      </p:sp>
      <p:sp>
        <p:nvSpPr>
          <p:cNvPr id="3" name="TekstSylinder 50">
            <a:extLst>
              <a:ext uri="{FF2B5EF4-FFF2-40B4-BE49-F238E27FC236}">
                <a16:creationId xmlns:a16="http://schemas.microsoft.com/office/drawing/2014/main" id="{2F24D744-09F9-99F8-A25F-9AE8A95F812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/>
          <p:nvPr userDrawn="1"/>
        </p:nvSpPr>
        <p:spPr>
          <a:xfrm>
            <a:off x="12627096" y="4105715"/>
            <a:ext cx="2178795" cy="2032530"/>
          </a:xfrm>
          <a:prstGeom prst="rect">
            <a:avLst/>
          </a:prstGeom>
          <a:noFill/>
        </p:spPr>
        <p:txBody>
          <a:bodyPr wrap="square" lIns="0" tIns="108000" rIns="0" bIns="0" rtlCol="0">
            <a:spAutoFit/>
          </a:bodyPr>
          <a:lstStyle>
            <a:defPPr>
              <a:defRPr lang="en-NO"/>
            </a:defPPr>
            <a:lvl1pPr>
              <a:spcAft>
                <a:spcPts val="600"/>
              </a:spcAft>
              <a:defRPr b="0" i="0">
                <a:cs typeface="Arial" panose="020B0604020202020204" pitchFamily="34" charset="0"/>
              </a:defRPr>
            </a:lvl1pPr>
          </a:lstStyle>
          <a:p>
            <a:pPr lvl="0"/>
            <a:r>
              <a:rPr lang="nb" sz="1200" b="0" i="0" noProof="1">
                <a:solidFill>
                  <a:srgbClr val="070451"/>
                </a:solidFill>
                <a:latin typeface="+mj-lt"/>
                <a:cs typeface="TelenorEvolutionPPT-Light" panose="020B0604020202020204" charset="0"/>
              </a:rPr>
              <a:t>Endre farger</a:t>
            </a:r>
          </a:p>
          <a:p>
            <a:pPr lvl="0">
              <a:lnSpc>
                <a:spcPct val="120000"/>
              </a:lnSpc>
            </a:pPr>
            <a:r>
              <a:rPr lang="nb" sz="800" b="0" i="0" noProof="1">
                <a:solidFill>
                  <a:srgbClr val="070451"/>
                </a:solidFill>
                <a:latin typeface="+mj-lt"/>
                <a:cs typeface="TelenorEvolutionPPT-Light" panose="020B0604020202020204" charset="0"/>
              </a:rPr>
              <a:t>Gjør følgende for å endre bakgrunnsfarge:</a:t>
            </a:r>
          </a:p>
          <a:p>
            <a:pPr lvl="0">
              <a:lnSpc>
                <a:spcPct val="110000"/>
              </a:lnSpc>
            </a:pPr>
            <a:r>
              <a:rPr lang="nb" sz="800" b="0" i="0" noProof="1">
                <a:solidFill>
                  <a:srgbClr val="070451"/>
                </a:solidFill>
                <a:cs typeface="TelenorEvolutionPPT-Light" panose="020B0604020202020204" charset="0"/>
              </a:rPr>
              <a:t>Høyreklikk på lysbildet ditt, velg "formater bakgrunn" for å åpne "formatruten".</a:t>
            </a:r>
          </a:p>
          <a:p>
            <a:pPr lvl="0">
              <a:lnSpc>
                <a:spcPct val="110000"/>
              </a:lnSpc>
            </a:pPr>
            <a:r>
              <a:rPr lang="nb" sz="800" b="0" i="0" noProof="1">
                <a:solidFill>
                  <a:srgbClr val="070451"/>
                </a:solidFill>
                <a:cs typeface="TelenorEvolutionPPT-Light" panose="020B0604020202020204" charset="0"/>
              </a:rPr>
              <a:t>I formatruten velger du «Heldekkende fyll» og endrer «fyllfarge». </a:t>
            </a:r>
          </a:p>
          <a:p>
            <a:pPr lvl="0">
              <a:lnSpc>
                <a:spcPct val="110000"/>
              </a:lnSpc>
            </a:pPr>
            <a:r>
              <a:rPr lang="nb" sz="800" b="0" i="0" noProof="1">
                <a:solidFill>
                  <a:srgbClr val="070451"/>
                </a:solidFill>
                <a:cs typeface="TelenorEvolutionPPT-Light" panose="020B0604020202020204" charset="0"/>
              </a:rPr>
              <a:t>Bruk en av temafargene </a:t>
            </a:r>
            <a:r>
              <a:rPr lang="nb" sz="800" b="0" i="0" noProof="1">
                <a:solidFill>
                  <a:srgbClr val="070451"/>
                </a:solidFill>
                <a:latin typeface="+mj-lt"/>
                <a:cs typeface="TelenorEvolutionPPT-Light" panose="020B0604020202020204" charset="0"/>
              </a:rPr>
              <a:t>eller</a:t>
            </a:r>
            <a:r>
              <a:rPr lang="nb" sz="800" b="0" i="0" noProof="1">
                <a:solidFill>
                  <a:srgbClr val="070451"/>
                </a:solidFill>
                <a:cs typeface="TelenorEvolutionPPT-Light" panose="020B0604020202020204" charset="0"/>
              </a:rPr>
              <a:t> velg "flere farger" og bruk pipetten til å øyedroppe en av </a:t>
            </a:r>
            <a:r>
              <a:rPr lang="nb" sz="800" b="0" i="0" noProof="1">
                <a:solidFill>
                  <a:srgbClr val="070451"/>
                </a:solidFill>
                <a:latin typeface="+mj-lt"/>
                <a:cs typeface="TelenorEvolutionPPT-Light" panose="020B0604020202020204" charset="0"/>
              </a:rPr>
              <a:t>bakgrunnsfargene</a:t>
            </a:r>
            <a:r>
              <a:rPr lang="nb" sz="800" b="0" i="0" noProof="1">
                <a:solidFill>
                  <a:srgbClr val="070451"/>
                </a:solidFill>
                <a:cs typeface="TelenorEvolutionPPT-Light" panose="020B0604020202020204" charset="0"/>
              </a:rPr>
              <a:t>  fra dette panelet.</a:t>
            </a:r>
          </a:p>
          <a:p>
            <a:pPr lvl="0">
              <a:lnSpc>
                <a:spcPct val="110000"/>
              </a:lnSpc>
            </a:pPr>
            <a:r>
              <a:rPr lang="nb" sz="800" b="0" i="0" noProof="1">
                <a:solidFill>
                  <a:srgbClr val="070451"/>
                </a:solidFill>
                <a:cs typeface="TelenorEvolutionPPT-Light" panose="020B0604020202020204" charset="0"/>
              </a:rPr>
              <a:t>Sørg alltid for tilstrekkelig kontrast mellom bakgrunn, tekst og logo.</a:t>
            </a:r>
            <a:endParaRPr lang="en-GB" sz="1100" b="0" i="0" noProof="1">
              <a:solidFill>
                <a:srgbClr val="070451"/>
              </a:solidFill>
              <a:cs typeface="TelenorEvolutionPPT-Light" panose="020B060402020202020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662002805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:p15="http://schemas.microsoft.com/office/powerpoint/2012/main" xmlns:adec="http://schemas.microsoft.com/office/drawing/2017/decorative" xmlns:a16="http://schemas.microsoft.com/office/drawing/2014/main"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>
        <p15:guide id="1" orient="horz" pos="443">
          <p15:clr>
            <a:srgbClr val="FBAE40"/>
          </p15:clr>
        </p15:guide>
      </p15:sldGuideLst>
    </p:ext>
  </p:extLst>
</p:sldLayout>
</file>

<file path=ppt/slideLayouts/slideLayout6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ocumentation - not for presentation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BA1FABA-7059-F446-D4CA-567DE37D532C}"/>
              </a:ext>
            </a:extLst>
          </p:cNvPr>
          <p:cNvSpPr>
            <a:spLocks noGrp="1"/>
          </p:cNvSpPr>
          <p:nvPr>
            <p:ph idx="1" hasCustomPrompt="1"/>
          </p:nvPr>
        </p:nvSpPr>
        <p:spPr/>
        <p:txBody>
          <a:bodyPr numCol="2" spcCol="360000"/>
          <a:lstStyle>
            <a:lvl1pPr marL="0" indent="0">
              <a:spcBef>
                <a:spcPts val="600"/>
              </a:spcBef>
              <a:spcAft>
                <a:spcPts val="600"/>
              </a:spcAft>
              <a:buNone/>
              <a:defRPr sz="1200"/>
            </a:lvl1pPr>
            <a:lvl2pPr marL="180000" indent="-180000">
              <a:spcBef>
                <a:spcPts val="200"/>
              </a:spcBef>
              <a:spcAft>
                <a:spcPts val="200"/>
              </a:spcAft>
              <a:buFont typeface="Arial" panose="020B0604020202020204" pitchFamily="34" charset="0"/>
              <a:buChar char="•"/>
              <a:defRPr sz="1200"/>
            </a:lvl2pPr>
            <a:lvl3pPr marL="0" indent="0">
              <a:spcBef>
                <a:spcPts val="800"/>
              </a:spcBef>
              <a:spcAft>
                <a:spcPts val="0"/>
              </a:spcAft>
              <a:buNone/>
              <a:tabLst/>
              <a:defRPr sz="1200" b="1" i="0">
                <a:latin typeface="+mj-lt"/>
              </a:defRPr>
            </a:lvl3pPr>
            <a:lvl4pPr marL="407988" indent="-182563">
              <a:spcBef>
                <a:spcPts val="200"/>
              </a:spcBef>
              <a:spcAft>
                <a:spcPts val="200"/>
              </a:spcAft>
              <a:tabLst/>
              <a:defRPr sz="1200"/>
            </a:lvl4pPr>
            <a:lvl5pPr marL="579438" indent="-171450">
              <a:spcBef>
                <a:spcPts val="200"/>
              </a:spcBef>
              <a:spcAft>
                <a:spcPts val="200"/>
              </a:spcAft>
              <a:tabLst/>
              <a:defRPr sz="1200"/>
            </a:lvl5pPr>
          </a:lstStyle>
          <a:p>
            <a:pPr lvl="0"/>
            <a:r>
              <a:rPr lang="nb" dirty="0"/>
              <a:t>Klikk for å redigere</a:t>
            </a:r>
          </a:p>
          <a:p>
            <a:pPr lvl="1"/>
            <a:r>
              <a:rPr lang="nb" dirty="0"/>
              <a:t>Andre nivå</a:t>
            </a:r>
          </a:p>
          <a:p>
            <a:pPr lvl="2"/>
            <a:r>
              <a:rPr lang="nb" dirty="0"/>
              <a:t>Tredje nivå</a:t>
            </a:r>
          </a:p>
          <a:p>
            <a:pPr lvl="3"/>
            <a:r>
              <a:rPr lang="nb" dirty="0"/>
              <a:t>Fjerde nivå</a:t>
            </a:r>
          </a:p>
          <a:p>
            <a:pPr lvl="4"/>
            <a:r>
              <a:rPr lang="nb" dirty="0"/>
              <a:t>Femte nivå</a:t>
            </a:r>
            <a:endParaRPr lang="nb-NO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BDA94440-F3B9-FCB7-E0E0-6591A11B09E1}"/>
              </a:ext>
            </a:extLst>
          </p:cNvPr>
          <p:cNvSpPr txBox="1"/>
          <p:nvPr/>
        </p:nvSpPr>
        <p:spPr>
          <a:xfrm>
            <a:off x="539749" y="6519600"/>
            <a:ext cx="857251" cy="151200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algn="l"/>
            <a:r>
              <a:rPr lang="nb" sz="800" dirty="0">
                <a:solidFill>
                  <a:schemeClr val="tx2"/>
                </a:solidFill>
                <a:latin typeface="+mn-lt"/>
              </a:rPr>
              <a:t>Dokumentasjon</a:t>
            </a:r>
            <a:endParaRPr lang="en-US" sz="800" b="0" i="0" dirty="0">
              <a:solidFill>
                <a:schemeClr val="tx2"/>
              </a:solidFill>
              <a:latin typeface="+mn-lt"/>
              <a:cs typeface="TelenorEvolutionPPT-Light" panose="020B0604020202020204" charset="0"/>
            </a:endParaRPr>
          </a:p>
        </p:txBody>
      </p:sp>
      <p:sp>
        <p:nvSpPr>
          <p:cNvPr id="5" name="Section title">
            <a:extLst>
              <a:ext uri="{FF2B5EF4-FFF2-40B4-BE49-F238E27FC236}">
                <a16:creationId xmlns:a16="http://schemas.microsoft.com/office/drawing/2014/main" id="{7EBBC536-8B67-BA29-1935-EE75B7ED8D97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540072" y="504001"/>
            <a:ext cx="724651" cy="252377"/>
          </a:xfrm>
        </p:spPr>
        <p:txBody>
          <a:bodyPr wrap="none">
            <a:sp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600">
                <a:solidFill>
                  <a:schemeClr val="tx2"/>
                </a:solidFill>
              </a:defRPr>
            </a:lvl1pPr>
            <a:lvl2pPr marL="216000" indent="0">
              <a:buNone/>
              <a:defRPr sz="1600"/>
            </a:lvl2pPr>
            <a:lvl3pPr marL="468000" indent="0">
              <a:buNone/>
              <a:defRPr sz="1600"/>
            </a:lvl3pPr>
            <a:lvl4pPr marL="720000" indent="0">
              <a:buNone/>
              <a:defRPr sz="1600"/>
            </a:lvl4pPr>
            <a:lvl5pPr marL="938213" indent="0">
              <a:buNone/>
              <a:defRPr sz="1600"/>
            </a:lvl5pPr>
          </a:lstStyle>
          <a:p>
            <a:pPr lvl="0"/>
            <a:r>
              <a:rPr lang="nb"/>
              <a:t>Seksjon</a:t>
            </a:r>
            <a:endParaRPr lang="nb-NO"/>
          </a:p>
        </p:txBody>
      </p:sp>
      <p:sp>
        <p:nvSpPr>
          <p:cNvPr id="10" name="Date Placeholder 9">
            <a:extLst>
              <a:ext uri="{FF2B5EF4-FFF2-40B4-BE49-F238E27FC236}">
                <a16:creationId xmlns:a16="http://schemas.microsoft.com/office/drawing/2014/main" id="{B6C72EC1-43DD-15C7-5FE4-C2AB517FC627}"/>
              </a:ext>
            </a:extLst>
          </p:cNvPr>
          <p:cNvSpPr>
            <a:spLocks noGrp="1"/>
          </p:cNvSpPr>
          <p:nvPr>
            <p:ph type="dt" sz="half" idx="15"/>
          </p:nvPr>
        </p:nvSpPr>
        <p:spPr/>
        <p:txBody>
          <a:bodyPr/>
          <a:lstStyle/>
          <a:p>
            <a:fld id="{B04F2E20-6E09-5547-AEA2-61797C6F6700}" type="datetime1">
              <a:rPr lang="nb-NO" smtClean="0"/>
              <a:t>18.09.2026</a:t>
            </a:fld>
            <a:endParaRPr lang="en-GB"/>
          </a:p>
        </p:txBody>
      </p:sp>
      <p:sp>
        <p:nvSpPr>
          <p:cNvPr id="11" name="Footer Placeholder 10">
            <a:extLst>
              <a:ext uri="{FF2B5EF4-FFF2-40B4-BE49-F238E27FC236}">
                <a16:creationId xmlns:a16="http://schemas.microsoft.com/office/drawing/2014/main" id="{B929E547-C851-2001-8FB1-71A551667C0A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>
          <a:xfrm>
            <a:off x="1720850" y="6519600"/>
            <a:ext cx="8490199" cy="151200"/>
          </a:xfrm>
        </p:spPr>
        <p:txBody>
          <a:bodyPr/>
          <a:lstStyle/>
          <a:p>
            <a:endParaRPr lang="en-GB"/>
          </a:p>
        </p:txBody>
      </p:sp>
      <p:sp>
        <p:nvSpPr>
          <p:cNvPr id="12" name="Slide Number Placeholder 11">
            <a:extLst>
              <a:ext uri="{FF2B5EF4-FFF2-40B4-BE49-F238E27FC236}">
                <a16:creationId xmlns:a16="http://schemas.microsoft.com/office/drawing/2014/main" id="{53E548C7-CE7A-DB15-956B-4D031221CAE1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/>
        <p:txBody>
          <a:bodyPr/>
          <a:lstStyle/>
          <a:p>
            <a:fld id="{608810A5-7811-344D-9AE9-EC83104FB54D}" type="slidenum">
              <a:rPr lang="en-GB" smtClean="0"/>
              <a:t>‹#›</a:t>
            </a:fld>
            <a:endParaRPr lang="en-GB"/>
          </a:p>
        </p:txBody>
      </p:sp>
      <p:sp>
        <p:nvSpPr>
          <p:cNvPr id="2" name="Tittel 1">
            <a:extLst>
              <a:ext uri="{FF2B5EF4-FFF2-40B4-BE49-F238E27FC236}">
                <a16:creationId xmlns:a16="http://schemas.microsoft.com/office/drawing/2014/main" id="{3680C41F-4BE8-2105-2D61-40724B46A23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nb" dirty="0"/>
              <a:t>Klikk for å redigere tittelen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80698532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:a16="http://schemas.microsoft.com/office/drawing/2014/main" xmlns="">
      <p:transition spd="med">
        <p:fade/>
      </p:transition>
    </mc:Fallback>
  </mc:AlternateContent>
</p:sldLayout>
</file>

<file path=ppt/slideLayouts/slideLayout6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STOP"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44F124E6-E0F2-4924-0E70-12F34D9FB0C8}"/>
              </a:ext>
            </a:extLst>
          </p:cNvPr>
          <p:cNvSpPr txBox="1"/>
          <p:nvPr/>
        </p:nvSpPr>
        <p:spPr>
          <a:xfrm>
            <a:off x="1" y="495657"/>
            <a:ext cx="12192000" cy="369331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l">
              <a:lnSpc>
                <a:spcPct val="100000"/>
              </a:lnSpc>
              <a:spcBef>
                <a:spcPts val="423"/>
              </a:spcBef>
              <a:spcAft>
                <a:spcPts val="847"/>
              </a:spcAft>
            </a:pPr>
            <a:r>
              <a:rPr lang="nb" sz="12000" spc="-317" dirty="0">
                <a:solidFill>
                  <a:schemeClr val="tx2"/>
                </a:solidFill>
                <a:latin typeface="+mj-lt"/>
              </a:rPr>
              <a:t>IKKE BRUK OPPSETT ETTER DETTE</a:t>
            </a:r>
          </a:p>
        </p:txBody>
      </p:sp>
      <p:pic>
        <p:nvPicPr>
          <p:cNvPr id="7" name="Grafikk 9">
            <a:extLst>
              <a:ext uri="{FF2B5EF4-FFF2-40B4-BE49-F238E27FC236}">
                <a16:creationId xmlns:a16="http://schemas.microsoft.com/office/drawing/2014/main" id="{127343F3-6CFA-0B5A-FE1E-C7FA14190D28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7684033" y="3543390"/>
            <a:ext cx="3058326" cy="305837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80755348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:asvg="http://schemas.microsoft.com/office/drawing/2016/SVG/main" xmlns:a16="http://schemas.microsoft.com/office/drawing/2014/main" xmlns="">
      <p:transition spd="med">
        <p:fade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26" Type="http://schemas.openxmlformats.org/officeDocument/2006/relationships/slideLayout" Target="../slideLayouts/slideLayout26.xml"/><Relationship Id="rId21" Type="http://schemas.openxmlformats.org/officeDocument/2006/relationships/slideLayout" Target="../slideLayouts/slideLayout21.xml"/><Relationship Id="rId42" Type="http://schemas.openxmlformats.org/officeDocument/2006/relationships/slideLayout" Target="../slideLayouts/slideLayout42.xml"/><Relationship Id="rId47" Type="http://schemas.openxmlformats.org/officeDocument/2006/relationships/slideLayout" Target="../slideLayouts/slideLayout47.xml"/><Relationship Id="rId63" Type="http://schemas.openxmlformats.org/officeDocument/2006/relationships/slideLayout" Target="../slideLayouts/slideLayout63.xml"/><Relationship Id="rId68" Type="http://schemas.openxmlformats.org/officeDocument/2006/relationships/slideLayout" Target="../slideLayouts/slideLayout68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9" Type="http://schemas.openxmlformats.org/officeDocument/2006/relationships/slideLayout" Target="../slideLayouts/slideLayout29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32" Type="http://schemas.openxmlformats.org/officeDocument/2006/relationships/slideLayout" Target="../slideLayouts/slideLayout32.xml"/><Relationship Id="rId37" Type="http://schemas.openxmlformats.org/officeDocument/2006/relationships/slideLayout" Target="../slideLayouts/slideLayout37.xml"/><Relationship Id="rId40" Type="http://schemas.openxmlformats.org/officeDocument/2006/relationships/slideLayout" Target="../slideLayouts/slideLayout40.xml"/><Relationship Id="rId45" Type="http://schemas.openxmlformats.org/officeDocument/2006/relationships/slideLayout" Target="../slideLayouts/slideLayout45.xml"/><Relationship Id="rId53" Type="http://schemas.openxmlformats.org/officeDocument/2006/relationships/slideLayout" Target="../slideLayouts/slideLayout53.xml"/><Relationship Id="rId58" Type="http://schemas.openxmlformats.org/officeDocument/2006/relationships/slideLayout" Target="../slideLayouts/slideLayout58.xml"/><Relationship Id="rId66" Type="http://schemas.openxmlformats.org/officeDocument/2006/relationships/slideLayout" Target="../slideLayouts/slideLayout66.xml"/><Relationship Id="rId5" Type="http://schemas.openxmlformats.org/officeDocument/2006/relationships/slideLayout" Target="../slideLayouts/slideLayout5.xml"/><Relationship Id="rId61" Type="http://schemas.openxmlformats.org/officeDocument/2006/relationships/slideLayout" Target="../slideLayouts/slideLayout61.xml"/><Relationship Id="rId19" Type="http://schemas.openxmlformats.org/officeDocument/2006/relationships/slideLayout" Target="../slideLayouts/slideLayout1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Relationship Id="rId27" Type="http://schemas.openxmlformats.org/officeDocument/2006/relationships/slideLayout" Target="../slideLayouts/slideLayout27.xml"/><Relationship Id="rId30" Type="http://schemas.openxmlformats.org/officeDocument/2006/relationships/slideLayout" Target="../slideLayouts/slideLayout30.xml"/><Relationship Id="rId35" Type="http://schemas.openxmlformats.org/officeDocument/2006/relationships/slideLayout" Target="../slideLayouts/slideLayout35.xml"/><Relationship Id="rId43" Type="http://schemas.openxmlformats.org/officeDocument/2006/relationships/slideLayout" Target="../slideLayouts/slideLayout43.xml"/><Relationship Id="rId48" Type="http://schemas.openxmlformats.org/officeDocument/2006/relationships/slideLayout" Target="../slideLayouts/slideLayout48.xml"/><Relationship Id="rId56" Type="http://schemas.openxmlformats.org/officeDocument/2006/relationships/slideLayout" Target="../slideLayouts/slideLayout56.xml"/><Relationship Id="rId64" Type="http://schemas.openxmlformats.org/officeDocument/2006/relationships/slideLayout" Target="../slideLayouts/slideLayout64.xml"/><Relationship Id="rId69" Type="http://schemas.openxmlformats.org/officeDocument/2006/relationships/slideLayout" Target="../slideLayouts/slideLayout69.xml"/><Relationship Id="rId8" Type="http://schemas.openxmlformats.org/officeDocument/2006/relationships/slideLayout" Target="../slideLayouts/slideLayout8.xml"/><Relationship Id="rId51" Type="http://schemas.openxmlformats.org/officeDocument/2006/relationships/slideLayout" Target="../slideLayouts/slideLayout51.xml"/><Relationship Id="rId3" Type="http://schemas.openxmlformats.org/officeDocument/2006/relationships/slideLayout" Target="../slideLayouts/slideLayout3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slideLayout" Target="../slideLayouts/slideLayout25.xml"/><Relationship Id="rId33" Type="http://schemas.openxmlformats.org/officeDocument/2006/relationships/slideLayout" Target="../slideLayouts/slideLayout33.xml"/><Relationship Id="rId38" Type="http://schemas.openxmlformats.org/officeDocument/2006/relationships/slideLayout" Target="../slideLayouts/slideLayout38.xml"/><Relationship Id="rId46" Type="http://schemas.openxmlformats.org/officeDocument/2006/relationships/slideLayout" Target="../slideLayouts/slideLayout46.xml"/><Relationship Id="rId59" Type="http://schemas.openxmlformats.org/officeDocument/2006/relationships/slideLayout" Target="../slideLayouts/slideLayout59.xml"/><Relationship Id="rId67" Type="http://schemas.openxmlformats.org/officeDocument/2006/relationships/slideLayout" Target="../slideLayouts/slideLayout67.xml"/><Relationship Id="rId20" Type="http://schemas.openxmlformats.org/officeDocument/2006/relationships/slideLayout" Target="../slideLayouts/slideLayout20.xml"/><Relationship Id="rId41" Type="http://schemas.openxmlformats.org/officeDocument/2006/relationships/slideLayout" Target="../slideLayouts/slideLayout41.xml"/><Relationship Id="rId54" Type="http://schemas.openxmlformats.org/officeDocument/2006/relationships/slideLayout" Target="../slideLayouts/slideLayout54.xml"/><Relationship Id="rId62" Type="http://schemas.openxmlformats.org/officeDocument/2006/relationships/slideLayout" Target="../slideLayouts/slideLayout62.xml"/><Relationship Id="rId70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28" Type="http://schemas.openxmlformats.org/officeDocument/2006/relationships/slideLayout" Target="../slideLayouts/slideLayout28.xml"/><Relationship Id="rId36" Type="http://schemas.openxmlformats.org/officeDocument/2006/relationships/slideLayout" Target="../slideLayouts/slideLayout36.xml"/><Relationship Id="rId49" Type="http://schemas.openxmlformats.org/officeDocument/2006/relationships/slideLayout" Target="../slideLayouts/slideLayout49.xml"/><Relationship Id="rId57" Type="http://schemas.openxmlformats.org/officeDocument/2006/relationships/slideLayout" Target="../slideLayouts/slideLayout57.xml"/><Relationship Id="rId10" Type="http://schemas.openxmlformats.org/officeDocument/2006/relationships/slideLayout" Target="../slideLayouts/slideLayout10.xml"/><Relationship Id="rId31" Type="http://schemas.openxmlformats.org/officeDocument/2006/relationships/slideLayout" Target="../slideLayouts/slideLayout31.xml"/><Relationship Id="rId44" Type="http://schemas.openxmlformats.org/officeDocument/2006/relationships/slideLayout" Target="../slideLayouts/slideLayout44.xml"/><Relationship Id="rId52" Type="http://schemas.openxmlformats.org/officeDocument/2006/relationships/slideLayout" Target="../slideLayouts/slideLayout52.xml"/><Relationship Id="rId60" Type="http://schemas.openxmlformats.org/officeDocument/2006/relationships/slideLayout" Target="../slideLayouts/slideLayout60.xml"/><Relationship Id="rId65" Type="http://schemas.openxmlformats.org/officeDocument/2006/relationships/slideLayout" Target="../slideLayouts/slideLayout65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9" Type="http://schemas.openxmlformats.org/officeDocument/2006/relationships/slideLayout" Target="../slideLayouts/slideLayout39.xml"/><Relationship Id="rId34" Type="http://schemas.openxmlformats.org/officeDocument/2006/relationships/slideLayout" Target="../slideLayouts/slideLayout34.xml"/><Relationship Id="rId50" Type="http://schemas.openxmlformats.org/officeDocument/2006/relationships/slideLayout" Target="../slideLayouts/slideLayout50.xml"/><Relationship Id="rId55" Type="http://schemas.openxmlformats.org/officeDocument/2006/relationships/slideLayout" Target="../slideLayouts/slideLayout55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E595CA1C-62DA-279C-6953-0B52048EEB2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9999" y="859515"/>
            <a:ext cx="11113200" cy="1123200"/>
          </a:xfrm>
          <a:prstGeom prst="rect">
            <a:avLst/>
          </a:prstGeom>
        </p:spPr>
        <p:txBody>
          <a:bodyPr vert="horz" lIns="0" tIns="0" rIns="0" bIns="45720" rtlCol="0" anchor="t" anchorCtr="0">
            <a:noAutofit/>
          </a:bodyPr>
          <a:lstStyle/>
          <a:p>
            <a:r>
              <a:rPr lang="nb" noProof="0" dirty="0"/>
              <a:t>Klikk for å redigere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2960132-4B0B-A424-F065-3672D46CDC8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40000" y="2016000"/>
            <a:ext cx="11113200" cy="4171763"/>
          </a:xfrm>
          <a:prstGeom prst="rect">
            <a:avLst/>
          </a:prstGeom>
        </p:spPr>
        <p:txBody>
          <a:bodyPr vert="horz" lIns="0" tIns="0" rIns="0" bIns="0" rtlCol="0">
            <a:normAutofit/>
          </a:bodyPr>
          <a:lstStyle/>
          <a:p>
            <a:pPr lvl="0"/>
            <a:r>
              <a:rPr lang="nb" noProof="0" dirty="0"/>
              <a:t>Klikk for å redigere</a:t>
            </a:r>
          </a:p>
          <a:p>
            <a:pPr lvl="1"/>
            <a:r>
              <a:rPr lang="nb" noProof="0" dirty="0"/>
              <a:t>Andre nivå</a:t>
            </a:r>
            <a:endParaRPr lang="nb-NO" noProof="0" dirty="0"/>
          </a:p>
          <a:p>
            <a:pPr lvl="2"/>
            <a:r>
              <a:rPr lang="nb" noProof="0" dirty="0"/>
              <a:t>Tredje nivå</a:t>
            </a:r>
            <a:endParaRPr lang="nb-NO" noProof="0" dirty="0"/>
          </a:p>
          <a:p>
            <a:pPr lvl="3"/>
            <a:r>
              <a:rPr lang="nb" noProof="0" dirty="0"/>
              <a:t>Fjerde nivå</a:t>
            </a:r>
            <a:endParaRPr lang="nb-NO" noProof="0" dirty="0"/>
          </a:p>
          <a:p>
            <a:pPr lvl="4"/>
            <a:r>
              <a:rPr lang="nb" noProof="0" dirty="0"/>
              <a:t>Femte nivå</a:t>
            </a:r>
            <a:endParaRPr lang="nb-NO" noProof="0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CD67FA9-D347-59DF-776B-CE3CE1FDF2B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10211050" y="6519600"/>
            <a:ext cx="720475" cy="151200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ctr">
              <a:defRPr sz="800">
                <a:solidFill>
                  <a:schemeClr val="tx2"/>
                </a:solidFill>
              </a:defRPr>
            </a:lvl1pPr>
          </a:lstStyle>
          <a:p>
            <a:fld id="{9D7B6C4A-89AC-BA4F-ABC3-FBE73BF7B1F3}" type="datetime1">
              <a:rPr lang="nb-NO" noProof="0" smtClean="0"/>
              <a:t>18.09.2026</a:t>
            </a:fld>
            <a:endParaRPr lang="nb-NO" noProof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29F0C9C-4CA8-C540-0D7A-0D0AE862D15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540000" y="6519600"/>
            <a:ext cx="9671049" cy="151200"/>
          </a:xfrm>
          <a:prstGeom prst="rect">
            <a:avLst/>
          </a:prstGeom>
        </p:spPr>
        <p:txBody>
          <a:bodyPr vert="horz" lIns="0" tIns="0" rIns="91440" bIns="0" rtlCol="0" anchor="ctr"/>
          <a:lstStyle>
            <a:lvl1pPr algn="l">
              <a:defRPr sz="800">
                <a:solidFill>
                  <a:schemeClr val="tx2"/>
                </a:solidFill>
              </a:defRPr>
            </a:lvl1pPr>
          </a:lstStyle>
          <a:p>
            <a:endParaRPr lang="nb-NO" noProof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DBFB22E-486D-AF6C-C00E-1827BFA1F26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931526" y="6519600"/>
            <a:ext cx="721674" cy="151200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defRPr sz="800">
                <a:solidFill>
                  <a:schemeClr val="tx2"/>
                </a:solidFill>
              </a:defRPr>
            </a:lvl1pPr>
          </a:lstStyle>
          <a:p>
            <a:fld id="{608810A5-7811-344D-9AE9-EC83104FB54D}" type="slidenum">
              <a:rPr lang="nb-NO" noProof="0" smtClean="0"/>
              <a:t>‹#›</a:t>
            </a:fld>
            <a:endParaRPr lang="nb-NO" noProof="0"/>
          </a:p>
        </p:txBody>
      </p:sp>
      <p:sp>
        <p:nvSpPr>
          <p:cNvPr id="7" name="Graphic 8">
            <a:extLst>
              <a:ext uri="{FF2B5EF4-FFF2-40B4-BE49-F238E27FC236}">
                <a16:creationId xmlns:a16="http://schemas.microsoft.com/office/drawing/2014/main" id="{04CDEB6A-EC9F-A47E-AB0F-C408F31ABAC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ChangeAspect="1"/>
          </p:cNvSpPr>
          <p:nvPr/>
        </p:nvSpPr>
        <p:spPr>
          <a:xfrm>
            <a:off x="11815354" y="6503682"/>
            <a:ext cx="196988" cy="180000"/>
          </a:xfrm>
          <a:custGeom>
            <a:avLst/>
            <a:gdLst>
              <a:gd name="connsiteX0" fmla="*/ 154264 w 305194"/>
              <a:gd name="connsiteY0" fmla="*/ 85261 h 278876"/>
              <a:gd name="connsiteX1" fmla="*/ 160092 w 305194"/>
              <a:gd name="connsiteY1" fmla="*/ 80929 h 278876"/>
              <a:gd name="connsiteX2" fmla="*/ 168583 w 305194"/>
              <a:gd name="connsiteY2" fmla="*/ 53314 h 278876"/>
              <a:gd name="connsiteX3" fmla="*/ 196130 w 305194"/>
              <a:gd name="connsiteY3" fmla="*/ 20263 h 278876"/>
              <a:gd name="connsiteX4" fmla="*/ 238040 w 305194"/>
              <a:gd name="connsiteY4" fmla="*/ 2372 h 278876"/>
              <a:gd name="connsiteX5" fmla="*/ 268599 w 305194"/>
              <a:gd name="connsiteY5" fmla="*/ 358 h 278876"/>
              <a:gd name="connsiteX6" fmla="*/ 302258 w 305194"/>
              <a:gd name="connsiteY6" fmla="*/ 13938 h 278876"/>
              <a:gd name="connsiteX7" fmla="*/ 305183 w 305194"/>
              <a:gd name="connsiteY7" fmla="*/ 21649 h 278876"/>
              <a:gd name="connsiteX8" fmla="*/ 299006 w 305194"/>
              <a:gd name="connsiteY8" fmla="*/ 33648 h 278876"/>
              <a:gd name="connsiteX9" fmla="*/ 270498 w 305194"/>
              <a:gd name="connsiteY9" fmla="*/ 47596 h 278876"/>
              <a:gd name="connsiteX10" fmla="*/ 217391 w 305194"/>
              <a:gd name="connsiteY10" fmla="*/ 61696 h 278876"/>
              <a:gd name="connsiteX11" fmla="*/ 184168 w 305194"/>
              <a:gd name="connsiteY11" fmla="*/ 71161 h 278876"/>
              <a:gd name="connsiteX12" fmla="*/ 175437 w 305194"/>
              <a:gd name="connsiteY12" fmla="*/ 92040 h 278876"/>
              <a:gd name="connsiteX13" fmla="*/ 200430 w 305194"/>
              <a:gd name="connsiteY13" fmla="*/ 108284 h 278876"/>
              <a:gd name="connsiteX14" fmla="*/ 233740 w 305194"/>
              <a:gd name="connsiteY14" fmla="*/ 140773 h 278876"/>
              <a:gd name="connsiteX15" fmla="*/ 272681 w 305194"/>
              <a:gd name="connsiteY15" fmla="*/ 210471 h 278876"/>
              <a:gd name="connsiteX16" fmla="*/ 258668 w 305194"/>
              <a:gd name="connsiteY16" fmla="*/ 276358 h 278876"/>
              <a:gd name="connsiteX17" fmla="*/ 204250 w 305194"/>
              <a:gd name="connsiteY17" fmla="*/ 256865 h 278876"/>
              <a:gd name="connsiteX18" fmla="*/ 169325 w 305194"/>
              <a:gd name="connsiteY18" fmla="*/ 196220 h 278876"/>
              <a:gd name="connsiteX19" fmla="*/ 157494 w 305194"/>
              <a:gd name="connsiteY19" fmla="*/ 120002 h 278876"/>
              <a:gd name="connsiteX20" fmla="*/ 157647 w 305194"/>
              <a:gd name="connsiteY20" fmla="*/ 107310 h 278876"/>
              <a:gd name="connsiteX21" fmla="*/ 131584 w 305194"/>
              <a:gd name="connsiteY21" fmla="*/ 107483 h 278876"/>
              <a:gd name="connsiteX22" fmla="*/ 91442 w 305194"/>
              <a:gd name="connsiteY22" fmla="*/ 146209 h 278876"/>
              <a:gd name="connsiteX23" fmla="*/ 76468 w 305194"/>
              <a:gd name="connsiteY23" fmla="*/ 164663 h 278876"/>
              <a:gd name="connsiteX24" fmla="*/ 53199 w 305194"/>
              <a:gd name="connsiteY24" fmla="*/ 189094 h 278876"/>
              <a:gd name="connsiteX25" fmla="*/ 10918 w 305194"/>
              <a:gd name="connsiteY25" fmla="*/ 191541 h 278876"/>
              <a:gd name="connsiteX26" fmla="*/ 4 w 305194"/>
              <a:gd name="connsiteY26" fmla="*/ 167370 h 278876"/>
              <a:gd name="connsiteX27" fmla="*/ 5025 w 305194"/>
              <a:gd name="connsiteY27" fmla="*/ 148375 h 278876"/>
              <a:gd name="connsiteX28" fmla="*/ 27464 w 305194"/>
              <a:gd name="connsiteY28" fmla="*/ 123814 h 278876"/>
              <a:gd name="connsiteX29" fmla="*/ 75813 w 305194"/>
              <a:gd name="connsiteY29" fmla="*/ 96459 h 278876"/>
              <a:gd name="connsiteX30" fmla="*/ 154264 w 305194"/>
              <a:gd name="connsiteY30" fmla="*/ 85261 h 27887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</a:cxnLst>
            <a:rect l="l" t="t" r="r" b="b"/>
            <a:pathLst>
              <a:path w="305194" h="278876">
                <a:moveTo>
                  <a:pt x="154264" y="85261"/>
                </a:moveTo>
                <a:cubicBezTo>
                  <a:pt x="158629" y="85932"/>
                  <a:pt x="159502" y="85044"/>
                  <a:pt x="160092" y="80929"/>
                </a:cubicBezTo>
                <a:cubicBezTo>
                  <a:pt x="161530" y="71358"/>
                  <a:pt x="164392" y="62052"/>
                  <a:pt x="168583" y="53314"/>
                </a:cubicBezTo>
                <a:cubicBezTo>
                  <a:pt x="174302" y="41662"/>
                  <a:pt x="183361" y="28861"/>
                  <a:pt x="196130" y="20263"/>
                </a:cubicBezTo>
                <a:cubicBezTo>
                  <a:pt x="208994" y="12017"/>
                  <a:pt x="223160" y="5970"/>
                  <a:pt x="238040" y="2372"/>
                </a:cubicBezTo>
                <a:cubicBezTo>
                  <a:pt x="248066" y="182"/>
                  <a:pt x="258369" y="-497"/>
                  <a:pt x="268599" y="358"/>
                </a:cubicBezTo>
                <a:cubicBezTo>
                  <a:pt x="286979" y="2004"/>
                  <a:pt x="297151" y="7202"/>
                  <a:pt x="302258" y="13938"/>
                </a:cubicBezTo>
                <a:cubicBezTo>
                  <a:pt x="303959" y="16177"/>
                  <a:pt x="304974" y="18853"/>
                  <a:pt x="305183" y="21649"/>
                </a:cubicBezTo>
                <a:cubicBezTo>
                  <a:pt x="305336" y="25006"/>
                  <a:pt x="303874" y="29359"/>
                  <a:pt x="299006" y="33648"/>
                </a:cubicBezTo>
                <a:cubicBezTo>
                  <a:pt x="294138" y="37936"/>
                  <a:pt x="284228" y="43026"/>
                  <a:pt x="270498" y="47596"/>
                </a:cubicBezTo>
                <a:cubicBezTo>
                  <a:pt x="256267" y="52296"/>
                  <a:pt x="236796" y="57278"/>
                  <a:pt x="217391" y="61696"/>
                </a:cubicBezTo>
                <a:cubicBezTo>
                  <a:pt x="206142" y="64214"/>
                  <a:pt x="195049" y="67374"/>
                  <a:pt x="184168" y="71161"/>
                </a:cubicBezTo>
                <a:cubicBezTo>
                  <a:pt x="171333" y="75493"/>
                  <a:pt x="167470" y="88163"/>
                  <a:pt x="175437" y="92040"/>
                </a:cubicBezTo>
                <a:cubicBezTo>
                  <a:pt x="184418" y="96399"/>
                  <a:pt x="192814" y="101857"/>
                  <a:pt x="200430" y="108284"/>
                </a:cubicBezTo>
                <a:cubicBezTo>
                  <a:pt x="212658" y="117917"/>
                  <a:pt x="223823" y="128807"/>
                  <a:pt x="233740" y="140773"/>
                </a:cubicBezTo>
                <a:cubicBezTo>
                  <a:pt x="245811" y="155414"/>
                  <a:pt x="265587" y="183354"/>
                  <a:pt x="272681" y="210471"/>
                </a:cubicBezTo>
                <a:cubicBezTo>
                  <a:pt x="280561" y="240252"/>
                  <a:pt x="275650" y="268474"/>
                  <a:pt x="258668" y="276358"/>
                </a:cubicBezTo>
                <a:cubicBezTo>
                  <a:pt x="242013" y="284111"/>
                  <a:pt x="219835" y="272935"/>
                  <a:pt x="204250" y="256865"/>
                </a:cubicBezTo>
                <a:cubicBezTo>
                  <a:pt x="189451" y="241703"/>
                  <a:pt x="179104" y="223748"/>
                  <a:pt x="169325" y="196220"/>
                </a:cubicBezTo>
                <a:cubicBezTo>
                  <a:pt x="160899" y="172395"/>
                  <a:pt x="157494" y="138022"/>
                  <a:pt x="157494" y="120002"/>
                </a:cubicBezTo>
                <a:cubicBezTo>
                  <a:pt x="157494" y="114002"/>
                  <a:pt x="157494" y="112724"/>
                  <a:pt x="157647" y="107310"/>
                </a:cubicBezTo>
                <a:cubicBezTo>
                  <a:pt x="158215" y="102588"/>
                  <a:pt x="145380" y="98646"/>
                  <a:pt x="131584" y="107483"/>
                </a:cubicBezTo>
                <a:cubicBezTo>
                  <a:pt x="115890" y="117511"/>
                  <a:pt x="100523" y="135640"/>
                  <a:pt x="91442" y="146209"/>
                </a:cubicBezTo>
                <a:cubicBezTo>
                  <a:pt x="87491" y="150822"/>
                  <a:pt x="82122" y="157580"/>
                  <a:pt x="76468" y="164663"/>
                </a:cubicBezTo>
                <a:cubicBezTo>
                  <a:pt x="68981" y="173976"/>
                  <a:pt x="60730" y="183679"/>
                  <a:pt x="53199" y="189094"/>
                </a:cubicBezTo>
                <a:cubicBezTo>
                  <a:pt x="41914" y="197086"/>
                  <a:pt x="23731" y="200551"/>
                  <a:pt x="10918" y="191541"/>
                </a:cubicBezTo>
                <a:cubicBezTo>
                  <a:pt x="3824" y="186516"/>
                  <a:pt x="4" y="177030"/>
                  <a:pt x="4" y="167370"/>
                </a:cubicBezTo>
                <a:cubicBezTo>
                  <a:pt x="-96" y="160703"/>
                  <a:pt x="1640" y="154135"/>
                  <a:pt x="5025" y="148375"/>
                </a:cubicBezTo>
                <a:cubicBezTo>
                  <a:pt x="9390" y="140946"/>
                  <a:pt x="16310" y="132954"/>
                  <a:pt x="27464" y="123814"/>
                </a:cubicBezTo>
                <a:cubicBezTo>
                  <a:pt x="42199" y="112477"/>
                  <a:pt x="58477" y="103268"/>
                  <a:pt x="75813" y="96459"/>
                </a:cubicBezTo>
                <a:cubicBezTo>
                  <a:pt x="103928" y="85218"/>
                  <a:pt x="134204" y="81687"/>
                  <a:pt x="154264" y="85261"/>
                </a:cubicBezTo>
                <a:close/>
              </a:path>
            </a:pathLst>
          </a:custGeom>
          <a:solidFill>
            <a:srgbClr val="00C8FF"/>
          </a:solidFill>
          <a:ln w="2177" cap="flat">
            <a:noFill/>
            <a:prstDash val="solid"/>
            <a:miter/>
          </a:ln>
        </p:spPr>
        <p:txBody>
          <a:bodyPr rtlCol="0" anchor="ctr"/>
          <a:lstStyle/>
          <a:p>
            <a:endParaRPr lang="nb-NO" sz="100" noProof="0"/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D7F3D713-F8BA-001B-13C0-EB5FDA7444F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12373674" y="1"/>
            <a:ext cx="2627986" cy="6858000"/>
            <a:chOff x="12373674" y="1"/>
            <a:chExt cx="2627986" cy="6858000"/>
          </a:xfrm>
        </p:grpSpPr>
        <p:sp>
          <p:nvSpPr>
            <p:cNvPr id="47" name="Avrundet rektangel 4">
              <a:extLst>
                <a:ext uri="{FF2B5EF4-FFF2-40B4-BE49-F238E27FC236}">
                  <a16:creationId xmlns:a16="http://schemas.microsoft.com/office/drawing/2014/main" id="{6D63A4C4-00B5-369A-08BF-064C27E241AD}"/>
                </a:ext>
              </a:extLst>
            </p:cNvPr>
            <p:cNvSpPr/>
            <p:nvPr/>
          </p:nvSpPr>
          <p:spPr>
            <a:xfrm>
              <a:off x="12373674" y="1"/>
              <a:ext cx="2627986" cy="6858000"/>
            </a:xfrm>
            <a:prstGeom prst="roundRect">
              <a:avLst>
                <a:gd name="adj" fmla="val 5452"/>
              </a:avLst>
            </a:prstGeom>
            <a:solidFill>
              <a:srgbClr val="FFFFFF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36000" tIns="36000" rIns="36000" bIns="36000" rtlCol="0" anchor="ctr"/>
            <a:lstStyle/>
            <a:p>
              <a:pPr algn="ctr">
                <a:lnSpc>
                  <a:spcPct val="90000"/>
                </a:lnSpc>
                <a:spcAft>
                  <a:spcPts val="1000"/>
                </a:spcAft>
              </a:pPr>
              <a:endParaRPr lang="nb-NO" sz="100" noProof="0"/>
            </a:p>
          </p:txBody>
        </p:sp>
        <p:sp>
          <p:nvSpPr>
            <p:cNvPr id="54" name="TekstSylinder 48">
              <a:extLst>
                <a:ext uri="{FF2B5EF4-FFF2-40B4-BE49-F238E27FC236}">
                  <a16:creationId xmlns:a16="http://schemas.microsoft.com/office/drawing/2014/main" id="{EB10F4DD-B8AE-3019-112A-9139718F3AB2}"/>
                </a:ext>
              </a:extLst>
            </p:cNvPr>
            <p:cNvSpPr txBox="1"/>
            <p:nvPr/>
          </p:nvSpPr>
          <p:spPr>
            <a:xfrm>
              <a:off x="12627097" y="244919"/>
              <a:ext cx="2140807" cy="778675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algn="l">
                <a:spcAft>
                  <a:spcPts val="600"/>
                </a:spcAft>
              </a:pPr>
              <a:r>
                <a:rPr lang="nb" sz="1100" b="0" i="0" noProof="0" dirty="0">
                  <a:solidFill>
                    <a:srgbClr val="070451"/>
                  </a:solidFill>
                  <a:latin typeface="+mj-lt"/>
                  <a:cs typeface="TelenorEvolutionPPT-Light" panose="020B0604020202020204" charset="0"/>
                </a:rPr>
                <a:t>Fargepalett</a:t>
              </a:r>
              <a:endParaRPr lang="nb-NO" sz="1100" b="0" i="0" noProof="0" dirty="0">
                <a:solidFill>
                  <a:srgbClr val="070451"/>
                </a:solidFill>
                <a:latin typeface="+mj-lt"/>
                <a:cs typeface="TelenorEvolutionPPT-Light" panose="020B0604020202020204" charset="0"/>
              </a:endParaRPr>
            </a:p>
            <a:p>
              <a:pPr marL="0" marR="0" lvl="0" indent="0" algn="l" defTabSz="914400" rtl="0" eaLnBrk="1" fontAlgn="auto" latinLnBrk="0" hangingPunct="1">
                <a:lnSpc>
                  <a:spcPct val="11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nb" sz="800" b="0" i="0" u="none" strike="noStrike" kern="1200" cap="none" spc="0" normalizeH="0" baseline="0" noProof="0" dirty="0">
                  <a:ln>
                    <a:noFill/>
                  </a:ln>
                  <a:solidFill>
                    <a:srgbClr val="070451"/>
                  </a:solidFill>
                  <a:effectLst/>
                  <a:uLnTx/>
                  <a:uFillTx/>
                  <a:latin typeface="+mn-lt"/>
                  <a:ea typeface="+mn-ea"/>
                  <a:cs typeface="TelenorEvolutionPPT-Light" panose="020B0604020202020204" charset="0"/>
                </a:rPr>
                <a:t>Bare et utvalg av Telenor-fargene er tilgjengelige i denne malen, hvis du trenger flere støttefarger, kan du se dem fra dette panelet.</a:t>
              </a:r>
            </a:p>
          </p:txBody>
        </p:sp>
        <p:sp>
          <p:nvSpPr>
            <p:cNvPr id="49" name="Ellipse 29">
              <a:extLst>
                <a:ext uri="{FF2B5EF4-FFF2-40B4-BE49-F238E27FC236}">
                  <a16:creationId xmlns:a16="http://schemas.microsoft.com/office/drawing/2014/main" id="{736F8E83-D053-8E07-57FE-9EA0BEFC59CC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12627097" y="1901793"/>
              <a:ext cx="360000" cy="360000"/>
            </a:xfrm>
            <a:prstGeom prst="ellipse">
              <a:avLst/>
            </a:prstGeom>
            <a:solidFill>
              <a:srgbClr val="070452"/>
            </a:solidFill>
            <a:ln w="12700">
              <a:solidFill>
                <a:srgbClr val="FFFFFF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36000" tIns="36000" rIns="36000" bIns="36000" rtlCol="0" anchor="ctr"/>
            <a:lstStyle/>
            <a:p>
              <a:pPr algn="ctr">
                <a:lnSpc>
                  <a:spcPct val="90000"/>
                </a:lnSpc>
                <a:spcAft>
                  <a:spcPts val="1000"/>
                </a:spcAft>
              </a:pPr>
              <a:endParaRPr lang="nb-NO" noProof="0"/>
            </a:p>
          </p:txBody>
        </p:sp>
        <p:sp>
          <p:nvSpPr>
            <p:cNvPr id="50" name="Ellipse 30">
              <a:extLst>
                <a:ext uri="{FF2B5EF4-FFF2-40B4-BE49-F238E27FC236}">
                  <a16:creationId xmlns:a16="http://schemas.microsoft.com/office/drawing/2014/main" id="{339BA127-F574-FCAF-0AA4-E7ECB3A0CE6A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13516703" y="1901793"/>
              <a:ext cx="360000" cy="360000"/>
            </a:xfrm>
            <a:prstGeom prst="ellipse">
              <a:avLst/>
            </a:prstGeom>
            <a:solidFill>
              <a:srgbClr val="1C16C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36000" tIns="36000" rIns="36000" bIns="36000" rtlCol="0" anchor="ctr"/>
            <a:lstStyle/>
            <a:p>
              <a:pPr algn="ctr">
                <a:lnSpc>
                  <a:spcPct val="90000"/>
                </a:lnSpc>
                <a:spcAft>
                  <a:spcPts val="1000"/>
                </a:spcAft>
              </a:pPr>
              <a:endParaRPr lang="nb-NO" noProof="0"/>
            </a:p>
          </p:txBody>
        </p:sp>
        <p:sp>
          <p:nvSpPr>
            <p:cNvPr id="51" name="Ellipse 31">
              <a:extLst>
                <a:ext uri="{FF2B5EF4-FFF2-40B4-BE49-F238E27FC236}">
                  <a16:creationId xmlns:a16="http://schemas.microsoft.com/office/drawing/2014/main" id="{E1D0C162-4C0F-1409-E253-151D1CF6E932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13071900" y="1901793"/>
              <a:ext cx="360000" cy="360000"/>
            </a:xfrm>
            <a:prstGeom prst="ellipse">
              <a:avLst/>
            </a:prstGeom>
            <a:solidFill>
              <a:srgbClr val="00C8FF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36000" tIns="36000" rIns="36000" bIns="36000" rtlCol="0" anchor="ctr"/>
            <a:lstStyle/>
            <a:p>
              <a:pPr algn="ctr">
                <a:lnSpc>
                  <a:spcPct val="90000"/>
                </a:lnSpc>
                <a:spcAft>
                  <a:spcPts val="1000"/>
                </a:spcAft>
              </a:pPr>
              <a:endParaRPr lang="nb-NO" noProof="0"/>
            </a:p>
          </p:txBody>
        </p:sp>
        <p:sp>
          <p:nvSpPr>
            <p:cNvPr id="52" name="Ellipse 33">
              <a:extLst>
                <a:ext uri="{FF2B5EF4-FFF2-40B4-BE49-F238E27FC236}">
                  <a16:creationId xmlns:a16="http://schemas.microsoft.com/office/drawing/2014/main" id="{6A5D3B67-2445-CF11-C108-008B91836138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13961506" y="1901793"/>
              <a:ext cx="360000" cy="360000"/>
            </a:xfrm>
            <a:prstGeom prst="ellipse">
              <a:avLst/>
            </a:prstGeom>
            <a:solidFill>
              <a:srgbClr val="ADFFFF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36000" tIns="36000" rIns="36000" bIns="36000" rtlCol="0" anchor="ctr"/>
            <a:lstStyle/>
            <a:p>
              <a:pPr algn="ctr">
                <a:lnSpc>
                  <a:spcPct val="90000"/>
                </a:lnSpc>
                <a:spcAft>
                  <a:spcPts val="1000"/>
                </a:spcAft>
              </a:pPr>
              <a:endParaRPr lang="nb-NO" noProof="0"/>
            </a:p>
          </p:txBody>
        </p:sp>
        <p:sp>
          <p:nvSpPr>
            <p:cNvPr id="53" name="Ellipse 34">
              <a:extLst>
                <a:ext uri="{FF2B5EF4-FFF2-40B4-BE49-F238E27FC236}">
                  <a16:creationId xmlns:a16="http://schemas.microsoft.com/office/drawing/2014/main" id="{03DC1169-22CA-0FE7-C926-38078FA48A3A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14406309" y="1901793"/>
              <a:ext cx="360000" cy="360000"/>
            </a:xfrm>
            <a:prstGeom prst="ellipse">
              <a:avLst/>
            </a:prstGeom>
            <a:solidFill>
              <a:srgbClr val="EBFFFF"/>
            </a:solidFill>
            <a:ln w="12700">
              <a:solidFill>
                <a:srgbClr val="00C8FF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36000" tIns="36000" rIns="36000" bIns="36000" rtlCol="0" anchor="ctr"/>
            <a:lstStyle/>
            <a:p>
              <a:pPr algn="ctr">
                <a:lnSpc>
                  <a:spcPct val="90000"/>
                </a:lnSpc>
                <a:spcAft>
                  <a:spcPts val="1000"/>
                </a:spcAft>
              </a:pPr>
              <a:endParaRPr lang="nb-NO" noProof="0"/>
            </a:p>
          </p:txBody>
        </p:sp>
        <p:sp>
          <p:nvSpPr>
            <p:cNvPr id="56" name="TekstSylinder 50">
              <a:extLst>
                <a:ext uri="{FF2B5EF4-FFF2-40B4-BE49-F238E27FC236}">
                  <a16:creationId xmlns:a16="http://schemas.microsoft.com/office/drawing/2014/main" id="{DB1633FD-E7F9-83E2-74E9-2C51E2781FEE}"/>
                </a:ext>
              </a:extLst>
            </p:cNvPr>
            <p:cNvSpPr txBox="1"/>
            <p:nvPr/>
          </p:nvSpPr>
          <p:spPr>
            <a:xfrm>
              <a:off x="12627096" y="1237835"/>
              <a:ext cx="2222001" cy="572840"/>
            </a:xfrm>
            <a:prstGeom prst="rect">
              <a:avLst/>
            </a:prstGeom>
            <a:noFill/>
          </p:spPr>
          <p:txBody>
            <a:bodyPr wrap="square" lIns="0" tIns="72000" rIns="0" bIns="0" rtlCol="0">
              <a:spAutoFit/>
            </a:bodyPr>
            <a:lstStyle>
              <a:defPPr>
                <a:defRPr lang="en-NO"/>
              </a:defPPr>
              <a:lvl1pPr>
                <a:spcAft>
                  <a:spcPts val="600"/>
                </a:spcAft>
                <a:defRPr b="0" i="0">
                  <a:cs typeface="Arial" panose="020B0604020202020204" pitchFamily="34" charset="0"/>
                </a:defRPr>
              </a:lvl1pPr>
            </a:lstStyle>
            <a:p>
              <a:pPr lvl="0"/>
              <a:r>
                <a:rPr lang="nb" sz="1050" b="0" i="0" noProof="0" dirty="0">
                  <a:solidFill>
                    <a:srgbClr val="070451"/>
                  </a:solidFill>
                  <a:latin typeface="+mj-lt"/>
                  <a:cs typeface="TelenorEvolutionPPT-Light" panose="020B0604020202020204" charset="0"/>
                </a:rPr>
                <a:t>Kjernefarger</a:t>
              </a:r>
              <a:endParaRPr lang="nb-NO" sz="1050" b="0" i="0" noProof="0" dirty="0">
                <a:solidFill>
                  <a:srgbClr val="070451"/>
                </a:solidFill>
                <a:latin typeface="+mj-lt"/>
                <a:cs typeface="TelenorEvolutionPPT-Light" panose="020B0604020202020204" charset="0"/>
              </a:endParaRPr>
            </a:p>
            <a:p>
              <a:pPr lvl="0">
                <a:lnSpc>
                  <a:spcPct val="110000"/>
                </a:lnSpc>
              </a:pPr>
              <a:r>
                <a:rPr lang="nb" sz="800" b="0" i="0" noProof="0" dirty="0">
                  <a:solidFill>
                    <a:srgbClr val="070451"/>
                  </a:solidFill>
                  <a:cs typeface="TelenorEvolutionPPT-Light" panose="020B0604020202020204" charset="0"/>
                </a:rPr>
                <a:t>Våre blå farger er en nøkkelingrediens for å etablere merkevaregjenkjenning.</a:t>
              </a:r>
            </a:p>
          </p:txBody>
        </p:sp>
        <p:cxnSp>
          <p:nvCxnSpPr>
            <p:cNvPr id="23" name="Rett linje 53">
              <a:extLst>
                <a:ext uri="{FF2B5EF4-FFF2-40B4-BE49-F238E27FC236}">
                  <a16:creationId xmlns:a16="http://schemas.microsoft.com/office/drawing/2014/main" id="{FD93F3A5-1124-4EF8-FD15-6442F0960AED}"/>
                </a:ext>
              </a:extLst>
            </p:cNvPr>
            <p:cNvCxnSpPr>
              <a:cxnSpLocks/>
            </p:cNvCxnSpPr>
            <p:nvPr/>
          </p:nvCxnSpPr>
          <p:spPr>
            <a:xfrm>
              <a:off x="12627096" y="4105379"/>
              <a:ext cx="2160000" cy="0"/>
            </a:xfrm>
            <a:prstGeom prst="line">
              <a:avLst/>
            </a:prstGeom>
            <a:ln w="6350"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8" name="Rett linje 53">
              <a:extLst>
                <a:ext uri="{FF2B5EF4-FFF2-40B4-BE49-F238E27FC236}">
                  <a16:creationId xmlns:a16="http://schemas.microsoft.com/office/drawing/2014/main" id="{DAB232E4-C0AD-9AA6-BDFC-1EB2C92E8BDA}"/>
                </a:ext>
              </a:extLst>
            </p:cNvPr>
            <p:cNvCxnSpPr>
              <a:cxnSpLocks/>
            </p:cNvCxnSpPr>
            <p:nvPr/>
          </p:nvCxnSpPr>
          <p:spPr>
            <a:xfrm>
              <a:off x="12627096" y="1237835"/>
              <a:ext cx="2160000" cy="0"/>
            </a:xfrm>
            <a:prstGeom prst="line">
              <a:avLst/>
            </a:prstGeom>
            <a:ln w="6350"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76" name="Group 75">
              <a:extLst>
                <a:ext uri="{FF2B5EF4-FFF2-40B4-BE49-F238E27FC236}">
                  <a16:creationId xmlns:a16="http://schemas.microsoft.com/office/drawing/2014/main" id="{5DC1086A-5C4C-C5FC-D068-7659024C2D76}"/>
                </a:ext>
              </a:extLst>
            </p:cNvPr>
            <p:cNvGrpSpPr/>
            <p:nvPr/>
          </p:nvGrpSpPr>
          <p:grpSpPr>
            <a:xfrm>
              <a:off x="12627096" y="2374072"/>
              <a:ext cx="2160000" cy="234286"/>
              <a:chOff x="12944663" y="3703978"/>
              <a:chExt cx="2160000" cy="234286"/>
            </a:xfrm>
          </p:grpSpPr>
          <p:cxnSp>
            <p:nvCxnSpPr>
              <p:cNvPr id="59" name="Rett linje 54">
                <a:extLst>
                  <a:ext uri="{FF2B5EF4-FFF2-40B4-BE49-F238E27FC236}">
                    <a16:creationId xmlns:a16="http://schemas.microsoft.com/office/drawing/2014/main" id="{5C2C6591-BC4D-A0B3-AB72-C5B31411AA5C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12944663" y="3703978"/>
                <a:ext cx="2160000" cy="0"/>
              </a:xfrm>
              <a:prstGeom prst="line">
                <a:avLst/>
              </a:prstGeom>
              <a:ln w="6350">
                <a:tailEnd type="non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66" name="TekstSylinder 61">
                <a:extLst>
                  <a:ext uri="{FF2B5EF4-FFF2-40B4-BE49-F238E27FC236}">
                    <a16:creationId xmlns:a16="http://schemas.microsoft.com/office/drawing/2014/main" id="{EDDBEEC5-6199-5479-C0EF-2278450BF05F}"/>
                  </a:ext>
                </a:extLst>
              </p:cNvPr>
              <p:cNvSpPr txBox="1"/>
              <p:nvPr/>
            </p:nvSpPr>
            <p:spPr>
              <a:xfrm>
                <a:off x="12944663" y="3703978"/>
                <a:ext cx="2159999" cy="234286"/>
              </a:xfrm>
              <a:prstGeom prst="rect">
                <a:avLst/>
              </a:prstGeom>
              <a:noFill/>
            </p:spPr>
            <p:txBody>
              <a:bodyPr wrap="square" lIns="0" tIns="72000" rIns="0" bIns="0" rtlCol="0">
                <a:spAutoFit/>
              </a:bodyPr>
              <a:lstStyle/>
              <a:p>
                <a:pPr marL="0" algn="l" defTabSz="914400" rtl="0" eaLnBrk="1" latinLnBrk="0" hangingPunct="1">
                  <a:spcAft>
                    <a:spcPts val="600"/>
                  </a:spcAft>
                </a:pPr>
                <a:r>
                  <a:rPr lang="nb" sz="1050" b="0" i="0" kern="1200" noProof="0" dirty="0">
                    <a:solidFill>
                      <a:srgbClr val="070451"/>
                    </a:solidFill>
                    <a:latin typeface="+mj-lt"/>
                    <a:ea typeface="+mn-ea"/>
                    <a:cs typeface="TelenorEvolutionPPT-Light" panose="020B0604020202020204" charset="0"/>
                  </a:rPr>
                  <a:t>Støttende farger</a:t>
                </a:r>
                <a:endParaRPr lang="nb-NO" sz="1050" b="0" i="0" kern="1200" noProof="0" dirty="0">
                  <a:solidFill>
                    <a:srgbClr val="070451"/>
                  </a:solidFill>
                  <a:latin typeface="+mj-lt"/>
                  <a:ea typeface="+mn-ea"/>
                  <a:cs typeface="TelenorEvolutionPPT-Light" panose="020B0604020202020204" charset="0"/>
                </a:endParaRPr>
              </a:p>
            </p:txBody>
          </p:sp>
        </p:grpSp>
        <p:grpSp>
          <p:nvGrpSpPr>
            <p:cNvPr id="9" name="Group 8">
              <a:extLst>
                <a:ext uri="{FF2B5EF4-FFF2-40B4-BE49-F238E27FC236}">
                  <a16:creationId xmlns:a16="http://schemas.microsoft.com/office/drawing/2014/main" id="{0A709970-256C-9419-FB47-3C8B3D12A584}"/>
                </a:ext>
              </a:extLst>
            </p:cNvPr>
            <p:cNvGrpSpPr/>
            <p:nvPr userDrawn="1"/>
          </p:nvGrpSpPr>
          <p:grpSpPr>
            <a:xfrm>
              <a:off x="12627096" y="3399204"/>
              <a:ext cx="2139213" cy="568472"/>
              <a:chOff x="12627096" y="3601112"/>
              <a:chExt cx="2139213" cy="568472"/>
            </a:xfrm>
          </p:grpSpPr>
          <p:grpSp>
            <p:nvGrpSpPr>
              <p:cNvPr id="15" name="Group 14">
                <a:extLst>
                  <a:ext uri="{FF2B5EF4-FFF2-40B4-BE49-F238E27FC236}">
                    <a16:creationId xmlns:a16="http://schemas.microsoft.com/office/drawing/2014/main" id="{21806F39-3B2E-D367-6913-B80DA47AFABB}"/>
                  </a:ext>
                </a:extLst>
              </p:cNvPr>
              <p:cNvGrpSpPr/>
              <p:nvPr/>
            </p:nvGrpSpPr>
            <p:grpSpPr>
              <a:xfrm>
                <a:off x="12627097" y="3809584"/>
                <a:ext cx="2139212" cy="360000"/>
                <a:chOff x="12627097" y="3996340"/>
                <a:chExt cx="2139212" cy="360000"/>
              </a:xfrm>
            </p:grpSpPr>
            <p:sp>
              <p:nvSpPr>
                <p:cNvPr id="69" name="Ellipse 74">
                  <a:extLst>
                    <a:ext uri="{FF2B5EF4-FFF2-40B4-BE49-F238E27FC236}">
                      <a16:creationId xmlns:a16="http://schemas.microsoft.com/office/drawing/2014/main" id="{7A50EFDB-9394-128D-616B-C90872CE2682}"/>
                    </a:ext>
                  </a:extLst>
                </p:cNvPr>
                <p:cNvSpPr>
                  <a:spLocks noChangeAspect="1"/>
                </p:cNvSpPr>
                <p:nvPr/>
              </p:nvSpPr>
              <p:spPr>
                <a:xfrm>
                  <a:off x="12627097" y="3996340"/>
                  <a:ext cx="360000" cy="360000"/>
                </a:xfrm>
                <a:prstGeom prst="ellipse">
                  <a:avLst/>
                </a:prstGeom>
                <a:solidFill>
                  <a:srgbClr val="FFF5F9"/>
                </a:solidFill>
                <a:ln w="12700">
                  <a:solidFill>
                    <a:srgbClr val="FFB8D7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lIns="36000" tIns="36000" rIns="36000" bIns="36000" rtlCol="0" anchor="ctr"/>
                <a:lstStyle/>
                <a:p>
                  <a:pPr algn="ctr">
                    <a:lnSpc>
                      <a:spcPct val="90000"/>
                    </a:lnSpc>
                    <a:spcAft>
                      <a:spcPts val="1000"/>
                    </a:spcAft>
                  </a:pPr>
                  <a:endParaRPr lang="nb-NO" noProof="0"/>
                </a:p>
              </p:txBody>
            </p:sp>
            <p:sp>
              <p:nvSpPr>
                <p:cNvPr id="70" name="Ellipse 75">
                  <a:extLst>
                    <a:ext uri="{FF2B5EF4-FFF2-40B4-BE49-F238E27FC236}">
                      <a16:creationId xmlns:a16="http://schemas.microsoft.com/office/drawing/2014/main" id="{83C7EB67-0619-D1F1-3DB5-F34417332332}"/>
                    </a:ext>
                  </a:extLst>
                </p:cNvPr>
                <p:cNvSpPr>
                  <a:spLocks noChangeAspect="1"/>
                </p:cNvSpPr>
                <p:nvPr/>
              </p:nvSpPr>
              <p:spPr>
                <a:xfrm>
                  <a:off x="14406309" y="3996340"/>
                  <a:ext cx="360000" cy="360000"/>
                </a:xfrm>
                <a:prstGeom prst="ellipse">
                  <a:avLst/>
                </a:prstGeom>
                <a:solidFill>
                  <a:srgbClr val="F5FEF6"/>
                </a:solidFill>
                <a:ln w="12700">
                  <a:solidFill>
                    <a:srgbClr val="B1FBB9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lIns="36000" tIns="36000" rIns="36000" bIns="36000" rtlCol="0" anchor="ctr"/>
                <a:lstStyle/>
                <a:p>
                  <a:pPr algn="ctr">
                    <a:lnSpc>
                      <a:spcPct val="90000"/>
                    </a:lnSpc>
                    <a:spcAft>
                      <a:spcPts val="1000"/>
                    </a:spcAft>
                  </a:pPr>
                  <a:endParaRPr lang="nb-NO" noProof="0"/>
                </a:p>
              </p:txBody>
            </p:sp>
            <p:sp>
              <p:nvSpPr>
                <p:cNvPr id="71" name="Ellipse 76">
                  <a:extLst>
                    <a:ext uri="{FF2B5EF4-FFF2-40B4-BE49-F238E27FC236}">
                      <a16:creationId xmlns:a16="http://schemas.microsoft.com/office/drawing/2014/main" id="{C4029C04-990F-A95A-C2F8-5FE84947179E}"/>
                    </a:ext>
                  </a:extLst>
                </p:cNvPr>
                <p:cNvSpPr>
                  <a:spLocks noChangeAspect="1"/>
                </p:cNvSpPr>
                <p:nvPr/>
              </p:nvSpPr>
              <p:spPr>
                <a:xfrm>
                  <a:off x="13516703" y="3996340"/>
                  <a:ext cx="360000" cy="360000"/>
                </a:xfrm>
                <a:prstGeom prst="ellipse">
                  <a:avLst/>
                </a:prstGeom>
                <a:solidFill>
                  <a:srgbClr val="FFF9F5"/>
                </a:solidFill>
                <a:ln w="12700">
                  <a:solidFill>
                    <a:srgbClr val="FFCFAD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lIns="36000" tIns="36000" rIns="36000" bIns="36000" rtlCol="0" anchor="ctr"/>
                <a:lstStyle/>
                <a:p>
                  <a:pPr algn="ctr">
                    <a:lnSpc>
                      <a:spcPct val="90000"/>
                    </a:lnSpc>
                    <a:spcAft>
                      <a:spcPts val="1000"/>
                    </a:spcAft>
                  </a:pPr>
                  <a:endParaRPr lang="nb-NO" noProof="0"/>
                </a:p>
              </p:txBody>
            </p:sp>
            <p:sp>
              <p:nvSpPr>
                <p:cNvPr id="72" name="Ellipse 77">
                  <a:extLst>
                    <a:ext uri="{FF2B5EF4-FFF2-40B4-BE49-F238E27FC236}">
                      <a16:creationId xmlns:a16="http://schemas.microsoft.com/office/drawing/2014/main" id="{A0EAF171-6706-4088-712E-B94E68FC4A88}"/>
                    </a:ext>
                  </a:extLst>
                </p:cNvPr>
                <p:cNvSpPr>
                  <a:spLocks noChangeAspect="1"/>
                </p:cNvSpPr>
                <p:nvPr/>
              </p:nvSpPr>
              <p:spPr>
                <a:xfrm>
                  <a:off x="13961506" y="3996340"/>
                  <a:ext cx="360000" cy="360000"/>
                </a:xfrm>
                <a:prstGeom prst="ellipse">
                  <a:avLst/>
                </a:prstGeom>
                <a:solidFill>
                  <a:srgbClr val="FFFDEB"/>
                </a:solidFill>
                <a:ln w="12700">
                  <a:solidFill>
                    <a:srgbClr val="FEF7B9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lIns="36000" tIns="36000" rIns="36000" bIns="36000" rtlCol="0" anchor="ctr"/>
                <a:lstStyle/>
                <a:p>
                  <a:pPr algn="ctr">
                    <a:lnSpc>
                      <a:spcPct val="90000"/>
                    </a:lnSpc>
                    <a:spcAft>
                      <a:spcPts val="1000"/>
                    </a:spcAft>
                  </a:pPr>
                  <a:endParaRPr lang="nb-NO" noProof="0"/>
                </a:p>
              </p:txBody>
            </p:sp>
            <p:sp>
              <p:nvSpPr>
                <p:cNvPr id="73" name="Ellipse 78">
                  <a:extLst>
                    <a:ext uri="{FF2B5EF4-FFF2-40B4-BE49-F238E27FC236}">
                      <a16:creationId xmlns:a16="http://schemas.microsoft.com/office/drawing/2014/main" id="{193E5CFA-DDCF-8460-598C-49E53AE0F562}"/>
                    </a:ext>
                  </a:extLst>
                </p:cNvPr>
                <p:cNvSpPr>
                  <a:spLocks noChangeAspect="1"/>
                </p:cNvSpPr>
                <p:nvPr/>
              </p:nvSpPr>
              <p:spPr>
                <a:xfrm>
                  <a:off x="13071900" y="3996340"/>
                  <a:ext cx="360000" cy="360000"/>
                </a:xfrm>
                <a:prstGeom prst="ellipse">
                  <a:avLst/>
                </a:prstGeom>
                <a:solidFill>
                  <a:srgbClr val="FFF5F5"/>
                </a:solidFill>
                <a:ln w="12700">
                  <a:solidFill>
                    <a:srgbClr val="FFADAD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lIns="36000" tIns="36000" rIns="36000" bIns="36000" rtlCol="0" anchor="ctr"/>
                <a:lstStyle/>
                <a:p>
                  <a:pPr algn="ctr">
                    <a:lnSpc>
                      <a:spcPct val="90000"/>
                    </a:lnSpc>
                    <a:spcAft>
                      <a:spcPts val="1000"/>
                    </a:spcAft>
                  </a:pPr>
                  <a:endParaRPr lang="nb-NO" noProof="0"/>
                </a:p>
              </p:txBody>
            </p:sp>
          </p:grpSp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EC22C80A-D708-B1AF-DA7A-B0F5C7AC5D51}"/>
                  </a:ext>
                </a:extLst>
              </p:cNvPr>
              <p:cNvSpPr txBox="1"/>
              <p:nvPr/>
            </p:nvSpPr>
            <p:spPr>
              <a:xfrm>
                <a:off x="12627096" y="3601112"/>
                <a:ext cx="788677" cy="123111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 marL="0" marR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</a:pPr>
                <a:r>
                  <a:rPr kumimoji="0" lang="nb" sz="8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070451"/>
                    </a:solidFill>
                    <a:effectLst/>
                    <a:uLnTx/>
                    <a:uFillTx/>
                    <a:latin typeface="+mn-lt"/>
                    <a:ea typeface="+mn-ea"/>
                    <a:cs typeface="TelenorEvolutionPPT-Light" panose="020B0604020202020204" charset="0"/>
                  </a:rPr>
                  <a:t>Bakgrunnsfarger</a:t>
                </a:r>
                <a:endParaRPr kumimoji="0" lang="nb-NO" sz="800" b="0" i="0" u="none" strike="noStrike" kern="1200" cap="none" spc="0" normalizeH="0" baseline="0" noProof="0" dirty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TelenorEvolutionPPT-Light" panose="020B0604020202020204" charset="0"/>
                  <a:ea typeface="+mn-ea"/>
                  <a:cs typeface="TelenorEvolutionPPT-Light" panose="020B0604020202020204" charset="0"/>
                </a:endParaRPr>
              </a:p>
            </p:txBody>
          </p:sp>
        </p:grpSp>
        <p:grpSp>
          <p:nvGrpSpPr>
            <p:cNvPr id="8" name="Group 7">
              <a:extLst>
                <a:ext uri="{FF2B5EF4-FFF2-40B4-BE49-F238E27FC236}">
                  <a16:creationId xmlns:a16="http://schemas.microsoft.com/office/drawing/2014/main" id="{77A871C5-6CEA-42BE-453C-12C13F727596}"/>
                </a:ext>
              </a:extLst>
            </p:cNvPr>
            <p:cNvGrpSpPr/>
            <p:nvPr userDrawn="1"/>
          </p:nvGrpSpPr>
          <p:grpSpPr>
            <a:xfrm>
              <a:off x="12627096" y="2687503"/>
              <a:ext cx="2139213" cy="568472"/>
              <a:chOff x="12627096" y="2816351"/>
              <a:chExt cx="2139213" cy="568472"/>
            </a:xfrm>
          </p:grpSpPr>
          <p:grpSp>
            <p:nvGrpSpPr>
              <p:cNvPr id="20" name="Group 19">
                <a:extLst>
                  <a:ext uri="{FF2B5EF4-FFF2-40B4-BE49-F238E27FC236}">
                    <a16:creationId xmlns:a16="http://schemas.microsoft.com/office/drawing/2014/main" id="{12231960-1C1A-5CAF-5888-9FBEDFC45B60}"/>
                  </a:ext>
                </a:extLst>
              </p:cNvPr>
              <p:cNvGrpSpPr/>
              <p:nvPr/>
            </p:nvGrpSpPr>
            <p:grpSpPr>
              <a:xfrm>
                <a:off x="12627097" y="3024823"/>
                <a:ext cx="2139212" cy="360000"/>
                <a:chOff x="12627097" y="3302521"/>
                <a:chExt cx="2139212" cy="360000"/>
              </a:xfrm>
            </p:grpSpPr>
            <p:sp>
              <p:nvSpPr>
                <p:cNvPr id="61" name="Ellipse 56">
                  <a:extLst>
                    <a:ext uri="{FF2B5EF4-FFF2-40B4-BE49-F238E27FC236}">
                      <a16:creationId xmlns:a16="http://schemas.microsoft.com/office/drawing/2014/main" id="{4AAD2FD4-B90B-9DE8-7378-31163D1B091F}"/>
                    </a:ext>
                  </a:extLst>
                </p:cNvPr>
                <p:cNvSpPr>
                  <a:spLocks noChangeAspect="1"/>
                </p:cNvSpPr>
                <p:nvPr/>
              </p:nvSpPr>
              <p:spPr>
                <a:xfrm>
                  <a:off x="12627097" y="3302521"/>
                  <a:ext cx="360000" cy="360000"/>
                </a:xfrm>
                <a:prstGeom prst="ellipse">
                  <a:avLst/>
                </a:prstGeom>
                <a:solidFill>
                  <a:srgbClr val="FFB8D7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lIns="36000" tIns="36000" rIns="36000" bIns="36000" rtlCol="0" anchor="ctr"/>
                <a:lstStyle/>
                <a:p>
                  <a:pPr algn="ctr">
                    <a:lnSpc>
                      <a:spcPct val="90000"/>
                    </a:lnSpc>
                    <a:spcAft>
                      <a:spcPts val="1000"/>
                    </a:spcAft>
                  </a:pPr>
                  <a:endParaRPr lang="nb-NO" noProof="0"/>
                </a:p>
              </p:txBody>
            </p:sp>
            <p:sp>
              <p:nvSpPr>
                <p:cNvPr id="62" name="Ellipse 57">
                  <a:extLst>
                    <a:ext uri="{FF2B5EF4-FFF2-40B4-BE49-F238E27FC236}">
                      <a16:creationId xmlns:a16="http://schemas.microsoft.com/office/drawing/2014/main" id="{F9EC31B1-30FC-781E-38A3-2CF1D9FBCBB3}"/>
                    </a:ext>
                  </a:extLst>
                </p:cNvPr>
                <p:cNvSpPr>
                  <a:spLocks noChangeAspect="1"/>
                </p:cNvSpPr>
                <p:nvPr/>
              </p:nvSpPr>
              <p:spPr>
                <a:xfrm>
                  <a:off x="14406309" y="3302521"/>
                  <a:ext cx="360000" cy="360000"/>
                </a:xfrm>
                <a:prstGeom prst="ellipse">
                  <a:avLst/>
                </a:prstGeom>
                <a:solidFill>
                  <a:srgbClr val="B1FBB9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lIns="36000" tIns="36000" rIns="36000" bIns="36000" rtlCol="0" anchor="ctr"/>
                <a:lstStyle/>
                <a:p>
                  <a:pPr algn="ctr">
                    <a:lnSpc>
                      <a:spcPct val="90000"/>
                    </a:lnSpc>
                    <a:spcAft>
                      <a:spcPts val="1000"/>
                    </a:spcAft>
                  </a:pPr>
                  <a:endParaRPr lang="nb-NO" noProof="0"/>
                </a:p>
              </p:txBody>
            </p:sp>
            <p:sp>
              <p:nvSpPr>
                <p:cNvPr id="63" name="Ellipse 58">
                  <a:extLst>
                    <a:ext uri="{FF2B5EF4-FFF2-40B4-BE49-F238E27FC236}">
                      <a16:creationId xmlns:a16="http://schemas.microsoft.com/office/drawing/2014/main" id="{573ABCA9-925E-ADC3-3156-2286F0F788AD}"/>
                    </a:ext>
                  </a:extLst>
                </p:cNvPr>
                <p:cNvSpPr>
                  <a:spLocks noChangeAspect="1"/>
                </p:cNvSpPr>
                <p:nvPr/>
              </p:nvSpPr>
              <p:spPr>
                <a:xfrm>
                  <a:off x="13516703" y="3302521"/>
                  <a:ext cx="360000" cy="360000"/>
                </a:xfrm>
                <a:prstGeom prst="ellipse">
                  <a:avLst/>
                </a:prstGeom>
                <a:solidFill>
                  <a:srgbClr val="FFCFAD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lIns="36000" tIns="36000" rIns="36000" bIns="36000" rtlCol="0" anchor="ctr"/>
                <a:lstStyle/>
                <a:p>
                  <a:pPr algn="ctr">
                    <a:lnSpc>
                      <a:spcPct val="90000"/>
                    </a:lnSpc>
                    <a:spcAft>
                      <a:spcPts val="1000"/>
                    </a:spcAft>
                  </a:pPr>
                  <a:endParaRPr lang="nb-NO" noProof="0"/>
                </a:p>
              </p:txBody>
            </p:sp>
            <p:sp>
              <p:nvSpPr>
                <p:cNvPr id="64" name="Ellipse 59">
                  <a:extLst>
                    <a:ext uri="{FF2B5EF4-FFF2-40B4-BE49-F238E27FC236}">
                      <a16:creationId xmlns:a16="http://schemas.microsoft.com/office/drawing/2014/main" id="{37591B38-F715-BB13-C88E-77828CE801D7}"/>
                    </a:ext>
                  </a:extLst>
                </p:cNvPr>
                <p:cNvSpPr>
                  <a:spLocks noChangeAspect="1"/>
                </p:cNvSpPr>
                <p:nvPr/>
              </p:nvSpPr>
              <p:spPr>
                <a:xfrm>
                  <a:off x="13961506" y="3302521"/>
                  <a:ext cx="360000" cy="360000"/>
                </a:xfrm>
                <a:prstGeom prst="ellipse">
                  <a:avLst/>
                </a:prstGeom>
                <a:solidFill>
                  <a:srgbClr val="FEF7B9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lIns="36000" tIns="36000" rIns="36000" bIns="36000" rtlCol="0" anchor="ctr"/>
                <a:lstStyle/>
                <a:p>
                  <a:pPr algn="ctr">
                    <a:lnSpc>
                      <a:spcPct val="90000"/>
                    </a:lnSpc>
                    <a:spcAft>
                      <a:spcPts val="1000"/>
                    </a:spcAft>
                  </a:pPr>
                  <a:endParaRPr lang="nb-NO" noProof="0"/>
                </a:p>
              </p:txBody>
            </p:sp>
            <p:sp>
              <p:nvSpPr>
                <p:cNvPr id="65" name="Ellipse 60">
                  <a:extLst>
                    <a:ext uri="{FF2B5EF4-FFF2-40B4-BE49-F238E27FC236}">
                      <a16:creationId xmlns:a16="http://schemas.microsoft.com/office/drawing/2014/main" id="{E4C6EF15-81F7-54A5-1A6A-9DF83806248A}"/>
                    </a:ext>
                  </a:extLst>
                </p:cNvPr>
                <p:cNvSpPr>
                  <a:spLocks noChangeAspect="1"/>
                </p:cNvSpPr>
                <p:nvPr/>
              </p:nvSpPr>
              <p:spPr>
                <a:xfrm>
                  <a:off x="13071900" y="3302521"/>
                  <a:ext cx="360000" cy="360000"/>
                </a:xfrm>
                <a:prstGeom prst="ellipse">
                  <a:avLst/>
                </a:prstGeom>
                <a:solidFill>
                  <a:srgbClr val="FFADAD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lIns="36000" tIns="36000" rIns="36000" bIns="36000" rtlCol="0" anchor="ctr"/>
                <a:lstStyle/>
                <a:p>
                  <a:pPr algn="ctr">
                    <a:lnSpc>
                      <a:spcPct val="90000"/>
                    </a:lnSpc>
                    <a:spcAft>
                      <a:spcPts val="1000"/>
                    </a:spcAft>
                  </a:pPr>
                  <a:endParaRPr lang="nb-NO" noProof="0"/>
                </a:p>
              </p:txBody>
            </p:sp>
          </p:grpSp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5E23F57C-0E63-FAFF-121A-7F28BFAABCC3}"/>
                  </a:ext>
                </a:extLst>
              </p:cNvPr>
              <p:cNvSpPr txBox="1"/>
              <p:nvPr/>
            </p:nvSpPr>
            <p:spPr>
              <a:xfrm>
                <a:off x="12627096" y="2816351"/>
                <a:ext cx="549831" cy="123111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 marL="0" marR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</a:pPr>
                <a:r>
                  <a:rPr kumimoji="0" lang="nb" sz="8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070451"/>
                    </a:solidFill>
                    <a:effectLst/>
                    <a:uLnTx/>
                    <a:uFillTx/>
                    <a:latin typeface="+mn-lt"/>
                    <a:ea typeface="+mn-ea"/>
                    <a:cs typeface="TelenorEvolutionPPT-Light" panose="020B0604020202020204" charset="0"/>
                  </a:rPr>
                  <a:t>Tekstfarger</a:t>
                </a:r>
                <a:endParaRPr kumimoji="0" lang="nb-NO" sz="800" b="0" i="0" u="none" strike="noStrike" kern="1200" cap="none" spc="0" normalizeH="0" baseline="0" noProof="0" dirty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TelenorEvolutionPPT-Light" panose="020B0604020202020204" charset="0"/>
                  <a:ea typeface="+mn-ea"/>
                  <a:cs typeface="TelenorEvolutionPPT-Light" panose="020B0604020202020204" charset="0"/>
                </a:endParaRPr>
              </a:p>
            </p:txBody>
          </p:sp>
        </p:grpSp>
      </p:grpSp>
      <p:sp>
        <p:nvSpPr>
          <p:cNvPr id="12" name="TextBox 11">
            <a:extLst>
              <a:ext uri="{FF2B5EF4-FFF2-40B4-BE49-F238E27FC236}">
                <a16:creationId xmlns:a16="http://schemas.microsoft.com/office/drawing/2014/main" id="{93744B20-C1BA-5DF2-BDD6-2A1DA8585CB7}"/>
              </a:ext>
            </a:extLst>
          </p:cNvPr>
          <p:cNvSpPr txBox="1"/>
          <p:nvPr userDrawn="1">
            <p:extLst>
              <p:ext uri="{1162E1C5-73C7-4A58-AE30-91384D911F3F}">
                <p184:classification xmlns:p184="http://schemas.microsoft.com/office/powerpoint/2018/4/main" val="ftr"/>
              </p:ext>
            </p:extLst>
          </p:nvPr>
        </p:nvSpPr>
        <p:spPr>
          <a:xfrm>
            <a:off x="5698300" y="6672580"/>
            <a:ext cx="817562" cy="121920"/>
          </a:xfrm>
          <a:prstGeom prst="rect">
            <a:avLst/>
          </a:prstGeom>
        </p:spPr>
        <p:txBody>
          <a:bodyPr horzOverflow="overflow" lIns="0" tIns="0" rIns="0" bIns="0">
            <a:spAutoFit/>
          </a:bodyPr>
          <a:lstStyle/>
          <a:p>
            <a:pPr algn="l"/>
            <a:r>
              <a:rPr lang="en-GB" sz="800">
                <a:solidFill>
                  <a:srgbClr val="000000">
                    <a:alpha val="50000"/>
                  </a:srgb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Sensitivity: Internal</a:t>
            </a:r>
          </a:p>
        </p:txBody>
      </p:sp>
    </p:spTree>
    <p:extLst>
      <p:ext uri="{BB962C8B-B14F-4D97-AF65-F5344CB8AC3E}">
        <p14:creationId xmlns:p14="http://schemas.microsoft.com/office/powerpoint/2010/main" val="2154333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35" r:id="rId1"/>
    <p:sldLayoutId id="2147483737" r:id="rId2"/>
    <p:sldLayoutId id="2147483749" r:id="rId3"/>
    <p:sldLayoutId id="2147483738" r:id="rId4"/>
    <p:sldLayoutId id="2147483667" r:id="rId5"/>
    <p:sldLayoutId id="2147483668" r:id="rId6"/>
    <p:sldLayoutId id="2147483742" r:id="rId7"/>
    <p:sldLayoutId id="2147483670" r:id="rId8"/>
    <p:sldLayoutId id="2147483671" r:id="rId9"/>
    <p:sldLayoutId id="2147483678" r:id="rId10"/>
    <p:sldLayoutId id="2147483741" r:id="rId11"/>
    <p:sldLayoutId id="2147483745" r:id="rId12"/>
    <p:sldLayoutId id="2147483675" r:id="rId13"/>
    <p:sldLayoutId id="2147483676" r:id="rId14"/>
    <p:sldLayoutId id="2147483677" r:id="rId15"/>
    <p:sldLayoutId id="2147483680" r:id="rId16"/>
    <p:sldLayoutId id="2147483687" r:id="rId17"/>
    <p:sldLayoutId id="2147483681" r:id="rId18"/>
    <p:sldLayoutId id="2147483688" r:id="rId19"/>
    <p:sldLayoutId id="2147483682" r:id="rId20"/>
    <p:sldLayoutId id="2147483689" r:id="rId21"/>
    <p:sldLayoutId id="2147483683" r:id="rId22"/>
    <p:sldLayoutId id="2147483690" r:id="rId23"/>
    <p:sldLayoutId id="2147483684" r:id="rId24"/>
    <p:sldLayoutId id="2147483691" r:id="rId25"/>
    <p:sldLayoutId id="2147483697" r:id="rId26"/>
    <p:sldLayoutId id="2147483700" r:id="rId27"/>
    <p:sldLayoutId id="2147483685" r:id="rId28"/>
    <p:sldLayoutId id="2147483748" r:id="rId29"/>
    <p:sldLayoutId id="2147483692" r:id="rId30"/>
    <p:sldLayoutId id="2147483686" r:id="rId31"/>
    <p:sldLayoutId id="2147483693" r:id="rId32"/>
    <p:sldLayoutId id="2147483746" r:id="rId33"/>
    <p:sldLayoutId id="2147483743" r:id="rId34"/>
    <p:sldLayoutId id="2147483694" r:id="rId35"/>
    <p:sldLayoutId id="2147483695" r:id="rId36"/>
    <p:sldLayoutId id="2147483696" r:id="rId37"/>
    <p:sldLayoutId id="2147483698" r:id="rId38"/>
    <p:sldLayoutId id="2147483701" r:id="rId39"/>
    <p:sldLayoutId id="2147483699" r:id="rId40"/>
    <p:sldLayoutId id="2147483702" r:id="rId41"/>
    <p:sldLayoutId id="2147483703" r:id="rId42"/>
    <p:sldLayoutId id="2147483704" r:id="rId43"/>
    <p:sldLayoutId id="2147483705" r:id="rId44"/>
    <p:sldLayoutId id="2147483708" r:id="rId45"/>
    <p:sldLayoutId id="2147483711" r:id="rId46"/>
    <p:sldLayoutId id="2147483710" r:id="rId47"/>
    <p:sldLayoutId id="2147483712" r:id="rId48"/>
    <p:sldLayoutId id="2147483713" r:id="rId49"/>
    <p:sldLayoutId id="2147483714" r:id="rId50"/>
    <p:sldLayoutId id="2147483721" r:id="rId51"/>
    <p:sldLayoutId id="2147483716" r:id="rId52"/>
    <p:sldLayoutId id="2147483717" r:id="rId53"/>
    <p:sldLayoutId id="2147483718" r:id="rId54"/>
    <p:sldLayoutId id="2147483719" r:id="rId55"/>
    <p:sldLayoutId id="2147483720" r:id="rId56"/>
    <p:sldLayoutId id="2147483722" r:id="rId57"/>
    <p:sldLayoutId id="2147483723" r:id="rId58"/>
    <p:sldLayoutId id="2147483747" r:id="rId59"/>
    <p:sldLayoutId id="2147483724" r:id="rId60"/>
    <p:sldLayoutId id="2147483725" r:id="rId61"/>
    <p:sldLayoutId id="2147483726" r:id="rId62"/>
    <p:sldLayoutId id="2147483728" r:id="rId63"/>
    <p:sldLayoutId id="2147483727" r:id="rId64"/>
    <p:sldLayoutId id="2147483729" r:id="rId65"/>
    <p:sldLayoutId id="2147483730" r:id="rId66"/>
    <p:sldLayoutId id="2147483731" r:id="rId67"/>
    <p:sldLayoutId id="2147483732" r:id="rId68"/>
    <p:sldLayoutId id="2147483733" r:id="rId69"/>
  </p:sldLayoutIdLst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:p15="http://schemas.microsoft.com/office/powerpoint/2012/main" xmlns:adec="http://schemas.microsoft.com/office/drawing/2017/decorative" xmlns:a16="http://schemas.microsoft.com/office/drawing/2014/main" xmlns="">
      <p:transition spd="med">
        <p:fade/>
      </p:transition>
    </mc:Fallback>
  </mc:AlternateConten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200" b="0" i="0" kern="1200">
          <a:solidFill>
            <a:schemeClr val="tx1"/>
          </a:solidFill>
          <a:latin typeface="+mn-lt"/>
          <a:ea typeface="+mj-ea"/>
          <a:cs typeface="+mj-cs"/>
        </a:defRPr>
      </a:lvl1pPr>
    </p:titleStyle>
    <p:bodyStyle>
      <a:lvl1pPr marL="180000" indent="-180000" algn="l" defTabSz="914400" rtl="0" eaLnBrk="1" latinLnBrk="0" hangingPunct="1">
        <a:lnSpc>
          <a:spcPct val="110000"/>
        </a:lnSpc>
        <a:spcBef>
          <a:spcPts val="1000"/>
        </a:spcBef>
        <a:buClr>
          <a:schemeClr val="accent1"/>
        </a:buClr>
        <a:buFont typeface="Arial" panose="020B0604020202020204" pitchFamily="34" charset="0"/>
        <a:buChar char="•"/>
        <a:defRPr sz="2000" b="0" i="0" kern="1200">
          <a:solidFill>
            <a:schemeClr val="tx1"/>
          </a:solidFill>
          <a:latin typeface="+mn-lt"/>
          <a:ea typeface="+mn-ea"/>
          <a:cs typeface="+mn-cs"/>
        </a:defRPr>
      </a:lvl1pPr>
      <a:lvl2pPr marL="432000" indent="-216000" algn="l" defTabSz="914400" rtl="0" eaLnBrk="1" latinLnBrk="0" hangingPunct="1">
        <a:lnSpc>
          <a:spcPct val="110000"/>
        </a:lnSpc>
        <a:spcBef>
          <a:spcPts val="600"/>
        </a:spcBef>
        <a:buClr>
          <a:schemeClr val="accent1"/>
        </a:buClr>
        <a:buFont typeface="Arial" panose="020B0604020202020204" pitchFamily="34" charset="0"/>
        <a:buChar char="‒"/>
        <a:defRPr sz="1800" b="0" i="0" kern="1200">
          <a:solidFill>
            <a:schemeClr val="tx1"/>
          </a:solidFill>
          <a:latin typeface="+mn-lt"/>
          <a:ea typeface="+mn-ea"/>
          <a:cs typeface="+mn-cs"/>
        </a:defRPr>
      </a:lvl2pPr>
      <a:lvl3pPr marL="684000" indent="-216000" algn="l" defTabSz="914400" rtl="0" eaLnBrk="1" latinLnBrk="0" hangingPunct="1">
        <a:lnSpc>
          <a:spcPct val="110000"/>
        </a:lnSpc>
        <a:spcBef>
          <a:spcPts val="600"/>
        </a:spcBef>
        <a:buClr>
          <a:schemeClr val="accent1"/>
        </a:buClr>
        <a:buFont typeface="Arial" panose="020B0604020202020204" pitchFamily="34" charset="0"/>
        <a:buChar char="‒"/>
        <a:defRPr sz="1600" b="0" i="0" kern="1200">
          <a:solidFill>
            <a:schemeClr val="tx1"/>
          </a:solidFill>
          <a:latin typeface="+mn-lt"/>
          <a:ea typeface="+mn-ea"/>
          <a:cs typeface="+mn-cs"/>
        </a:defRPr>
      </a:lvl3pPr>
      <a:lvl4pPr marL="936000" indent="-216000" algn="l" defTabSz="914400" rtl="0" eaLnBrk="1" latinLnBrk="0" hangingPunct="1">
        <a:lnSpc>
          <a:spcPct val="110000"/>
        </a:lnSpc>
        <a:spcBef>
          <a:spcPts val="600"/>
        </a:spcBef>
        <a:buClr>
          <a:schemeClr val="accent1"/>
        </a:buClr>
        <a:buFont typeface="Arial" panose="020B0604020202020204" pitchFamily="34" charset="0"/>
        <a:buChar char="‒"/>
        <a:defRPr sz="1400" b="0" i="0" kern="1200">
          <a:solidFill>
            <a:schemeClr val="tx1"/>
          </a:solidFill>
          <a:latin typeface="+mn-lt"/>
          <a:ea typeface="+mn-ea"/>
          <a:cs typeface="+mn-cs"/>
        </a:defRPr>
      </a:lvl4pPr>
      <a:lvl5pPr marL="1152000" indent="-216000" algn="l" defTabSz="914400" rtl="0" eaLnBrk="1" latinLnBrk="0" hangingPunct="1">
        <a:lnSpc>
          <a:spcPct val="110000"/>
        </a:lnSpc>
        <a:spcBef>
          <a:spcPts val="600"/>
        </a:spcBef>
        <a:buClr>
          <a:schemeClr val="accent1"/>
        </a:buClr>
        <a:buFont typeface="Arial" panose="020B0604020202020204" pitchFamily="34" charset="0"/>
        <a:buChar char="‒"/>
        <a:defRPr sz="1400" b="0" i="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NO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2" pos="3840">
          <p15:clr>
            <a:srgbClr val="F26B43"/>
          </p15:clr>
        </p15:guide>
        <p15:guide id="3" pos="340">
          <p15:clr>
            <a:srgbClr val="F26B43"/>
          </p15:clr>
        </p15:guide>
        <p15:guide id="4" pos="7340">
          <p15:clr>
            <a:srgbClr val="F26B43"/>
          </p15:clr>
        </p15:guide>
        <p15:guide id="5" orient="horz" pos="3982">
          <p15:clr>
            <a:srgbClr val="F26B43"/>
          </p15:clr>
        </p15:guide>
        <p15:guide id="8" orient="horz" pos="338">
          <p15:clr>
            <a:srgbClr val="F26B43"/>
          </p15:clr>
        </p15:guide>
        <p15:guide id="9" orient="horz" pos="2160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1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1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ktangel 3">
            <a:extLst>
              <a:ext uri="{FF2B5EF4-FFF2-40B4-BE49-F238E27FC236}">
                <a16:creationId xmlns:a16="http://schemas.microsoft.com/office/drawing/2014/main" id="{6D120F1E-0284-900C-D904-61DA60B13F10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01236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108000" rIns="108000" bIns="108000" rtlCol="0" anchor="t" anchorCtr="0"/>
          <a:lstStyle/>
          <a:p>
            <a:pPr algn="l"/>
            <a:endParaRPr lang="nb-NO" sz="1600" dirty="0">
              <a:solidFill>
                <a:schemeClr val="bg1"/>
              </a:solidFill>
            </a:endParaRPr>
          </a:p>
        </p:txBody>
      </p:sp>
      <p:sp>
        <p:nvSpPr>
          <p:cNvPr id="5" name="Rektangel 4">
            <a:extLst>
              <a:ext uri="{FF2B5EF4-FFF2-40B4-BE49-F238E27FC236}">
                <a16:creationId xmlns:a16="http://schemas.microsoft.com/office/drawing/2014/main" id="{35FD0F84-98D8-9153-2B78-F6F8D3FAAE57}"/>
              </a:ext>
            </a:extLst>
          </p:cNvPr>
          <p:cNvSpPr/>
          <p:nvPr/>
        </p:nvSpPr>
        <p:spPr>
          <a:xfrm>
            <a:off x="0" y="0"/>
            <a:ext cx="12192000" cy="101600"/>
          </a:xfrm>
          <a:prstGeom prst="rect">
            <a:avLst/>
          </a:prstGeom>
          <a:solidFill>
            <a:srgbClr val="00A3F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108000" rIns="108000" bIns="108000" rtlCol="0" anchor="t" anchorCtr="0"/>
          <a:lstStyle/>
          <a:p>
            <a:pPr algn="l"/>
            <a:endParaRPr lang="nb-NO" sz="1600" dirty="0">
              <a:solidFill>
                <a:schemeClr val="bg1"/>
              </a:solidFill>
            </a:endParaRPr>
          </a:p>
        </p:txBody>
      </p:sp>
      <p:sp>
        <p:nvSpPr>
          <p:cNvPr id="6" name="Rektangel 5">
            <a:extLst>
              <a:ext uri="{FF2B5EF4-FFF2-40B4-BE49-F238E27FC236}">
                <a16:creationId xmlns:a16="http://schemas.microsoft.com/office/drawing/2014/main" id="{16FC9242-8A33-DDD1-15AD-4F79F4AF66A4}"/>
              </a:ext>
            </a:extLst>
          </p:cNvPr>
          <p:cNvSpPr/>
          <p:nvPr/>
        </p:nvSpPr>
        <p:spPr>
          <a:xfrm>
            <a:off x="571500" y="381000"/>
            <a:ext cx="2794000" cy="355600"/>
          </a:xfrm>
          <a:prstGeom prst="rect">
            <a:avLst/>
          </a:prstGeom>
          <a:solidFill>
            <a:srgbClr val="005FCC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108000" rIns="108000" bIns="108000" rtlCol="0" anchor="t" anchorCtr="0"/>
          <a:lstStyle/>
          <a:p>
            <a:pPr algn="l"/>
            <a:r>
              <a:rPr lang="nb-NO" sz="1100" b="1">
                <a:solidFill>
                  <a:srgbClr val="FFFFFF"/>
                </a:solidFill>
                <a:latin typeface="Segoe UI" panose="020B0502040204020203" pitchFamily="34" charset="0"/>
              </a:rPr>
              <a:t>BESLUTNINGSUNDERLAG</a:t>
            </a:r>
            <a:endParaRPr lang="nb-NO" sz="1100" b="1" dirty="0">
              <a:solidFill>
                <a:srgbClr val="FFFFFF"/>
              </a:solidFill>
              <a:latin typeface="Segoe UI" panose="020B0502040204020203" pitchFamily="34" charset="0"/>
            </a:endParaRPr>
          </a:p>
        </p:txBody>
      </p:sp>
      <p:sp>
        <p:nvSpPr>
          <p:cNvPr id="7" name="TekstSylinder 6">
            <a:extLst>
              <a:ext uri="{FF2B5EF4-FFF2-40B4-BE49-F238E27FC236}">
                <a16:creationId xmlns:a16="http://schemas.microsoft.com/office/drawing/2014/main" id="{FAFB773E-6111-CEB1-433D-80C68F2DC55D}"/>
              </a:ext>
            </a:extLst>
          </p:cNvPr>
          <p:cNvSpPr txBox="1"/>
          <p:nvPr/>
        </p:nvSpPr>
        <p:spPr>
          <a:xfrm>
            <a:off x="533400" y="825500"/>
            <a:ext cx="8459624" cy="499176"/>
          </a:xfrm>
          <a:prstGeom prst="rect">
            <a:avLst/>
          </a:prstGeom>
          <a:noFill/>
        </p:spPr>
        <p:txBody>
          <a:bodyPr vert="horz" wrap="none" lIns="0" tIns="0" rIns="0" bIns="0" rtlCol="0">
            <a:spAutoFit/>
          </a:bodyPr>
          <a:lstStyle/>
          <a:p>
            <a:pPr marL="0" marR="0" indent="0" algn="l" defTabSz="9144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nb-NO" sz="320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Arial" panose="020B0604020202020204" pitchFamily="34" charset="0"/>
              </a:rPr>
              <a:t>Forvaltning og AI-agentstøtte for Free SIMs</a:t>
            </a:r>
            <a:endParaRPr kumimoji="0" lang="nb-NO" sz="3200" b="1" i="0" u="none" strike="noStrike" kern="1200" cap="none" spc="0" normalizeH="0" baseline="0" noProof="0" dirty="0" err="1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Segoe UI" panose="020B0502040204020203" pitchFamily="34" charset="0"/>
              <a:ea typeface="+mn-ea"/>
              <a:cs typeface="Arial" panose="020B0604020202020204" pitchFamily="34" charset="0"/>
            </a:endParaRPr>
          </a:p>
        </p:txBody>
      </p:sp>
      <p:sp>
        <p:nvSpPr>
          <p:cNvPr id="8" name="TekstSylinder 7">
            <a:extLst>
              <a:ext uri="{FF2B5EF4-FFF2-40B4-BE49-F238E27FC236}">
                <a16:creationId xmlns:a16="http://schemas.microsoft.com/office/drawing/2014/main" id="{59D65D0E-32A2-9048-46FF-1230FD2880D8}"/>
              </a:ext>
            </a:extLst>
          </p:cNvPr>
          <p:cNvSpPr txBox="1"/>
          <p:nvPr/>
        </p:nvSpPr>
        <p:spPr>
          <a:xfrm>
            <a:off x="558800" y="1549400"/>
            <a:ext cx="7766870" cy="233975"/>
          </a:xfrm>
          <a:prstGeom prst="rect">
            <a:avLst/>
          </a:prstGeom>
          <a:noFill/>
        </p:spPr>
        <p:txBody>
          <a:bodyPr vert="horz" wrap="none" lIns="0" tIns="0" rIns="0" bIns="0" rtlCol="0">
            <a:spAutoFit/>
          </a:bodyPr>
          <a:lstStyle/>
          <a:p>
            <a:pPr marL="0" marR="0" indent="0" algn="l" defTabSz="9144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nb-NO" sz="1500" b="1" i="0" u="none" strike="noStrike" kern="1200" cap="none" spc="0" normalizeH="0" baseline="0" noProof="0">
                <a:ln>
                  <a:noFill/>
                </a:ln>
                <a:solidFill>
                  <a:srgbClr val="38BDF8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Arial" panose="020B0604020202020204" pitchFamily="34" charset="0"/>
              </a:rPr>
              <a:t>Styringsmodell for 135 281 abonnementer  |  Oppfølging av GIA Audit &amp; ICFR NOR 72</a:t>
            </a:r>
            <a:endParaRPr kumimoji="0" lang="nb-NO" sz="1500" b="1" i="0" u="none" strike="noStrike" kern="1200" cap="none" spc="0" normalizeH="0" baseline="0" noProof="0" dirty="0" err="1">
              <a:ln>
                <a:noFill/>
              </a:ln>
              <a:solidFill>
                <a:srgbClr val="38BDF8"/>
              </a:solidFill>
              <a:effectLst/>
              <a:uLnTx/>
              <a:uFillTx/>
              <a:latin typeface="Segoe UI" panose="020B0502040204020203" pitchFamily="34" charset="0"/>
              <a:ea typeface="+mn-ea"/>
              <a:cs typeface="Arial" panose="020B0604020202020204" pitchFamily="34" charset="0"/>
            </a:endParaRPr>
          </a:p>
        </p:txBody>
      </p:sp>
      <p:sp>
        <p:nvSpPr>
          <p:cNvPr id="9" name="Rektangel 8">
            <a:extLst>
              <a:ext uri="{FF2B5EF4-FFF2-40B4-BE49-F238E27FC236}">
                <a16:creationId xmlns:a16="http://schemas.microsoft.com/office/drawing/2014/main" id="{289FD944-EC65-39A9-D321-4BDEEDAACECB}"/>
              </a:ext>
            </a:extLst>
          </p:cNvPr>
          <p:cNvSpPr/>
          <p:nvPr/>
        </p:nvSpPr>
        <p:spPr>
          <a:xfrm>
            <a:off x="571500" y="2159000"/>
            <a:ext cx="6350000" cy="4254500"/>
          </a:xfrm>
          <a:prstGeom prst="rect">
            <a:avLst/>
          </a:prstGeom>
          <a:solidFill>
            <a:srgbClr val="FFFFFF"/>
          </a:solidFill>
          <a:ln w="31750">
            <a:solidFill>
              <a:srgbClr val="00A3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108000" rIns="108000" bIns="108000" rtlCol="0" anchor="t" anchorCtr="0"/>
          <a:lstStyle/>
          <a:p>
            <a:pPr algn="l"/>
            <a:endParaRPr lang="nb-NO" sz="1600" dirty="0">
              <a:solidFill>
                <a:schemeClr val="bg1"/>
              </a:solidFill>
            </a:endParaRPr>
          </a:p>
        </p:txBody>
      </p:sp>
      <p:sp>
        <p:nvSpPr>
          <p:cNvPr id="10" name="Rektangel 9">
            <a:extLst>
              <a:ext uri="{FF2B5EF4-FFF2-40B4-BE49-F238E27FC236}">
                <a16:creationId xmlns:a16="http://schemas.microsoft.com/office/drawing/2014/main" id="{9F50545A-5E49-ED2B-8CFE-9F4EF01BC852}"/>
              </a:ext>
            </a:extLst>
          </p:cNvPr>
          <p:cNvSpPr/>
          <p:nvPr/>
        </p:nvSpPr>
        <p:spPr>
          <a:xfrm>
            <a:off x="571500" y="2159000"/>
            <a:ext cx="6350000" cy="508000"/>
          </a:xfrm>
          <a:prstGeom prst="rect">
            <a:avLst/>
          </a:prstGeom>
          <a:solidFill>
            <a:srgbClr val="001848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108000" rIns="108000" bIns="108000" rtlCol="0" anchor="t" anchorCtr="0"/>
          <a:lstStyle/>
          <a:p>
            <a:pPr algn="l"/>
            <a:r>
              <a:rPr lang="nb-NO" sz="1300" b="1">
                <a:solidFill>
                  <a:srgbClr val="FFFFFF"/>
                </a:solidFill>
                <a:latin typeface="Segoe UI" panose="020B0502040204020203" pitchFamily="34" charset="0"/>
              </a:rPr>
              <a:t>SAKSINNHOLD OG HOVEDFORMÅL</a:t>
            </a:r>
            <a:endParaRPr lang="nb-NO" sz="1300" b="1" dirty="0">
              <a:solidFill>
                <a:srgbClr val="FFFFFF"/>
              </a:solidFill>
              <a:latin typeface="Segoe UI" panose="020B0502040204020203" pitchFamily="34" charset="0"/>
            </a:endParaRPr>
          </a:p>
        </p:txBody>
      </p:sp>
      <p:sp>
        <p:nvSpPr>
          <p:cNvPr id="11" name="TekstSylinder 10">
            <a:extLst>
              <a:ext uri="{FF2B5EF4-FFF2-40B4-BE49-F238E27FC236}">
                <a16:creationId xmlns:a16="http://schemas.microsoft.com/office/drawing/2014/main" id="{6199F14C-63C1-9A3F-1364-864B80A2B289}"/>
              </a:ext>
            </a:extLst>
          </p:cNvPr>
          <p:cNvSpPr txBox="1"/>
          <p:nvPr/>
        </p:nvSpPr>
        <p:spPr>
          <a:xfrm>
            <a:off x="762000" y="2794000"/>
            <a:ext cx="5969000" cy="2724400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marL="0" marR="0" indent="0" algn="l" defTabSz="9144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nb-NO" sz="135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Arial" panose="020B0604020202020204" pitchFamily="34" charset="0"/>
              </a:rPr>
              <a:t>• Sak:
  Etablering av helhetlig styringsmodell (Prevent-Detect-Act-Improve) og AI-agentbasert kontroll for 135 281 Free SIMs.
• Hovedformål 1: AI-styrte stengelister
  For alle Free SIM skal det etableres AI-agentkapabiliteter som, basert på gjeldende regelsett gitt av GIA-forvaltningsregimet, utarbeider stengelister fortløpende som går til terminering.
• Hovedformål 2: Revisjon &amp; Inntektssikring
  Sikre Telenor mot inntektstap/svindel og oppnå 100 % revisjonssikker styring iht. GIA og ICFR NOR 72.</a:t>
            </a:r>
            <a:endParaRPr kumimoji="0" lang="nb-NO" sz="1350" b="0" i="0" u="none" strike="noStrike" kern="1200" cap="none" spc="0" normalizeH="0" baseline="0" noProof="0" dirty="0" err="1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Segoe UI" panose="020B0502040204020203" pitchFamily="34" charset="0"/>
              <a:ea typeface="+mn-ea"/>
              <a:cs typeface="Arial" panose="020B0604020202020204" pitchFamily="34" charset="0"/>
            </a:endParaRPr>
          </a:p>
        </p:txBody>
      </p:sp>
      <p:sp>
        <p:nvSpPr>
          <p:cNvPr id="12" name="Rektangel 11">
            <a:extLst>
              <a:ext uri="{FF2B5EF4-FFF2-40B4-BE49-F238E27FC236}">
                <a16:creationId xmlns:a16="http://schemas.microsoft.com/office/drawing/2014/main" id="{1F504821-53D5-1143-E765-26EA73B41DC7}"/>
              </a:ext>
            </a:extLst>
          </p:cNvPr>
          <p:cNvSpPr/>
          <p:nvPr/>
        </p:nvSpPr>
        <p:spPr>
          <a:xfrm>
            <a:off x="7175500" y="2159000"/>
            <a:ext cx="4445000" cy="4254500"/>
          </a:xfrm>
          <a:prstGeom prst="rect">
            <a:avLst/>
          </a:prstGeom>
          <a:solidFill>
            <a:srgbClr val="FFFFFF"/>
          </a:solidFill>
          <a:ln w="31750">
            <a:solidFill>
              <a:srgbClr val="00A3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108000" rIns="108000" bIns="108000" rtlCol="0" anchor="t" anchorCtr="0"/>
          <a:lstStyle/>
          <a:p>
            <a:pPr algn="l"/>
            <a:endParaRPr lang="nb-NO" sz="1600" dirty="0">
              <a:solidFill>
                <a:schemeClr val="bg1"/>
              </a:solidFill>
            </a:endParaRPr>
          </a:p>
        </p:txBody>
      </p:sp>
      <p:sp>
        <p:nvSpPr>
          <p:cNvPr id="13" name="Rektangel 12">
            <a:extLst>
              <a:ext uri="{FF2B5EF4-FFF2-40B4-BE49-F238E27FC236}">
                <a16:creationId xmlns:a16="http://schemas.microsoft.com/office/drawing/2014/main" id="{00EDCFDC-CD0F-E5CE-B140-36468A79B4BA}"/>
              </a:ext>
            </a:extLst>
          </p:cNvPr>
          <p:cNvSpPr/>
          <p:nvPr/>
        </p:nvSpPr>
        <p:spPr>
          <a:xfrm>
            <a:off x="7175500" y="2159000"/>
            <a:ext cx="4445000" cy="508000"/>
          </a:xfrm>
          <a:prstGeom prst="rect">
            <a:avLst/>
          </a:prstGeom>
          <a:solidFill>
            <a:srgbClr val="005FCC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108000" rIns="108000" bIns="108000" rtlCol="0" anchor="t" anchorCtr="0"/>
          <a:lstStyle/>
          <a:p>
            <a:pPr algn="l"/>
            <a:r>
              <a:rPr lang="nb-NO" sz="1300" b="1">
                <a:solidFill>
                  <a:srgbClr val="FFFFFF"/>
                </a:solidFill>
                <a:latin typeface="Segoe UI" panose="020B0502040204020203" pitchFamily="34" charset="0"/>
              </a:rPr>
              <a:t>ROLLER OG SAKSINFORMASJON</a:t>
            </a:r>
            <a:endParaRPr lang="nb-NO" sz="1300" b="1" dirty="0">
              <a:solidFill>
                <a:srgbClr val="FFFFFF"/>
              </a:solidFill>
              <a:latin typeface="Segoe UI" panose="020B0502040204020203" pitchFamily="34" charset="0"/>
            </a:endParaRPr>
          </a:p>
        </p:txBody>
      </p:sp>
      <p:sp>
        <p:nvSpPr>
          <p:cNvPr id="14" name="TekstSylinder 13">
            <a:extLst>
              <a:ext uri="{FF2B5EF4-FFF2-40B4-BE49-F238E27FC236}">
                <a16:creationId xmlns:a16="http://schemas.microsoft.com/office/drawing/2014/main" id="{691C3162-9DBF-D3D7-D29D-4FF314898476}"/>
              </a:ext>
            </a:extLst>
          </p:cNvPr>
          <p:cNvSpPr txBox="1"/>
          <p:nvPr/>
        </p:nvSpPr>
        <p:spPr>
          <a:xfrm>
            <a:off x="7340600" y="2794000"/>
            <a:ext cx="4114800" cy="2724400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marL="0" marR="0" indent="0" algn="l" defTabSz="9144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nb-NO" sz="135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Arial" panose="020B0604020202020204" pitchFamily="34" charset="0"/>
              </a:rPr>
              <a:t>• Saksinnmelder:
   Tor Marstein (Telenor Business)
• Ansvarlige for kontrollen:
   - Tor Marstein (SPOC Business)
   - Geir Kolstad (SPOC Technology)
• Målgruppe:
   Ledelsen i Telenor Business / GIA Forum
• Dato &amp; Status:
   18. september 2026  |  Til beslutning</a:t>
            </a:r>
            <a:endParaRPr kumimoji="0" lang="nb-NO" sz="1350" b="0" i="0" u="none" strike="noStrike" kern="1200" cap="none" spc="0" normalizeH="0" baseline="0" noProof="0" dirty="0" err="1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Segoe UI" panose="020B0502040204020203" pitchFamily="34" charset="0"/>
              <a:ea typeface="+mn-ea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31899499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:adec="http://schemas.microsoft.com/office/drawing/2017/decorative" xmlns:a16="http://schemas.microsoft.com/office/drawing/2014/main" xmlns="">
      <p:transition spd="med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tel 1">
            <a:extLst>
              <a:ext uri="{FF2B5EF4-FFF2-40B4-BE49-F238E27FC236}">
                <a16:creationId xmlns:a16="http://schemas.microsoft.com/office/drawing/2014/main" id="{FBB692CB-8438-4797-423B-B6BF2CBF2D3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nb-NO"/>
          </a:p>
        </p:txBody>
      </p:sp>
      <p:sp>
        <p:nvSpPr>
          <p:cNvPr id="3" name="Plassholder for lysbildenummer 2">
            <a:extLst>
              <a:ext uri="{FF2B5EF4-FFF2-40B4-BE49-F238E27FC236}">
                <a16:creationId xmlns:a16="http://schemas.microsoft.com/office/drawing/2014/main" id="{92A6828F-744D-A63A-233C-F3E67AFFFCA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8810A5-7811-344D-9AE9-EC83104FB54D}" type="slidenum">
              <a:rPr lang="en-GB" smtClean="0"/>
              <a:t>2</a:t>
            </a:fld>
            <a:endParaRPr lang="en-GB"/>
          </a:p>
        </p:txBody>
      </p:sp>
      <p:sp>
        <p:nvSpPr>
          <p:cNvPr id="4" name="Rektangel 3">
            <a:extLst>
              <a:ext uri="{FF2B5EF4-FFF2-40B4-BE49-F238E27FC236}">
                <a16:creationId xmlns:a16="http://schemas.microsoft.com/office/drawing/2014/main" id="{64CC3499-10A0-4D00-1518-A346CE294370}"/>
              </a:ext>
            </a:extLst>
          </p:cNvPr>
          <p:cNvSpPr/>
          <p:nvPr/>
        </p:nvSpPr>
        <p:spPr>
          <a:xfrm>
            <a:off x="0" y="0"/>
            <a:ext cx="12192000" cy="76200"/>
          </a:xfrm>
          <a:prstGeom prst="rect">
            <a:avLst/>
          </a:prstGeom>
          <a:solidFill>
            <a:srgbClr val="005FCC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108000" rIns="108000" bIns="108000" rtlCol="0" anchor="t" anchorCtr="0"/>
          <a:lstStyle/>
          <a:p>
            <a:pPr algn="l"/>
            <a:endParaRPr lang="nb-NO" sz="1600" dirty="0">
              <a:solidFill>
                <a:schemeClr val="bg1"/>
              </a:solidFill>
            </a:endParaRPr>
          </a:p>
        </p:txBody>
      </p:sp>
      <p:sp>
        <p:nvSpPr>
          <p:cNvPr id="5" name="Rektangel 4">
            <a:extLst>
              <a:ext uri="{FF2B5EF4-FFF2-40B4-BE49-F238E27FC236}">
                <a16:creationId xmlns:a16="http://schemas.microsoft.com/office/drawing/2014/main" id="{471A40D5-9B2A-12B4-8256-699370902AA2}"/>
              </a:ext>
            </a:extLst>
          </p:cNvPr>
          <p:cNvSpPr/>
          <p:nvPr/>
        </p:nvSpPr>
        <p:spPr>
          <a:xfrm>
            <a:off x="571500" y="228600"/>
            <a:ext cx="2921000" cy="304800"/>
          </a:xfrm>
          <a:prstGeom prst="rect">
            <a:avLst/>
          </a:prstGeom>
          <a:solidFill>
            <a:srgbClr val="001848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108000" rIns="108000" bIns="108000" rtlCol="0" anchor="t" anchorCtr="0"/>
          <a:lstStyle/>
          <a:p>
            <a:pPr algn="l"/>
            <a:r>
              <a:rPr lang="nb-NO" sz="1000" b="1">
                <a:solidFill>
                  <a:srgbClr val="FFFFFF"/>
                </a:solidFill>
                <a:latin typeface="Segoe UI" panose="020B0502040204020203" pitchFamily="34" charset="0"/>
              </a:rPr>
              <a:t>BAKGRUNN &amp; KONTEKST</a:t>
            </a:r>
            <a:endParaRPr lang="nb-NO" sz="1000" b="1" dirty="0">
              <a:solidFill>
                <a:srgbClr val="FFFFFF"/>
              </a:solidFill>
              <a:latin typeface="Segoe UI" panose="020B0502040204020203" pitchFamily="34" charset="0"/>
            </a:endParaRPr>
          </a:p>
        </p:txBody>
      </p:sp>
      <p:sp>
        <p:nvSpPr>
          <p:cNvPr id="6" name="TekstSylinder 5">
            <a:extLst>
              <a:ext uri="{FF2B5EF4-FFF2-40B4-BE49-F238E27FC236}">
                <a16:creationId xmlns:a16="http://schemas.microsoft.com/office/drawing/2014/main" id="{F6A15FF7-E740-29C4-9A62-3792651E57F2}"/>
              </a:ext>
            </a:extLst>
          </p:cNvPr>
          <p:cNvSpPr txBox="1"/>
          <p:nvPr/>
        </p:nvSpPr>
        <p:spPr>
          <a:xfrm>
            <a:off x="533400" y="558800"/>
            <a:ext cx="6191310" cy="343171"/>
          </a:xfrm>
          <a:prstGeom prst="rect">
            <a:avLst/>
          </a:prstGeom>
          <a:noFill/>
        </p:spPr>
        <p:txBody>
          <a:bodyPr vert="horz" wrap="none" lIns="0" tIns="0" rIns="0" bIns="0" rtlCol="0">
            <a:spAutoFit/>
          </a:bodyPr>
          <a:lstStyle/>
          <a:p>
            <a:pPr marL="0" marR="0" indent="0" algn="l" defTabSz="9144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nb-NO" sz="2200" b="1" i="0" u="none" strike="noStrike" kern="1200" cap="none" spc="0" normalizeH="0" baseline="0" noProof="0">
                <a:ln>
                  <a:noFill/>
                </a:ln>
                <a:solidFill>
                  <a:srgbClr val="001848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Arial" panose="020B0604020202020204" pitchFamily="34" charset="0"/>
              </a:rPr>
              <a:t>Hvorfor kreves det et nytt forvaltningsregime?</a:t>
            </a:r>
            <a:endParaRPr kumimoji="0" lang="nb-NO" sz="2200" b="1" i="0" u="none" strike="noStrike" kern="1200" cap="none" spc="0" normalizeH="0" baseline="0" noProof="0" dirty="0" err="1">
              <a:ln>
                <a:noFill/>
              </a:ln>
              <a:solidFill>
                <a:srgbClr val="001848"/>
              </a:solidFill>
              <a:effectLst/>
              <a:uLnTx/>
              <a:uFillTx/>
              <a:latin typeface="Segoe UI" panose="020B0502040204020203" pitchFamily="34" charset="0"/>
              <a:ea typeface="+mn-ea"/>
              <a:cs typeface="Arial" panose="020B0604020202020204" pitchFamily="34" charset="0"/>
            </a:endParaRPr>
          </a:p>
        </p:txBody>
      </p:sp>
      <p:sp>
        <p:nvSpPr>
          <p:cNvPr id="7" name="Rektangel 6">
            <a:extLst>
              <a:ext uri="{FF2B5EF4-FFF2-40B4-BE49-F238E27FC236}">
                <a16:creationId xmlns:a16="http://schemas.microsoft.com/office/drawing/2014/main" id="{BCB561D0-3266-22EC-11B1-15EC72E86012}"/>
              </a:ext>
            </a:extLst>
          </p:cNvPr>
          <p:cNvSpPr/>
          <p:nvPr/>
        </p:nvSpPr>
        <p:spPr>
          <a:xfrm>
            <a:off x="571500" y="1206500"/>
            <a:ext cx="5334000" cy="5207000"/>
          </a:xfrm>
          <a:prstGeom prst="rect">
            <a:avLst/>
          </a:prstGeom>
          <a:solidFill>
            <a:srgbClr val="FFFFFF"/>
          </a:solidFill>
          <a:ln w="25400">
            <a:solidFill>
              <a:srgbClr val="00184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108000" rIns="108000" bIns="108000" rtlCol="0" anchor="t" anchorCtr="0"/>
          <a:lstStyle/>
          <a:p>
            <a:pPr algn="l"/>
            <a:endParaRPr lang="nb-NO" sz="1600" dirty="0">
              <a:solidFill>
                <a:schemeClr val="bg1"/>
              </a:solidFill>
            </a:endParaRPr>
          </a:p>
        </p:txBody>
      </p:sp>
      <p:sp>
        <p:nvSpPr>
          <p:cNvPr id="8" name="Rektangel 7">
            <a:extLst>
              <a:ext uri="{FF2B5EF4-FFF2-40B4-BE49-F238E27FC236}">
                <a16:creationId xmlns:a16="http://schemas.microsoft.com/office/drawing/2014/main" id="{AD40D949-0665-4C2B-10CC-2578B1C7A8AC}"/>
              </a:ext>
            </a:extLst>
          </p:cNvPr>
          <p:cNvSpPr/>
          <p:nvPr/>
        </p:nvSpPr>
        <p:spPr>
          <a:xfrm>
            <a:off x="571500" y="1206500"/>
            <a:ext cx="5334000" cy="508000"/>
          </a:xfrm>
          <a:prstGeom prst="rect">
            <a:avLst/>
          </a:prstGeom>
          <a:solidFill>
            <a:srgbClr val="001848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108000" rIns="108000" bIns="108000" rtlCol="0" anchor="t" anchorCtr="0"/>
          <a:lstStyle/>
          <a:p>
            <a:pPr algn="l"/>
            <a:r>
              <a:rPr lang="nb-NO" sz="1400" b="1">
                <a:solidFill>
                  <a:srgbClr val="FFFFFF"/>
                </a:solidFill>
                <a:latin typeface="Segoe UI" panose="020B0502040204020203" pitchFamily="34" charset="0"/>
              </a:rPr>
              <a:t>GIA &amp; ICFR Styringskrav</a:t>
            </a:r>
            <a:endParaRPr lang="nb-NO" sz="1400" b="1" dirty="0">
              <a:solidFill>
                <a:srgbClr val="FFFFFF"/>
              </a:solidFill>
              <a:latin typeface="Segoe UI" panose="020B0502040204020203" pitchFamily="34" charset="0"/>
            </a:endParaRPr>
          </a:p>
        </p:txBody>
      </p:sp>
      <p:sp>
        <p:nvSpPr>
          <p:cNvPr id="9" name="TekstSylinder 8">
            <a:extLst>
              <a:ext uri="{FF2B5EF4-FFF2-40B4-BE49-F238E27FC236}">
                <a16:creationId xmlns:a16="http://schemas.microsoft.com/office/drawing/2014/main" id="{524643E6-EA23-06E5-C353-71187837B0A7}"/>
              </a:ext>
            </a:extLst>
          </p:cNvPr>
          <p:cNvSpPr txBox="1"/>
          <p:nvPr/>
        </p:nvSpPr>
        <p:spPr>
          <a:xfrm>
            <a:off x="762000" y="1841500"/>
            <a:ext cx="4953000" cy="2114297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marL="0" marR="0" indent="0" algn="l" defTabSz="9144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nb-NO" sz="1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Arial" panose="020B0604020202020204" pitchFamily="34" charset="0"/>
              </a:rPr>
              <a:t>• GIA Audit: Avdekket behov for vesentlig forbedret formålssporing og kostnadskontroll på SIM dekket av Telenor Norge.
• ICFR NOR 72: Pålegger årlig CxO-verifisering av oppnevnte divisjons-SPOC-er og kvartalsvise kontroller.
• 135 000+ abonnementer: Ligger i dag spredt over mer enn 1 300 kontoer uten helautomatisk bevisføring på gyldighet.</a:t>
            </a:r>
            <a:endParaRPr kumimoji="0" lang="nb-NO" sz="1400" b="0" i="0" u="none" strike="noStrike" kern="1200" cap="none" spc="0" normalizeH="0" baseline="0" noProof="0" dirty="0" err="1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Segoe UI" panose="020B0502040204020203" pitchFamily="34" charset="0"/>
              <a:ea typeface="+mn-ea"/>
              <a:cs typeface="Arial" panose="020B0604020202020204" pitchFamily="34" charset="0"/>
            </a:endParaRPr>
          </a:p>
        </p:txBody>
      </p:sp>
      <p:sp>
        <p:nvSpPr>
          <p:cNvPr id="10" name="Rektangel 9">
            <a:extLst>
              <a:ext uri="{FF2B5EF4-FFF2-40B4-BE49-F238E27FC236}">
                <a16:creationId xmlns:a16="http://schemas.microsoft.com/office/drawing/2014/main" id="{1EB7A9FB-3276-1D30-2A8D-829FE0E2F27A}"/>
              </a:ext>
            </a:extLst>
          </p:cNvPr>
          <p:cNvSpPr/>
          <p:nvPr/>
        </p:nvSpPr>
        <p:spPr>
          <a:xfrm>
            <a:off x="6286500" y="1206500"/>
            <a:ext cx="5334000" cy="5207000"/>
          </a:xfrm>
          <a:prstGeom prst="rect">
            <a:avLst/>
          </a:prstGeom>
          <a:solidFill>
            <a:srgbClr val="FFFFFF"/>
          </a:solidFill>
          <a:ln w="25400">
            <a:solidFill>
              <a:srgbClr val="C2410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108000" rIns="108000" bIns="108000" rtlCol="0" anchor="t" anchorCtr="0"/>
          <a:lstStyle/>
          <a:p>
            <a:pPr algn="l"/>
            <a:endParaRPr lang="nb-NO" sz="1600" dirty="0">
              <a:solidFill>
                <a:schemeClr val="bg1"/>
              </a:solidFill>
            </a:endParaRPr>
          </a:p>
        </p:txBody>
      </p:sp>
      <p:sp>
        <p:nvSpPr>
          <p:cNvPr id="11" name="Rektangel 10">
            <a:extLst>
              <a:ext uri="{FF2B5EF4-FFF2-40B4-BE49-F238E27FC236}">
                <a16:creationId xmlns:a16="http://schemas.microsoft.com/office/drawing/2014/main" id="{84E263B8-60FA-6130-A114-C3C805E8307A}"/>
              </a:ext>
            </a:extLst>
          </p:cNvPr>
          <p:cNvSpPr/>
          <p:nvPr/>
        </p:nvSpPr>
        <p:spPr>
          <a:xfrm>
            <a:off x="6286500" y="1206500"/>
            <a:ext cx="5334000" cy="508000"/>
          </a:xfrm>
          <a:prstGeom prst="rect">
            <a:avLst/>
          </a:prstGeom>
          <a:solidFill>
            <a:srgbClr val="C2410C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108000" rIns="108000" bIns="108000" rtlCol="0" anchor="t" anchorCtr="0"/>
          <a:lstStyle/>
          <a:p>
            <a:pPr algn="l"/>
            <a:r>
              <a:rPr lang="nb-NO" sz="1400" b="1">
                <a:solidFill>
                  <a:srgbClr val="FFFFFF"/>
                </a:solidFill>
                <a:latin typeface="Segoe UI" panose="020B0502040204020203" pitchFamily="34" charset="0"/>
              </a:rPr>
              <a:t>Identifiserte Hovedrisikoer</a:t>
            </a:r>
            <a:endParaRPr lang="nb-NO" sz="1400" b="1" dirty="0">
              <a:solidFill>
                <a:srgbClr val="FFFFFF"/>
              </a:solidFill>
              <a:latin typeface="Segoe UI" panose="020B0502040204020203" pitchFamily="34" charset="0"/>
            </a:endParaRPr>
          </a:p>
        </p:txBody>
      </p:sp>
      <p:sp>
        <p:nvSpPr>
          <p:cNvPr id="12" name="TekstSylinder 11">
            <a:extLst>
              <a:ext uri="{FF2B5EF4-FFF2-40B4-BE49-F238E27FC236}">
                <a16:creationId xmlns:a16="http://schemas.microsoft.com/office/drawing/2014/main" id="{E85B1B72-44E2-5A76-B507-936EA19E7E86}"/>
              </a:ext>
            </a:extLst>
          </p:cNvPr>
          <p:cNvSpPr txBox="1"/>
          <p:nvPr/>
        </p:nvSpPr>
        <p:spPr>
          <a:xfrm>
            <a:off x="6477000" y="1841500"/>
            <a:ext cx="4953000" cy="2351285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marL="0" marR="0" indent="0" algn="l" defTabSz="9144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nb-NO" sz="1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Arial" panose="020B0604020202020204" pitchFamily="34" charset="0"/>
              </a:rPr>
              <a:t>1. 'Døde' MBN/NC-nummer:
Logiske nummer som henger igjen etter opphørte kundeforhold eller avtalenedgraderinger.
2. Økonomisk eksponering:
Risiko for at Telenor dekker abonnementer som burde vært viderefakturert kunder eller stengt.
3. Sikkerhet &amp; Fraud:
Test-SIM i omløp uten aktiv kontrolleier eller tidsbegrensning.</a:t>
            </a:r>
            <a:endParaRPr kumimoji="0" lang="nb-NO" sz="1400" b="0" i="0" u="none" strike="noStrike" kern="1200" cap="none" spc="0" normalizeH="0" baseline="0" noProof="0" dirty="0" err="1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Segoe UI" panose="020B0502040204020203" pitchFamily="34" charset="0"/>
              <a:ea typeface="+mn-ea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02994933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:adec="http://schemas.microsoft.com/office/drawing/2017/decorative" xmlns:a16="http://schemas.microsoft.com/office/drawing/2014/main" xmlns="">
      <p:transition spd="med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tel 1">
            <a:extLst>
              <a:ext uri="{FF2B5EF4-FFF2-40B4-BE49-F238E27FC236}">
                <a16:creationId xmlns:a16="http://schemas.microsoft.com/office/drawing/2014/main" id="{064B8AE7-D478-726B-41F0-483CE16B7A2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nb-NO"/>
          </a:p>
        </p:txBody>
      </p:sp>
      <p:sp>
        <p:nvSpPr>
          <p:cNvPr id="3" name="Plassholder for lysbildenummer 2">
            <a:extLst>
              <a:ext uri="{FF2B5EF4-FFF2-40B4-BE49-F238E27FC236}">
                <a16:creationId xmlns:a16="http://schemas.microsoft.com/office/drawing/2014/main" id="{F8159A5E-1F28-6779-8D9A-52380F2FDF3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8810A5-7811-344D-9AE9-EC83104FB54D}" type="slidenum">
              <a:rPr lang="en-GB" smtClean="0"/>
              <a:t>3</a:t>
            </a:fld>
            <a:endParaRPr lang="en-GB"/>
          </a:p>
        </p:txBody>
      </p:sp>
      <p:sp>
        <p:nvSpPr>
          <p:cNvPr id="4" name="Rektangel 3">
            <a:extLst>
              <a:ext uri="{FF2B5EF4-FFF2-40B4-BE49-F238E27FC236}">
                <a16:creationId xmlns:a16="http://schemas.microsoft.com/office/drawing/2014/main" id="{40971274-2160-E2AB-71D7-C5A57D1A9325}"/>
              </a:ext>
            </a:extLst>
          </p:cNvPr>
          <p:cNvSpPr/>
          <p:nvPr/>
        </p:nvSpPr>
        <p:spPr>
          <a:xfrm>
            <a:off x="0" y="0"/>
            <a:ext cx="12192000" cy="76200"/>
          </a:xfrm>
          <a:prstGeom prst="rect">
            <a:avLst/>
          </a:prstGeom>
          <a:solidFill>
            <a:srgbClr val="005FCC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108000" rIns="108000" bIns="108000" rtlCol="0" anchor="t" anchorCtr="0"/>
          <a:lstStyle/>
          <a:p>
            <a:pPr algn="l"/>
            <a:endParaRPr lang="nb-NO" sz="1600" dirty="0">
              <a:solidFill>
                <a:schemeClr val="bg1"/>
              </a:solidFill>
            </a:endParaRPr>
          </a:p>
        </p:txBody>
      </p:sp>
      <p:sp>
        <p:nvSpPr>
          <p:cNvPr id="5" name="Rektangel 4">
            <a:extLst>
              <a:ext uri="{FF2B5EF4-FFF2-40B4-BE49-F238E27FC236}">
                <a16:creationId xmlns:a16="http://schemas.microsoft.com/office/drawing/2014/main" id="{749049FD-901A-2DF4-1F90-A2958F85BB81}"/>
              </a:ext>
            </a:extLst>
          </p:cNvPr>
          <p:cNvSpPr/>
          <p:nvPr/>
        </p:nvSpPr>
        <p:spPr>
          <a:xfrm>
            <a:off x="571500" y="228600"/>
            <a:ext cx="2921000" cy="304800"/>
          </a:xfrm>
          <a:prstGeom prst="rect">
            <a:avLst/>
          </a:prstGeom>
          <a:solidFill>
            <a:srgbClr val="001848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108000" rIns="108000" bIns="108000" rtlCol="0" anchor="t" anchorCtr="0"/>
          <a:lstStyle/>
          <a:p>
            <a:pPr algn="l"/>
            <a:r>
              <a:rPr lang="nb-NO" sz="1000" b="1">
                <a:solidFill>
                  <a:srgbClr val="FFFFFF"/>
                </a:solidFill>
                <a:latin typeface="Segoe UI" panose="020B0502040204020203" pitchFamily="34" charset="0"/>
              </a:rPr>
              <a:t>PORTEFØLJEANALYSE</a:t>
            </a:r>
            <a:endParaRPr lang="nb-NO" sz="1000" b="1" dirty="0">
              <a:solidFill>
                <a:srgbClr val="FFFFFF"/>
              </a:solidFill>
              <a:latin typeface="Segoe UI" panose="020B0502040204020203" pitchFamily="34" charset="0"/>
            </a:endParaRPr>
          </a:p>
        </p:txBody>
      </p:sp>
      <p:sp>
        <p:nvSpPr>
          <p:cNvPr id="6" name="TekstSylinder 5">
            <a:extLst>
              <a:ext uri="{FF2B5EF4-FFF2-40B4-BE49-F238E27FC236}">
                <a16:creationId xmlns:a16="http://schemas.microsoft.com/office/drawing/2014/main" id="{E753BE8C-482B-0186-8335-145A922822B6}"/>
              </a:ext>
            </a:extLst>
          </p:cNvPr>
          <p:cNvSpPr txBox="1"/>
          <p:nvPr/>
        </p:nvSpPr>
        <p:spPr>
          <a:xfrm>
            <a:off x="533400" y="558800"/>
            <a:ext cx="7282315" cy="343171"/>
          </a:xfrm>
          <a:prstGeom prst="rect">
            <a:avLst/>
          </a:prstGeom>
          <a:noFill/>
        </p:spPr>
        <p:txBody>
          <a:bodyPr vert="horz" wrap="none" lIns="0" tIns="0" rIns="0" bIns="0" rtlCol="0">
            <a:spAutoFit/>
          </a:bodyPr>
          <a:lstStyle/>
          <a:p>
            <a:pPr marL="0" marR="0" indent="0" algn="l" defTabSz="9144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nb-NO" sz="2200" b="1" i="0" u="none" strike="noStrike" kern="1200" cap="none" spc="0" normalizeH="0" baseline="0" noProof="0">
                <a:ln>
                  <a:noFill/>
                </a:ln>
                <a:solidFill>
                  <a:srgbClr val="001848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Arial" panose="020B0604020202020204" pitchFamily="34" charset="0"/>
              </a:rPr>
              <a:t>Dagens nummerbase: 135 281 Free SIM-abonnementer</a:t>
            </a:r>
            <a:endParaRPr kumimoji="0" lang="nb-NO" sz="2200" b="1" i="0" u="none" strike="noStrike" kern="1200" cap="none" spc="0" normalizeH="0" baseline="0" noProof="0" dirty="0" err="1">
              <a:ln>
                <a:noFill/>
              </a:ln>
              <a:solidFill>
                <a:srgbClr val="001848"/>
              </a:solidFill>
              <a:effectLst/>
              <a:uLnTx/>
              <a:uFillTx/>
              <a:latin typeface="Segoe UI" panose="020B0502040204020203" pitchFamily="34" charset="0"/>
              <a:ea typeface="+mn-ea"/>
              <a:cs typeface="Arial" panose="020B0604020202020204" pitchFamily="34" charset="0"/>
            </a:endParaRPr>
          </a:p>
        </p:txBody>
      </p:sp>
      <p:sp>
        <p:nvSpPr>
          <p:cNvPr id="7" name="Rektangel 6">
            <a:extLst>
              <a:ext uri="{FF2B5EF4-FFF2-40B4-BE49-F238E27FC236}">
                <a16:creationId xmlns:a16="http://schemas.microsoft.com/office/drawing/2014/main" id="{329AE308-55F1-E2EE-0EF6-28353854D547}"/>
              </a:ext>
            </a:extLst>
          </p:cNvPr>
          <p:cNvSpPr/>
          <p:nvPr/>
        </p:nvSpPr>
        <p:spPr>
          <a:xfrm>
            <a:off x="571500" y="1143000"/>
            <a:ext cx="3429000" cy="1714500"/>
          </a:xfrm>
          <a:prstGeom prst="rect">
            <a:avLst/>
          </a:prstGeom>
          <a:solidFill>
            <a:srgbClr val="001848"/>
          </a:solidFill>
          <a:ln w="25400">
            <a:solidFill>
              <a:srgbClr val="00184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108000" rIns="108000" bIns="108000" rtlCol="0" anchor="t" anchorCtr="0"/>
          <a:lstStyle/>
          <a:p>
            <a:pPr algn="l"/>
            <a:endParaRPr lang="nb-NO" sz="1600" dirty="0">
              <a:solidFill>
                <a:schemeClr val="bg1"/>
              </a:solidFill>
            </a:endParaRPr>
          </a:p>
        </p:txBody>
      </p:sp>
      <p:sp>
        <p:nvSpPr>
          <p:cNvPr id="8" name="TekstSylinder 7">
            <a:extLst>
              <a:ext uri="{FF2B5EF4-FFF2-40B4-BE49-F238E27FC236}">
                <a16:creationId xmlns:a16="http://schemas.microsoft.com/office/drawing/2014/main" id="{DD75BF2E-0E37-0996-A859-15060A9E0F63}"/>
              </a:ext>
            </a:extLst>
          </p:cNvPr>
          <p:cNvSpPr txBox="1"/>
          <p:nvPr/>
        </p:nvSpPr>
        <p:spPr>
          <a:xfrm>
            <a:off x="698500" y="1244600"/>
            <a:ext cx="2125454" cy="1030923"/>
          </a:xfrm>
          <a:prstGeom prst="rect">
            <a:avLst/>
          </a:prstGeom>
          <a:noFill/>
        </p:spPr>
        <p:txBody>
          <a:bodyPr vert="horz" wrap="none" lIns="0" tIns="0" rIns="0" bIns="0" rtlCol="0">
            <a:spAutoFit/>
          </a:bodyPr>
          <a:lstStyle/>
          <a:p>
            <a:pPr marL="0" marR="0" indent="0" algn="l" defTabSz="9144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nb-NO" sz="3400" b="1" i="0" u="none" strike="noStrike" kern="1200" cap="none" spc="0" normalizeH="0" baseline="0" noProof="0">
                <a:ln>
                  <a:noFill/>
                </a:ln>
                <a:solidFill>
                  <a:srgbClr val="FACC15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Arial" panose="020B0604020202020204" pitchFamily="34" charset="0"/>
              </a:rPr>
              <a:t>135 281
</a:t>
            </a:r>
            <a:r>
              <a:rPr kumimoji="0" lang="nb-NO" sz="14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Arial" panose="020B0604020202020204" pitchFamily="34" charset="0"/>
              </a:rPr>
              <a:t>Totalt volum Free SIM
Fordelt på &gt; 1 300 kontoer</a:t>
            </a:r>
            <a:endParaRPr kumimoji="0" lang="nb-NO" sz="1400" b="0" i="0" u="none" strike="noStrike" kern="1200" cap="none" spc="0" normalizeH="0" baseline="0" noProof="0" dirty="0" err="1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Segoe UI" panose="020B0502040204020203" pitchFamily="34" charset="0"/>
              <a:ea typeface="+mn-ea"/>
              <a:cs typeface="Arial" panose="020B0604020202020204" pitchFamily="34" charset="0"/>
            </a:endParaRPr>
          </a:p>
        </p:txBody>
      </p:sp>
      <p:sp>
        <p:nvSpPr>
          <p:cNvPr id="9" name="Rektangel 8">
            <a:extLst>
              <a:ext uri="{FF2B5EF4-FFF2-40B4-BE49-F238E27FC236}">
                <a16:creationId xmlns:a16="http://schemas.microsoft.com/office/drawing/2014/main" id="{658BFE2B-F701-0E0E-5154-3281A028ED51}"/>
              </a:ext>
            </a:extLst>
          </p:cNvPr>
          <p:cNvSpPr/>
          <p:nvPr/>
        </p:nvSpPr>
        <p:spPr>
          <a:xfrm>
            <a:off x="4381500" y="1143000"/>
            <a:ext cx="3429000" cy="1714500"/>
          </a:xfrm>
          <a:prstGeom prst="rect">
            <a:avLst/>
          </a:prstGeom>
          <a:solidFill>
            <a:srgbClr val="005FCC"/>
          </a:solidFill>
          <a:ln w="25400">
            <a:solidFill>
              <a:srgbClr val="005FC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108000" rIns="108000" bIns="108000" rtlCol="0" anchor="t" anchorCtr="0"/>
          <a:lstStyle/>
          <a:p>
            <a:pPr algn="l"/>
            <a:endParaRPr lang="nb-NO" sz="1600" dirty="0">
              <a:solidFill>
                <a:schemeClr val="bg1"/>
              </a:solidFill>
            </a:endParaRPr>
          </a:p>
        </p:txBody>
      </p:sp>
      <p:sp>
        <p:nvSpPr>
          <p:cNvPr id="10" name="TekstSylinder 9">
            <a:extLst>
              <a:ext uri="{FF2B5EF4-FFF2-40B4-BE49-F238E27FC236}">
                <a16:creationId xmlns:a16="http://schemas.microsoft.com/office/drawing/2014/main" id="{738B332C-11E8-5336-12A9-DCA6DA6C87F6}"/>
              </a:ext>
            </a:extLst>
          </p:cNvPr>
          <p:cNvSpPr txBox="1"/>
          <p:nvPr/>
        </p:nvSpPr>
        <p:spPr>
          <a:xfrm>
            <a:off x="4508500" y="1244600"/>
            <a:ext cx="2705869" cy="963212"/>
          </a:xfrm>
          <a:prstGeom prst="rect">
            <a:avLst/>
          </a:prstGeom>
          <a:noFill/>
        </p:spPr>
        <p:txBody>
          <a:bodyPr vert="horz" wrap="none" lIns="0" tIns="0" rIns="0" bIns="0" rtlCol="0">
            <a:spAutoFit/>
          </a:bodyPr>
          <a:lstStyle/>
          <a:p>
            <a:pPr marL="0" marR="0" indent="0" algn="l" defTabSz="9144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nb-NO" sz="300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Arial" panose="020B0604020202020204" pitchFamily="34" charset="0"/>
              </a:rPr>
              <a:t>113 772 (84 %)
</a:t>
            </a:r>
            <a:r>
              <a:rPr kumimoji="0" lang="nb-NO" sz="14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Arial" panose="020B0604020202020204" pitchFamily="34" charset="0"/>
              </a:rPr>
              <a:t>Logiske nummer (MBN/NC)
Regelbasert validering</a:t>
            </a:r>
            <a:endParaRPr kumimoji="0" lang="nb-NO" sz="1400" b="0" i="0" u="none" strike="noStrike" kern="1200" cap="none" spc="0" normalizeH="0" baseline="0" noProof="0" dirty="0" err="1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Segoe UI" panose="020B0502040204020203" pitchFamily="34" charset="0"/>
              <a:ea typeface="+mn-ea"/>
              <a:cs typeface="Arial" panose="020B0604020202020204" pitchFamily="34" charset="0"/>
            </a:endParaRPr>
          </a:p>
        </p:txBody>
      </p:sp>
      <p:sp>
        <p:nvSpPr>
          <p:cNvPr id="11" name="Rektangel 10">
            <a:extLst>
              <a:ext uri="{FF2B5EF4-FFF2-40B4-BE49-F238E27FC236}">
                <a16:creationId xmlns:a16="http://schemas.microsoft.com/office/drawing/2014/main" id="{753B26C4-B242-8422-0DAE-6E56DC3C2223}"/>
              </a:ext>
            </a:extLst>
          </p:cNvPr>
          <p:cNvSpPr/>
          <p:nvPr/>
        </p:nvSpPr>
        <p:spPr>
          <a:xfrm>
            <a:off x="8191500" y="1143000"/>
            <a:ext cx="3429000" cy="1714500"/>
          </a:xfrm>
          <a:prstGeom prst="rect">
            <a:avLst/>
          </a:prstGeom>
          <a:solidFill>
            <a:srgbClr val="C2410C"/>
          </a:solidFill>
          <a:ln w="25400">
            <a:solidFill>
              <a:srgbClr val="C2410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108000" rIns="108000" bIns="108000" rtlCol="0" anchor="t" anchorCtr="0"/>
          <a:lstStyle/>
          <a:p>
            <a:pPr algn="l"/>
            <a:endParaRPr lang="nb-NO" sz="1600" dirty="0">
              <a:solidFill>
                <a:schemeClr val="bg1"/>
              </a:solidFill>
            </a:endParaRPr>
          </a:p>
        </p:txBody>
      </p:sp>
      <p:sp>
        <p:nvSpPr>
          <p:cNvPr id="12" name="TekstSylinder 11">
            <a:extLst>
              <a:ext uri="{FF2B5EF4-FFF2-40B4-BE49-F238E27FC236}">
                <a16:creationId xmlns:a16="http://schemas.microsoft.com/office/drawing/2014/main" id="{8D5D8A44-B026-962F-081B-230EC18E0114}"/>
              </a:ext>
            </a:extLst>
          </p:cNvPr>
          <p:cNvSpPr txBox="1"/>
          <p:nvPr/>
        </p:nvSpPr>
        <p:spPr>
          <a:xfrm>
            <a:off x="8318500" y="1244600"/>
            <a:ext cx="2484655" cy="963212"/>
          </a:xfrm>
          <a:prstGeom prst="rect">
            <a:avLst/>
          </a:prstGeom>
          <a:noFill/>
        </p:spPr>
        <p:txBody>
          <a:bodyPr vert="horz" wrap="none" lIns="0" tIns="0" rIns="0" bIns="0" rtlCol="0">
            <a:spAutoFit/>
          </a:bodyPr>
          <a:lstStyle/>
          <a:p>
            <a:pPr marL="0" marR="0" indent="0" algn="l" defTabSz="9144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nb-NO" sz="300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Arial" panose="020B0604020202020204" pitchFamily="34" charset="0"/>
              </a:rPr>
              <a:t>21 509 (16 %)
</a:t>
            </a:r>
            <a:r>
              <a:rPr kumimoji="0" lang="nb-NO" sz="14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Arial" panose="020B0604020202020204" pitchFamily="34" charset="0"/>
              </a:rPr>
              <a:t>Ustrukturerte test/drift
Fortløpende stengelister</a:t>
            </a:r>
            <a:endParaRPr kumimoji="0" lang="nb-NO" sz="1400" b="0" i="0" u="none" strike="noStrike" kern="1200" cap="none" spc="0" normalizeH="0" baseline="0" noProof="0" dirty="0" err="1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Segoe UI" panose="020B0502040204020203" pitchFamily="34" charset="0"/>
              <a:ea typeface="+mn-ea"/>
              <a:cs typeface="Arial" panose="020B0604020202020204" pitchFamily="34" charset="0"/>
            </a:endParaRPr>
          </a:p>
        </p:txBody>
      </p:sp>
      <p:sp>
        <p:nvSpPr>
          <p:cNvPr id="13" name="Rektangel 12">
            <a:extLst>
              <a:ext uri="{FF2B5EF4-FFF2-40B4-BE49-F238E27FC236}">
                <a16:creationId xmlns:a16="http://schemas.microsoft.com/office/drawing/2014/main" id="{DD03155F-604C-B667-D87D-B884CB92458E}"/>
              </a:ext>
            </a:extLst>
          </p:cNvPr>
          <p:cNvSpPr/>
          <p:nvPr/>
        </p:nvSpPr>
        <p:spPr>
          <a:xfrm>
            <a:off x="571500" y="3048000"/>
            <a:ext cx="11049000" cy="3365500"/>
          </a:xfrm>
          <a:prstGeom prst="rect">
            <a:avLst/>
          </a:prstGeom>
          <a:solidFill>
            <a:srgbClr val="FFFFFF"/>
          </a:solidFill>
          <a:ln w="25400">
            <a:solidFill>
              <a:srgbClr val="94A3B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108000" rIns="108000" bIns="108000" rtlCol="0" anchor="t" anchorCtr="0"/>
          <a:lstStyle/>
          <a:p>
            <a:pPr algn="l"/>
            <a:endParaRPr lang="nb-NO" sz="1600" dirty="0">
              <a:solidFill>
                <a:schemeClr val="bg1"/>
              </a:solidFill>
            </a:endParaRPr>
          </a:p>
        </p:txBody>
      </p:sp>
      <p:sp>
        <p:nvSpPr>
          <p:cNvPr id="14" name="Rektangel 13">
            <a:extLst>
              <a:ext uri="{FF2B5EF4-FFF2-40B4-BE49-F238E27FC236}">
                <a16:creationId xmlns:a16="http://schemas.microsoft.com/office/drawing/2014/main" id="{767C96A4-163F-9B2B-BCC2-96CB22B87A99}"/>
              </a:ext>
            </a:extLst>
          </p:cNvPr>
          <p:cNvSpPr/>
          <p:nvPr/>
        </p:nvSpPr>
        <p:spPr>
          <a:xfrm>
            <a:off x="571500" y="3048000"/>
            <a:ext cx="11049000" cy="482600"/>
          </a:xfrm>
          <a:prstGeom prst="rect">
            <a:avLst/>
          </a:prstGeom>
          <a:solidFill>
            <a:srgbClr val="001848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108000" rIns="108000" bIns="108000" rtlCol="0" anchor="t" anchorCtr="0"/>
          <a:lstStyle/>
          <a:p>
            <a:pPr algn="l"/>
            <a:r>
              <a:rPr lang="nb-NO" sz="1400" b="1">
                <a:solidFill>
                  <a:srgbClr val="FFFFFF"/>
                </a:solidFill>
                <a:latin typeface="Segoe UI" panose="020B0502040204020203" pitchFamily="34" charset="0"/>
              </a:rPr>
              <a:t>Helhetlig AI-agentstyring for hele porteføljen</a:t>
            </a:r>
            <a:endParaRPr lang="nb-NO" sz="1400" b="1" dirty="0">
              <a:solidFill>
                <a:srgbClr val="FFFFFF"/>
              </a:solidFill>
              <a:latin typeface="Segoe UI" panose="020B0502040204020203" pitchFamily="34" charset="0"/>
            </a:endParaRPr>
          </a:p>
        </p:txBody>
      </p:sp>
      <p:sp>
        <p:nvSpPr>
          <p:cNvPr id="15" name="TekstSylinder 14">
            <a:extLst>
              <a:ext uri="{FF2B5EF4-FFF2-40B4-BE49-F238E27FC236}">
                <a16:creationId xmlns:a16="http://schemas.microsoft.com/office/drawing/2014/main" id="{23CC393C-BD86-1C1E-D278-589F1B111C7E}"/>
              </a:ext>
            </a:extLst>
          </p:cNvPr>
          <p:cNvSpPr txBox="1"/>
          <p:nvPr/>
        </p:nvSpPr>
        <p:spPr>
          <a:xfrm>
            <a:off x="825500" y="3683000"/>
            <a:ext cx="10541000" cy="1877309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marL="0" marR="0" indent="0" algn="l" defTabSz="9144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nb-NO" sz="1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Arial" panose="020B0604020202020204" pitchFamily="34" charset="0"/>
              </a:rPr>
              <a:t>• Felles AI-agent mandat: For samtlige 135 281 Free SIM etableres det AI-agentkapabiliteter som kontrollerer porteføljen mot GIA-regelsettet og genererer fortløpende stengelister til Customer Operations.
• 84 % (MBN / Nordic Connect): Kontinuerlig avstemming mot aktive kundeavtaler. Numre uten gyldig betalende kunde tas automatisk med på stengelisten.
• 16 % (Test- og Drifts-SIM): Løpende overvåkning av aktivitet og utløpsdato. Inaktive kort (&gt; 6 mnd) eller utløpte testabonnementer rutes rett til terminering.</a:t>
            </a:r>
            <a:endParaRPr kumimoji="0" lang="nb-NO" sz="1400" b="0" i="0" u="none" strike="noStrike" kern="1200" cap="none" spc="0" normalizeH="0" baseline="0" noProof="0" dirty="0" err="1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Segoe UI" panose="020B0502040204020203" pitchFamily="34" charset="0"/>
              <a:ea typeface="+mn-ea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65609029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:adec="http://schemas.microsoft.com/office/drawing/2017/decorative" xmlns:a16="http://schemas.microsoft.com/office/drawing/2014/main" xmlns="">
      <p:transition spd="med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tel 1">
            <a:extLst>
              <a:ext uri="{FF2B5EF4-FFF2-40B4-BE49-F238E27FC236}">
                <a16:creationId xmlns:a16="http://schemas.microsoft.com/office/drawing/2014/main" id="{0F379686-4445-2388-731C-808FF07D98A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nb-NO"/>
          </a:p>
        </p:txBody>
      </p:sp>
      <p:sp>
        <p:nvSpPr>
          <p:cNvPr id="3" name="Plassholder for lysbildenummer 2">
            <a:extLst>
              <a:ext uri="{FF2B5EF4-FFF2-40B4-BE49-F238E27FC236}">
                <a16:creationId xmlns:a16="http://schemas.microsoft.com/office/drawing/2014/main" id="{2C67EA68-23E3-FF03-0C8A-9853153E0B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8810A5-7811-344D-9AE9-EC83104FB54D}" type="slidenum">
              <a:rPr lang="en-GB" smtClean="0"/>
              <a:t>4</a:t>
            </a:fld>
            <a:endParaRPr lang="en-GB"/>
          </a:p>
        </p:txBody>
      </p:sp>
      <p:sp>
        <p:nvSpPr>
          <p:cNvPr id="4" name="Rektangel 3">
            <a:extLst>
              <a:ext uri="{FF2B5EF4-FFF2-40B4-BE49-F238E27FC236}">
                <a16:creationId xmlns:a16="http://schemas.microsoft.com/office/drawing/2014/main" id="{0A940AB4-FB42-E217-74FB-86C3371839CB}"/>
              </a:ext>
            </a:extLst>
          </p:cNvPr>
          <p:cNvSpPr/>
          <p:nvPr/>
        </p:nvSpPr>
        <p:spPr>
          <a:xfrm>
            <a:off x="0" y="0"/>
            <a:ext cx="12192000" cy="76200"/>
          </a:xfrm>
          <a:prstGeom prst="rect">
            <a:avLst/>
          </a:prstGeom>
          <a:solidFill>
            <a:srgbClr val="005FCC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108000" rIns="108000" bIns="108000" rtlCol="0" anchor="t" anchorCtr="0"/>
          <a:lstStyle/>
          <a:p>
            <a:pPr algn="l"/>
            <a:endParaRPr lang="nb-NO" sz="1600" dirty="0">
              <a:solidFill>
                <a:schemeClr val="bg1"/>
              </a:solidFill>
            </a:endParaRPr>
          </a:p>
        </p:txBody>
      </p:sp>
      <p:sp>
        <p:nvSpPr>
          <p:cNvPr id="5" name="Rektangel 4">
            <a:extLst>
              <a:ext uri="{FF2B5EF4-FFF2-40B4-BE49-F238E27FC236}">
                <a16:creationId xmlns:a16="http://schemas.microsoft.com/office/drawing/2014/main" id="{D93D45C4-1C04-A655-A852-04F4F6174C45}"/>
              </a:ext>
            </a:extLst>
          </p:cNvPr>
          <p:cNvSpPr/>
          <p:nvPr/>
        </p:nvSpPr>
        <p:spPr>
          <a:xfrm>
            <a:off x="571500" y="228600"/>
            <a:ext cx="2921000" cy="304800"/>
          </a:xfrm>
          <a:prstGeom prst="rect">
            <a:avLst/>
          </a:prstGeom>
          <a:solidFill>
            <a:srgbClr val="001848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108000" rIns="108000" bIns="108000" rtlCol="0" anchor="t" anchorCtr="0"/>
          <a:lstStyle/>
          <a:p>
            <a:pPr algn="l"/>
            <a:r>
              <a:rPr lang="nb-NO" sz="1000" b="1">
                <a:solidFill>
                  <a:srgbClr val="FFFFFF"/>
                </a:solidFill>
                <a:latin typeface="Segoe UI" panose="020B0502040204020203" pitchFamily="34" charset="0"/>
              </a:rPr>
              <a:t>STYRINGSRAMMEVERK</a:t>
            </a:r>
            <a:endParaRPr lang="nb-NO" sz="1000" b="1" dirty="0">
              <a:solidFill>
                <a:srgbClr val="FFFFFF"/>
              </a:solidFill>
              <a:latin typeface="Segoe UI" panose="020B0502040204020203" pitchFamily="34" charset="0"/>
            </a:endParaRPr>
          </a:p>
        </p:txBody>
      </p:sp>
      <p:sp>
        <p:nvSpPr>
          <p:cNvPr id="6" name="TekstSylinder 5">
            <a:extLst>
              <a:ext uri="{FF2B5EF4-FFF2-40B4-BE49-F238E27FC236}">
                <a16:creationId xmlns:a16="http://schemas.microsoft.com/office/drawing/2014/main" id="{1579FDCA-11E8-9218-76C9-A85EAA0D6FF2}"/>
              </a:ext>
            </a:extLst>
          </p:cNvPr>
          <p:cNvSpPr txBox="1"/>
          <p:nvPr/>
        </p:nvSpPr>
        <p:spPr>
          <a:xfrm>
            <a:off x="533400" y="558800"/>
            <a:ext cx="7798417" cy="343171"/>
          </a:xfrm>
          <a:prstGeom prst="rect">
            <a:avLst/>
          </a:prstGeom>
          <a:noFill/>
        </p:spPr>
        <p:txBody>
          <a:bodyPr vert="horz" wrap="none" lIns="0" tIns="0" rIns="0" bIns="0" rtlCol="0">
            <a:spAutoFit/>
          </a:bodyPr>
          <a:lstStyle/>
          <a:p>
            <a:pPr marL="0" marR="0" indent="0" algn="l" defTabSz="9144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nb-NO" sz="2200" b="1" i="0" u="none" strike="noStrike" kern="1200" cap="none" spc="0" normalizeH="0" baseline="0" noProof="0">
                <a:ln>
                  <a:noFill/>
                </a:ln>
                <a:solidFill>
                  <a:srgbClr val="001848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Arial" panose="020B0604020202020204" pitchFamily="34" charset="0"/>
              </a:rPr>
              <a:t>Forvaltningsmodellen: Prevent ➔ Detect ➔ Act ➔ Improve</a:t>
            </a:r>
            <a:endParaRPr kumimoji="0" lang="nb-NO" sz="2200" b="1" i="0" u="none" strike="noStrike" kern="1200" cap="none" spc="0" normalizeH="0" baseline="0" noProof="0" dirty="0" err="1">
              <a:ln>
                <a:noFill/>
              </a:ln>
              <a:solidFill>
                <a:srgbClr val="001848"/>
              </a:solidFill>
              <a:effectLst/>
              <a:uLnTx/>
              <a:uFillTx/>
              <a:latin typeface="Segoe UI" panose="020B0502040204020203" pitchFamily="34" charset="0"/>
              <a:ea typeface="+mn-ea"/>
              <a:cs typeface="Arial" panose="020B0604020202020204" pitchFamily="34" charset="0"/>
            </a:endParaRPr>
          </a:p>
        </p:txBody>
      </p:sp>
      <p:sp>
        <p:nvSpPr>
          <p:cNvPr id="7" name="Rektangel 6">
            <a:extLst>
              <a:ext uri="{FF2B5EF4-FFF2-40B4-BE49-F238E27FC236}">
                <a16:creationId xmlns:a16="http://schemas.microsoft.com/office/drawing/2014/main" id="{3F7000AE-B911-71E1-8A89-D9DA812A271D}"/>
              </a:ext>
            </a:extLst>
          </p:cNvPr>
          <p:cNvSpPr/>
          <p:nvPr/>
        </p:nvSpPr>
        <p:spPr>
          <a:xfrm>
            <a:off x="571500" y="1206500"/>
            <a:ext cx="2667000" cy="5207000"/>
          </a:xfrm>
          <a:prstGeom prst="rect">
            <a:avLst/>
          </a:prstGeom>
          <a:solidFill>
            <a:srgbClr val="FFFFFF"/>
          </a:solidFill>
          <a:ln w="25400">
            <a:solidFill>
              <a:srgbClr val="00184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108000" rIns="108000" bIns="108000" rtlCol="0" anchor="t" anchorCtr="0"/>
          <a:lstStyle/>
          <a:p>
            <a:pPr algn="l"/>
            <a:endParaRPr lang="nb-NO" sz="1600" dirty="0">
              <a:solidFill>
                <a:schemeClr val="bg1"/>
              </a:solidFill>
            </a:endParaRPr>
          </a:p>
        </p:txBody>
      </p:sp>
      <p:sp>
        <p:nvSpPr>
          <p:cNvPr id="8" name="Rektangel 7">
            <a:extLst>
              <a:ext uri="{FF2B5EF4-FFF2-40B4-BE49-F238E27FC236}">
                <a16:creationId xmlns:a16="http://schemas.microsoft.com/office/drawing/2014/main" id="{EC1D1A46-8C65-C898-D82F-AB5E31892855}"/>
              </a:ext>
            </a:extLst>
          </p:cNvPr>
          <p:cNvSpPr/>
          <p:nvPr/>
        </p:nvSpPr>
        <p:spPr>
          <a:xfrm>
            <a:off x="571500" y="1206500"/>
            <a:ext cx="2667000" cy="508000"/>
          </a:xfrm>
          <a:prstGeom prst="rect">
            <a:avLst/>
          </a:prstGeom>
          <a:solidFill>
            <a:srgbClr val="001848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108000" rIns="108000" bIns="108000" rtlCol="0" anchor="t" anchorCtr="0"/>
          <a:lstStyle/>
          <a:p>
            <a:pPr algn="l"/>
            <a:r>
              <a:rPr lang="nb-NO" sz="1500" b="1">
                <a:solidFill>
                  <a:srgbClr val="FFFFFF"/>
                </a:solidFill>
                <a:latin typeface="Segoe UI" panose="020B0502040204020203" pitchFamily="34" charset="0"/>
              </a:rPr>
              <a:t>1. PREVENT</a:t>
            </a:r>
            <a:endParaRPr lang="nb-NO" sz="1500" b="1" dirty="0">
              <a:solidFill>
                <a:srgbClr val="FFFFFF"/>
              </a:solidFill>
              <a:latin typeface="Segoe UI" panose="020B0502040204020203" pitchFamily="34" charset="0"/>
            </a:endParaRPr>
          </a:p>
        </p:txBody>
      </p:sp>
      <p:sp>
        <p:nvSpPr>
          <p:cNvPr id="9" name="TekstSylinder 8">
            <a:extLst>
              <a:ext uri="{FF2B5EF4-FFF2-40B4-BE49-F238E27FC236}">
                <a16:creationId xmlns:a16="http://schemas.microsoft.com/office/drawing/2014/main" id="{BC1E70F0-DD32-A28E-EA6E-FC24DB0254E1}"/>
              </a:ext>
            </a:extLst>
          </p:cNvPr>
          <p:cNvSpPr txBox="1"/>
          <p:nvPr/>
        </p:nvSpPr>
        <p:spPr>
          <a:xfrm>
            <a:off x="698500" y="1841500"/>
            <a:ext cx="2413000" cy="1581780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marL="0" marR="0" indent="0" algn="l" defTabSz="9144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nb-NO" sz="1400" b="1" i="0" u="none" strike="noStrike" kern="1200" cap="none" spc="0" normalizeH="0" baseline="0" noProof="0">
                <a:ln>
                  <a:noFill/>
                </a:ln>
                <a:solidFill>
                  <a:srgbClr val="001848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Arial" panose="020B0604020202020204" pitchFamily="34" charset="0"/>
              </a:rPr>
              <a:t>Ordrekanaler &amp; API
</a:t>
            </a:r>
            <a:r>
              <a:rPr kumimoji="0" lang="nb-NO" sz="135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Arial" panose="020B0604020202020204" pitchFamily="34" charset="0"/>
              </a:rPr>
              <a:t>
• Opprettelse KUN på godkjente kontoer
• Kobling til aktiv MBN/NC-avtale
• Maks 6 mnd levetid for test</a:t>
            </a:r>
            <a:endParaRPr kumimoji="0" lang="nb-NO" sz="1350" b="0" i="0" u="none" strike="noStrike" kern="1200" cap="none" spc="0" normalizeH="0" baseline="0" noProof="0" dirty="0" err="1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Segoe UI" panose="020B0502040204020203" pitchFamily="34" charset="0"/>
              <a:ea typeface="+mn-ea"/>
              <a:cs typeface="Arial" panose="020B0604020202020204" pitchFamily="34" charset="0"/>
            </a:endParaRPr>
          </a:p>
        </p:txBody>
      </p:sp>
      <p:sp>
        <p:nvSpPr>
          <p:cNvPr id="10" name="Rektangel 9">
            <a:extLst>
              <a:ext uri="{FF2B5EF4-FFF2-40B4-BE49-F238E27FC236}">
                <a16:creationId xmlns:a16="http://schemas.microsoft.com/office/drawing/2014/main" id="{F34288BE-6AEF-EFEB-0CFF-04D19A675AC2}"/>
              </a:ext>
            </a:extLst>
          </p:cNvPr>
          <p:cNvSpPr/>
          <p:nvPr/>
        </p:nvSpPr>
        <p:spPr>
          <a:xfrm>
            <a:off x="3365500" y="1206500"/>
            <a:ext cx="2667000" cy="5207000"/>
          </a:xfrm>
          <a:prstGeom prst="rect">
            <a:avLst/>
          </a:prstGeom>
          <a:solidFill>
            <a:srgbClr val="FFFFFF"/>
          </a:solidFill>
          <a:ln w="25400">
            <a:solidFill>
              <a:srgbClr val="005FC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108000" rIns="108000" bIns="108000" rtlCol="0" anchor="t" anchorCtr="0"/>
          <a:lstStyle/>
          <a:p>
            <a:pPr algn="l"/>
            <a:endParaRPr lang="nb-NO" sz="1600" dirty="0">
              <a:solidFill>
                <a:schemeClr val="bg1"/>
              </a:solidFill>
            </a:endParaRPr>
          </a:p>
        </p:txBody>
      </p:sp>
      <p:sp>
        <p:nvSpPr>
          <p:cNvPr id="11" name="Rektangel 10">
            <a:extLst>
              <a:ext uri="{FF2B5EF4-FFF2-40B4-BE49-F238E27FC236}">
                <a16:creationId xmlns:a16="http://schemas.microsoft.com/office/drawing/2014/main" id="{64444EB4-2447-1910-77C3-9673B846EF5A}"/>
              </a:ext>
            </a:extLst>
          </p:cNvPr>
          <p:cNvSpPr/>
          <p:nvPr/>
        </p:nvSpPr>
        <p:spPr>
          <a:xfrm>
            <a:off x="3365500" y="1206500"/>
            <a:ext cx="2667000" cy="508000"/>
          </a:xfrm>
          <a:prstGeom prst="rect">
            <a:avLst/>
          </a:prstGeom>
          <a:solidFill>
            <a:srgbClr val="005FCC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108000" rIns="108000" bIns="108000" rtlCol="0" anchor="t" anchorCtr="0"/>
          <a:lstStyle/>
          <a:p>
            <a:pPr algn="l"/>
            <a:r>
              <a:rPr lang="nb-NO" sz="1500" b="1">
                <a:solidFill>
                  <a:srgbClr val="FFFFFF"/>
                </a:solidFill>
                <a:latin typeface="Segoe UI" panose="020B0502040204020203" pitchFamily="34" charset="0"/>
              </a:rPr>
              <a:t>2. DETECT</a:t>
            </a:r>
            <a:endParaRPr lang="nb-NO" sz="1500" b="1" dirty="0">
              <a:solidFill>
                <a:srgbClr val="FFFFFF"/>
              </a:solidFill>
              <a:latin typeface="Segoe UI" panose="020B0502040204020203" pitchFamily="34" charset="0"/>
            </a:endParaRPr>
          </a:p>
        </p:txBody>
      </p:sp>
      <p:sp>
        <p:nvSpPr>
          <p:cNvPr id="12" name="TekstSylinder 11">
            <a:extLst>
              <a:ext uri="{FF2B5EF4-FFF2-40B4-BE49-F238E27FC236}">
                <a16:creationId xmlns:a16="http://schemas.microsoft.com/office/drawing/2014/main" id="{4205C6E9-2548-97F4-36F5-6011CE42788A}"/>
              </a:ext>
            </a:extLst>
          </p:cNvPr>
          <p:cNvSpPr txBox="1"/>
          <p:nvPr/>
        </p:nvSpPr>
        <p:spPr>
          <a:xfrm>
            <a:off x="3492500" y="1841500"/>
            <a:ext cx="2413000" cy="1581780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marL="0" marR="0" indent="0" algn="l" defTabSz="9144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nb-NO" sz="1400" b="1" i="0" u="none" strike="noStrike" kern="1200" cap="none" spc="0" normalizeH="0" baseline="0" noProof="0">
                <a:ln>
                  <a:noFill/>
                </a:ln>
                <a:solidFill>
                  <a:srgbClr val="005FCC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Arial" panose="020B0604020202020204" pitchFamily="34" charset="0"/>
              </a:rPr>
              <a:t>Looker &amp; AI-Agenter
</a:t>
            </a:r>
            <a:r>
              <a:rPr kumimoji="0" lang="nb-NO" sz="135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Arial" panose="020B0604020202020204" pitchFamily="34" charset="0"/>
              </a:rPr>
              <a:t>
• Kontinuerlig regelkontroll av 135k SIM
• Avdekking av 'døde' logiske nr
• Automatiske stengelister</a:t>
            </a:r>
            <a:endParaRPr kumimoji="0" lang="nb-NO" sz="1350" b="0" i="0" u="none" strike="noStrike" kern="1200" cap="none" spc="0" normalizeH="0" baseline="0" noProof="0" dirty="0" err="1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Segoe UI" panose="020B0502040204020203" pitchFamily="34" charset="0"/>
              <a:ea typeface="+mn-ea"/>
              <a:cs typeface="Arial" panose="020B0604020202020204" pitchFamily="34" charset="0"/>
            </a:endParaRPr>
          </a:p>
        </p:txBody>
      </p:sp>
      <p:sp>
        <p:nvSpPr>
          <p:cNvPr id="13" name="Rektangel 12">
            <a:extLst>
              <a:ext uri="{FF2B5EF4-FFF2-40B4-BE49-F238E27FC236}">
                <a16:creationId xmlns:a16="http://schemas.microsoft.com/office/drawing/2014/main" id="{51E39EED-1E9E-1DA4-2E15-CF3049F4D1FF}"/>
              </a:ext>
            </a:extLst>
          </p:cNvPr>
          <p:cNvSpPr/>
          <p:nvPr/>
        </p:nvSpPr>
        <p:spPr>
          <a:xfrm>
            <a:off x="6159500" y="1206500"/>
            <a:ext cx="2667000" cy="5207000"/>
          </a:xfrm>
          <a:prstGeom prst="rect">
            <a:avLst/>
          </a:prstGeom>
          <a:solidFill>
            <a:srgbClr val="FFFFFF"/>
          </a:solidFill>
          <a:ln w="25400">
            <a:solidFill>
              <a:srgbClr val="0284C7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108000" rIns="108000" bIns="108000" rtlCol="0" anchor="t" anchorCtr="0"/>
          <a:lstStyle/>
          <a:p>
            <a:pPr algn="l"/>
            <a:endParaRPr lang="nb-NO" sz="1600" dirty="0">
              <a:solidFill>
                <a:schemeClr val="bg1"/>
              </a:solidFill>
            </a:endParaRPr>
          </a:p>
        </p:txBody>
      </p:sp>
      <p:sp>
        <p:nvSpPr>
          <p:cNvPr id="14" name="Rektangel 13">
            <a:extLst>
              <a:ext uri="{FF2B5EF4-FFF2-40B4-BE49-F238E27FC236}">
                <a16:creationId xmlns:a16="http://schemas.microsoft.com/office/drawing/2014/main" id="{38DCF01B-4EA1-52D9-FC13-2A6A262F66DC}"/>
              </a:ext>
            </a:extLst>
          </p:cNvPr>
          <p:cNvSpPr/>
          <p:nvPr/>
        </p:nvSpPr>
        <p:spPr>
          <a:xfrm>
            <a:off x="6159500" y="1206500"/>
            <a:ext cx="2667000" cy="508000"/>
          </a:xfrm>
          <a:prstGeom prst="rect">
            <a:avLst/>
          </a:prstGeom>
          <a:solidFill>
            <a:srgbClr val="0284C7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108000" rIns="108000" bIns="108000" rtlCol="0" anchor="t" anchorCtr="0"/>
          <a:lstStyle/>
          <a:p>
            <a:pPr algn="l"/>
            <a:r>
              <a:rPr lang="nb-NO" sz="1500" b="1">
                <a:solidFill>
                  <a:srgbClr val="FFFFFF"/>
                </a:solidFill>
                <a:latin typeface="Segoe UI" panose="020B0502040204020203" pitchFamily="34" charset="0"/>
              </a:rPr>
              <a:t>3. ACT</a:t>
            </a:r>
            <a:endParaRPr lang="nb-NO" sz="1500" b="1" dirty="0">
              <a:solidFill>
                <a:srgbClr val="FFFFFF"/>
              </a:solidFill>
              <a:latin typeface="Segoe UI" panose="020B0502040204020203" pitchFamily="34" charset="0"/>
            </a:endParaRPr>
          </a:p>
        </p:txBody>
      </p:sp>
      <p:sp>
        <p:nvSpPr>
          <p:cNvPr id="15" name="TekstSylinder 14">
            <a:extLst>
              <a:ext uri="{FF2B5EF4-FFF2-40B4-BE49-F238E27FC236}">
                <a16:creationId xmlns:a16="http://schemas.microsoft.com/office/drawing/2014/main" id="{F70F1E9A-A181-DD9C-A0D8-7BD1CD0203E2}"/>
              </a:ext>
            </a:extLst>
          </p:cNvPr>
          <p:cNvSpPr txBox="1"/>
          <p:nvPr/>
        </p:nvSpPr>
        <p:spPr>
          <a:xfrm>
            <a:off x="6286500" y="1841500"/>
            <a:ext cx="2413000" cy="1353256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marL="0" marR="0" indent="0" algn="l" defTabSz="9144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nb-NO" sz="1400" b="1" i="0" u="none" strike="noStrike" kern="1200" cap="none" spc="0" normalizeH="0" baseline="0" noProof="0">
                <a:ln>
                  <a:noFill/>
                </a:ln>
                <a:solidFill>
                  <a:srgbClr val="0284C7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Arial" panose="020B0604020202020204" pitchFamily="34" charset="0"/>
              </a:rPr>
              <a:t>SPOC &amp; Customer Ops
</a:t>
            </a:r>
            <a:r>
              <a:rPr kumimoji="0" lang="nb-NO" sz="135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Arial" panose="020B0604020202020204" pitchFamily="34" charset="0"/>
              </a:rPr>
              <a:t>
• Fortløpende terminering i Rørvik
• Verifisering av divisjons-SPOC
• Månedlig bulk-sanering</a:t>
            </a:r>
            <a:endParaRPr kumimoji="0" lang="nb-NO" sz="1350" b="0" i="0" u="none" strike="noStrike" kern="1200" cap="none" spc="0" normalizeH="0" baseline="0" noProof="0" dirty="0" err="1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Segoe UI" panose="020B0502040204020203" pitchFamily="34" charset="0"/>
              <a:ea typeface="+mn-ea"/>
              <a:cs typeface="Arial" panose="020B0604020202020204" pitchFamily="34" charset="0"/>
            </a:endParaRPr>
          </a:p>
        </p:txBody>
      </p:sp>
      <p:sp>
        <p:nvSpPr>
          <p:cNvPr id="16" name="Rektangel 15">
            <a:extLst>
              <a:ext uri="{FF2B5EF4-FFF2-40B4-BE49-F238E27FC236}">
                <a16:creationId xmlns:a16="http://schemas.microsoft.com/office/drawing/2014/main" id="{A61F1000-8B48-0801-CC2F-CCA74BC8FA11}"/>
              </a:ext>
            </a:extLst>
          </p:cNvPr>
          <p:cNvSpPr/>
          <p:nvPr/>
        </p:nvSpPr>
        <p:spPr>
          <a:xfrm>
            <a:off x="8953500" y="1206500"/>
            <a:ext cx="2667000" cy="5207000"/>
          </a:xfrm>
          <a:prstGeom prst="rect">
            <a:avLst/>
          </a:prstGeom>
          <a:solidFill>
            <a:srgbClr val="FFFFFF"/>
          </a:solidFill>
          <a:ln w="25400">
            <a:solidFill>
              <a:srgbClr val="047857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108000" rIns="108000" bIns="108000" rtlCol="0" anchor="t" anchorCtr="0"/>
          <a:lstStyle/>
          <a:p>
            <a:pPr algn="l"/>
            <a:endParaRPr lang="nb-NO" sz="1600" dirty="0">
              <a:solidFill>
                <a:schemeClr val="bg1"/>
              </a:solidFill>
            </a:endParaRPr>
          </a:p>
        </p:txBody>
      </p:sp>
      <p:sp>
        <p:nvSpPr>
          <p:cNvPr id="17" name="Rektangel 16">
            <a:extLst>
              <a:ext uri="{FF2B5EF4-FFF2-40B4-BE49-F238E27FC236}">
                <a16:creationId xmlns:a16="http://schemas.microsoft.com/office/drawing/2014/main" id="{317C9C2C-FC43-94FE-0EF1-DD0AE374A61A}"/>
              </a:ext>
            </a:extLst>
          </p:cNvPr>
          <p:cNvSpPr/>
          <p:nvPr/>
        </p:nvSpPr>
        <p:spPr>
          <a:xfrm>
            <a:off x="8953500" y="1206500"/>
            <a:ext cx="2667000" cy="508000"/>
          </a:xfrm>
          <a:prstGeom prst="rect">
            <a:avLst/>
          </a:prstGeom>
          <a:solidFill>
            <a:srgbClr val="047857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108000" rIns="108000" bIns="108000" rtlCol="0" anchor="t" anchorCtr="0"/>
          <a:lstStyle/>
          <a:p>
            <a:pPr algn="l"/>
            <a:r>
              <a:rPr lang="nb-NO" sz="1500" b="1">
                <a:solidFill>
                  <a:srgbClr val="FFFFFF"/>
                </a:solidFill>
                <a:latin typeface="Segoe UI" panose="020B0502040204020203" pitchFamily="34" charset="0"/>
              </a:rPr>
              <a:t>4. IMPROVE</a:t>
            </a:r>
            <a:endParaRPr lang="nb-NO" sz="1500" b="1" dirty="0">
              <a:solidFill>
                <a:srgbClr val="FFFFFF"/>
              </a:solidFill>
              <a:latin typeface="Segoe UI" panose="020B0502040204020203" pitchFamily="34" charset="0"/>
            </a:endParaRPr>
          </a:p>
        </p:txBody>
      </p:sp>
      <p:sp>
        <p:nvSpPr>
          <p:cNvPr id="18" name="TekstSylinder 17">
            <a:extLst>
              <a:ext uri="{FF2B5EF4-FFF2-40B4-BE49-F238E27FC236}">
                <a16:creationId xmlns:a16="http://schemas.microsoft.com/office/drawing/2014/main" id="{C1577378-8AA8-94D4-6393-B82454343F8B}"/>
              </a:ext>
            </a:extLst>
          </p:cNvPr>
          <p:cNvSpPr txBox="1"/>
          <p:nvPr/>
        </p:nvSpPr>
        <p:spPr>
          <a:xfrm>
            <a:off x="9080500" y="1841500"/>
            <a:ext cx="2413000" cy="1124731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marL="0" marR="0" indent="0" algn="l" defTabSz="9144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nb-NO" sz="1400" b="1" i="0" u="none" strike="noStrike" kern="1200" cap="none" spc="0" normalizeH="0" baseline="0" noProof="0">
                <a:ln>
                  <a:noFill/>
                </a:ln>
                <a:solidFill>
                  <a:srgbClr val="047857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Arial" panose="020B0604020202020204" pitchFamily="34" charset="0"/>
              </a:rPr>
              <a:t>Styringsinformasjon
</a:t>
            </a:r>
            <a:r>
              <a:rPr kumimoji="0" lang="nb-NO" sz="135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Arial" panose="020B0604020202020204" pitchFamily="34" charset="0"/>
              </a:rPr>
              <a:t>
• Måling av løsningstid (MTTR)
• Dokumenterte revisjonsbevis
• Sikring mot inntektslekkasje</a:t>
            </a:r>
            <a:endParaRPr kumimoji="0" lang="nb-NO" sz="1350" b="0" i="0" u="none" strike="noStrike" kern="1200" cap="none" spc="0" normalizeH="0" baseline="0" noProof="0" dirty="0" err="1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Segoe UI" panose="020B0502040204020203" pitchFamily="34" charset="0"/>
              <a:ea typeface="+mn-ea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59236815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:adec="http://schemas.microsoft.com/office/drawing/2017/decorative" xmlns:a16="http://schemas.microsoft.com/office/drawing/2014/main" xmlns="">
      <p:transition spd="med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tel 1">
            <a:extLst>
              <a:ext uri="{FF2B5EF4-FFF2-40B4-BE49-F238E27FC236}">
                <a16:creationId xmlns:a16="http://schemas.microsoft.com/office/drawing/2014/main" id="{B8D565D1-C2D1-C13C-81F1-BE35992A005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nb-NO"/>
          </a:p>
        </p:txBody>
      </p:sp>
      <p:sp>
        <p:nvSpPr>
          <p:cNvPr id="3" name="Plassholder for lysbildenummer 2">
            <a:extLst>
              <a:ext uri="{FF2B5EF4-FFF2-40B4-BE49-F238E27FC236}">
                <a16:creationId xmlns:a16="http://schemas.microsoft.com/office/drawing/2014/main" id="{68164C57-2ED8-74CA-2C78-5960D9EA506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8810A5-7811-344D-9AE9-EC83104FB54D}" type="slidenum">
              <a:rPr lang="en-GB" smtClean="0"/>
              <a:t>5</a:t>
            </a:fld>
            <a:endParaRPr lang="en-GB"/>
          </a:p>
        </p:txBody>
      </p:sp>
      <p:sp>
        <p:nvSpPr>
          <p:cNvPr id="4" name="Rektangel 3">
            <a:extLst>
              <a:ext uri="{FF2B5EF4-FFF2-40B4-BE49-F238E27FC236}">
                <a16:creationId xmlns:a16="http://schemas.microsoft.com/office/drawing/2014/main" id="{C81D0495-8A03-6154-6A81-C0DF4759937C}"/>
              </a:ext>
            </a:extLst>
          </p:cNvPr>
          <p:cNvSpPr/>
          <p:nvPr/>
        </p:nvSpPr>
        <p:spPr>
          <a:xfrm>
            <a:off x="0" y="0"/>
            <a:ext cx="12192000" cy="76200"/>
          </a:xfrm>
          <a:prstGeom prst="rect">
            <a:avLst/>
          </a:prstGeom>
          <a:solidFill>
            <a:srgbClr val="005FCC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108000" rIns="108000" bIns="108000" rtlCol="0" anchor="t" anchorCtr="0"/>
          <a:lstStyle/>
          <a:p>
            <a:pPr algn="l"/>
            <a:endParaRPr lang="nb-NO" sz="1600" dirty="0">
              <a:solidFill>
                <a:schemeClr val="bg1"/>
              </a:solidFill>
            </a:endParaRPr>
          </a:p>
        </p:txBody>
      </p:sp>
      <p:sp>
        <p:nvSpPr>
          <p:cNvPr id="5" name="Rektangel 4">
            <a:extLst>
              <a:ext uri="{FF2B5EF4-FFF2-40B4-BE49-F238E27FC236}">
                <a16:creationId xmlns:a16="http://schemas.microsoft.com/office/drawing/2014/main" id="{DFC26C7B-D72F-F024-E2C2-79F9853BF676}"/>
              </a:ext>
            </a:extLst>
          </p:cNvPr>
          <p:cNvSpPr/>
          <p:nvPr/>
        </p:nvSpPr>
        <p:spPr>
          <a:xfrm>
            <a:off x="571500" y="228600"/>
            <a:ext cx="2921000" cy="304800"/>
          </a:xfrm>
          <a:prstGeom prst="rect">
            <a:avLst/>
          </a:prstGeom>
          <a:solidFill>
            <a:srgbClr val="001848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108000" rIns="108000" bIns="108000" rtlCol="0" anchor="t" anchorCtr="0"/>
          <a:lstStyle/>
          <a:p>
            <a:pPr algn="l"/>
            <a:r>
              <a:rPr lang="nb-NO" sz="1000" b="1">
                <a:solidFill>
                  <a:srgbClr val="FFFFFF"/>
                </a:solidFill>
                <a:latin typeface="Segoe UI" panose="020B0502040204020203" pitchFamily="34" charset="0"/>
              </a:rPr>
              <a:t>KRAVSPESIFIKASJON</a:t>
            </a:r>
            <a:endParaRPr lang="nb-NO" sz="1000" b="1" dirty="0">
              <a:solidFill>
                <a:srgbClr val="FFFFFF"/>
              </a:solidFill>
              <a:latin typeface="Segoe UI" panose="020B0502040204020203" pitchFamily="34" charset="0"/>
            </a:endParaRPr>
          </a:p>
        </p:txBody>
      </p:sp>
      <p:sp>
        <p:nvSpPr>
          <p:cNvPr id="6" name="TekstSylinder 5">
            <a:extLst>
              <a:ext uri="{FF2B5EF4-FFF2-40B4-BE49-F238E27FC236}">
                <a16:creationId xmlns:a16="http://schemas.microsoft.com/office/drawing/2014/main" id="{2E5EC31F-34E3-DDC8-6AD8-117FE75DEE12}"/>
              </a:ext>
            </a:extLst>
          </p:cNvPr>
          <p:cNvSpPr txBox="1"/>
          <p:nvPr/>
        </p:nvSpPr>
        <p:spPr>
          <a:xfrm>
            <a:off x="533400" y="558800"/>
            <a:ext cx="5780750" cy="343171"/>
          </a:xfrm>
          <a:prstGeom prst="rect">
            <a:avLst/>
          </a:prstGeom>
          <a:noFill/>
        </p:spPr>
        <p:txBody>
          <a:bodyPr vert="horz" wrap="none" lIns="0" tIns="0" rIns="0" bIns="0" rtlCol="0">
            <a:spAutoFit/>
          </a:bodyPr>
          <a:lstStyle/>
          <a:p>
            <a:pPr marL="0" marR="0" indent="0" algn="l" defTabSz="9144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nb-NO" sz="2200" b="1" i="0" u="none" strike="noStrike" kern="1200" cap="none" spc="0" normalizeH="0" baseline="0" noProof="0">
                <a:ln>
                  <a:noFill/>
                </a:ln>
                <a:solidFill>
                  <a:srgbClr val="001848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Arial" panose="020B0604020202020204" pitchFamily="34" charset="0"/>
              </a:rPr>
              <a:t>6 ufravikelige forvaltningskrav for Free SIM</a:t>
            </a:r>
            <a:endParaRPr kumimoji="0" lang="nb-NO" sz="2200" b="1" i="0" u="none" strike="noStrike" kern="1200" cap="none" spc="0" normalizeH="0" baseline="0" noProof="0" dirty="0" err="1">
              <a:ln>
                <a:noFill/>
              </a:ln>
              <a:solidFill>
                <a:srgbClr val="001848"/>
              </a:solidFill>
              <a:effectLst/>
              <a:uLnTx/>
              <a:uFillTx/>
              <a:latin typeface="Segoe UI" panose="020B0502040204020203" pitchFamily="34" charset="0"/>
              <a:ea typeface="+mn-ea"/>
              <a:cs typeface="Arial" panose="020B0604020202020204" pitchFamily="34" charset="0"/>
            </a:endParaRPr>
          </a:p>
        </p:txBody>
      </p:sp>
      <p:sp>
        <p:nvSpPr>
          <p:cNvPr id="7" name="Rektangel 6">
            <a:extLst>
              <a:ext uri="{FF2B5EF4-FFF2-40B4-BE49-F238E27FC236}">
                <a16:creationId xmlns:a16="http://schemas.microsoft.com/office/drawing/2014/main" id="{94DEF57C-C964-61F3-5302-B6904058CB30}"/>
              </a:ext>
            </a:extLst>
          </p:cNvPr>
          <p:cNvSpPr/>
          <p:nvPr/>
        </p:nvSpPr>
        <p:spPr>
          <a:xfrm>
            <a:off x="571500" y="1206500"/>
            <a:ext cx="5334000" cy="1587500"/>
          </a:xfrm>
          <a:prstGeom prst="rect">
            <a:avLst/>
          </a:prstGeom>
          <a:solidFill>
            <a:srgbClr val="FFFFFF"/>
          </a:solidFill>
          <a:ln w="25400">
            <a:solidFill>
              <a:srgbClr val="94A3B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108000" rIns="108000" bIns="108000" rtlCol="0" anchor="t" anchorCtr="0"/>
          <a:lstStyle/>
          <a:p>
            <a:pPr algn="l"/>
            <a:endParaRPr lang="nb-NO" sz="1600" dirty="0">
              <a:solidFill>
                <a:schemeClr val="bg1"/>
              </a:solidFill>
            </a:endParaRPr>
          </a:p>
        </p:txBody>
      </p:sp>
      <p:sp>
        <p:nvSpPr>
          <p:cNvPr id="8" name="Rektangel 7">
            <a:extLst>
              <a:ext uri="{FF2B5EF4-FFF2-40B4-BE49-F238E27FC236}">
                <a16:creationId xmlns:a16="http://schemas.microsoft.com/office/drawing/2014/main" id="{5295792B-E773-D486-6C9B-D79F9D2EAFF5}"/>
              </a:ext>
            </a:extLst>
          </p:cNvPr>
          <p:cNvSpPr/>
          <p:nvPr/>
        </p:nvSpPr>
        <p:spPr>
          <a:xfrm>
            <a:off x="723900" y="1358900"/>
            <a:ext cx="1016000" cy="330200"/>
          </a:xfrm>
          <a:prstGeom prst="rect">
            <a:avLst/>
          </a:prstGeom>
          <a:solidFill>
            <a:srgbClr val="001848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108000" rIns="108000" bIns="108000" rtlCol="0" anchor="t" anchorCtr="0"/>
          <a:lstStyle/>
          <a:p>
            <a:pPr algn="l"/>
            <a:r>
              <a:rPr lang="nb-NO" sz="1100" b="1">
                <a:solidFill>
                  <a:srgbClr val="FFFFFF"/>
                </a:solidFill>
                <a:latin typeface="Segoe UI" panose="020B0502040204020203" pitchFamily="34" charset="0"/>
              </a:rPr>
              <a:t>Krav 1</a:t>
            </a:r>
            <a:endParaRPr lang="nb-NO" sz="1100" b="1" dirty="0">
              <a:solidFill>
                <a:srgbClr val="FFFFFF"/>
              </a:solidFill>
              <a:latin typeface="Segoe UI" panose="020B0502040204020203" pitchFamily="34" charset="0"/>
            </a:endParaRPr>
          </a:p>
        </p:txBody>
      </p:sp>
      <p:sp>
        <p:nvSpPr>
          <p:cNvPr id="9" name="TekstSylinder 8">
            <a:extLst>
              <a:ext uri="{FF2B5EF4-FFF2-40B4-BE49-F238E27FC236}">
                <a16:creationId xmlns:a16="http://schemas.microsoft.com/office/drawing/2014/main" id="{E120F968-6E9C-F2DB-BE87-B73D7B3B5656}"/>
              </a:ext>
            </a:extLst>
          </p:cNvPr>
          <p:cNvSpPr txBox="1"/>
          <p:nvPr/>
        </p:nvSpPr>
        <p:spPr>
          <a:xfrm>
            <a:off x="1841500" y="1308100"/>
            <a:ext cx="2728311" cy="218393"/>
          </a:xfrm>
          <a:prstGeom prst="rect">
            <a:avLst/>
          </a:prstGeom>
          <a:noFill/>
        </p:spPr>
        <p:txBody>
          <a:bodyPr vert="horz" wrap="none" lIns="0" tIns="0" rIns="0" bIns="0" rtlCol="0">
            <a:spAutoFit/>
          </a:bodyPr>
          <a:lstStyle/>
          <a:p>
            <a:pPr marL="0" marR="0" indent="0" algn="l" defTabSz="9144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nb-NO" sz="1400" b="1" i="0" u="none" strike="noStrike" kern="1200" cap="none" spc="0" normalizeH="0" baseline="0" noProof="0">
                <a:ln>
                  <a:noFill/>
                </a:ln>
                <a:solidFill>
                  <a:srgbClr val="005FCC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Arial" panose="020B0604020202020204" pitchFamily="34" charset="0"/>
              </a:rPr>
              <a:t>Bevist kundebetaling (MBN/NC)</a:t>
            </a:r>
            <a:endParaRPr kumimoji="0" lang="nb-NO" sz="1400" b="1" i="0" u="none" strike="noStrike" kern="1200" cap="none" spc="0" normalizeH="0" baseline="0" noProof="0" dirty="0" err="1">
              <a:ln>
                <a:noFill/>
              </a:ln>
              <a:solidFill>
                <a:srgbClr val="005FCC"/>
              </a:solidFill>
              <a:effectLst/>
              <a:uLnTx/>
              <a:uFillTx/>
              <a:latin typeface="Segoe UI" panose="020B0502040204020203" pitchFamily="34" charset="0"/>
              <a:ea typeface="+mn-ea"/>
              <a:cs typeface="Arial" panose="020B0604020202020204" pitchFamily="34" charset="0"/>
            </a:endParaRPr>
          </a:p>
        </p:txBody>
      </p:sp>
      <p:sp>
        <p:nvSpPr>
          <p:cNvPr id="10" name="TekstSylinder 9">
            <a:extLst>
              <a:ext uri="{FF2B5EF4-FFF2-40B4-BE49-F238E27FC236}">
                <a16:creationId xmlns:a16="http://schemas.microsoft.com/office/drawing/2014/main" id="{4B565628-47E1-ACC8-CFC4-4436D6031161}"/>
              </a:ext>
            </a:extLst>
          </p:cNvPr>
          <p:cNvSpPr txBox="1"/>
          <p:nvPr/>
        </p:nvSpPr>
        <p:spPr>
          <a:xfrm>
            <a:off x="723900" y="1778000"/>
            <a:ext cx="5016500" cy="422873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marL="0" marR="0" indent="0" algn="l" defTabSz="9144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nb-NO" sz="13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Arial" panose="020B0604020202020204" pitchFamily="34" charset="0"/>
              </a:rPr>
              <a:t>Maskinell kobling som beviser at logiske MBN/NC-nummer dekkes av en gyldig kundeavtale, med automatisk stenging ved opphør.</a:t>
            </a:r>
            <a:endParaRPr kumimoji="0" lang="nb-NO" sz="1300" b="0" i="0" u="none" strike="noStrike" kern="1200" cap="none" spc="0" normalizeH="0" baseline="0" noProof="0" dirty="0" err="1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Segoe UI" panose="020B0502040204020203" pitchFamily="34" charset="0"/>
              <a:ea typeface="+mn-ea"/>
              <a:cs typeface="Arial" panose="020B0604020202020204" pitchFamily="34" charset="0"/>
            </a:endParaRPr>
          </a:p>
        </p:txBody>
      </p:sp>
      <p:sp>
        <p:nvSpPr>
          <p:cNvPr id="11" name="Rektangel 10">
            <a:extLst>
              <a:ext uri="{FF2B5EF4-FFF2-40B4-BE49-F238E27FC236}">
                <a16:creationId xmlns:a16="http://schemas.microsoft.com/office/drawing/2014/main" id="{2270B409-B7E7-CDB9-7B98-F891F7B863AC}"/>
              </a:ext>
            </a:extLst>
          </p:cNvPr>
          <p:cNvSpPr/>
          <p:nvPr/>
        </p:nvSpPr>
        <p:spPr>
          <a:xfrm>
            <a:off x="6286500" y="1206500"/>
            <a:ext cx="5334000" cy="1587500"/>
          </a:xfrm>
          <a:prstGeom prst="rect">
            <a:avLst/>
          </a:prstGeom>
          <a:solidFill>
            <a:srgbClr val="FFFFFF"/>
          </a:solidFill>
          <a:ln w="25400">
            <a:solidFill>
              <a:srgbClr val="94A3B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108000" rIns="108000" bIns="108000" rtlCol="0" anchor="t" anchorCtr="0"/>
          <a:lstStyle/>
          <a:p>
            <a:pPr algn="l"/>
            <a:endParaRPr lang="nb-NO" sz="1600" dirty="0">
              <a:solidFill>
                <a:schemeClr val="bg1"/>
              </a:solidFill>
            </a:endParaRPr>
          </a:p>
        </p:txBody>
      </p:sp>
      <p:sp>
        <p:nvSpPr>
          <p:cNvPr id="12" name="Rektangel 11">
            <a:extLst>
              <a:ext uri="{FF2B5EF4-FFF2-40B4-BE49-F238E27FC236}">
                <a16:creationId xmlns:a16="http://schemas.microsoft.com/office/drawing/2014/main" id="{C0502C22-378D-B667-1FAD-67BE2F735394}"/>
              </a:ext>
            </a:extLst>
          </p:cNvPr>
          <p:cNvSpPr/>
          <p:nvPr/>
        </p:nvSpPr>
        <p:spPr>
          <a:xfrm>
            <a:off x="6438900" y="1358900"/>
            <a:ext cx="1016000" cy="330200"/>
          </a:xfrm>
          <a:prstGeom prst="rect">
            <a:avLst/>
          </a:prstGeom>
          <a:solidFill>
            <a:srgbClr val="001848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108000" rIns="108000" bIns="108000" rtlCol="0" anchor="t" anchorCtr="0"/>
          <a:lstStyle/>
          <a:p>
            <a:pPr algn="l"/>
            <a:r>
              <a:rPr lang="nb-NO" sz="1100" b="1">
                <a:solidFill>
                  <a:srgbClr val="FFFFFF"/>
                </a:solidFill>
                <a:latin typeface="Segoe UI" panose="020B0502040204020203" pitchFamily="34" charset="0"/>
              </a:rPr>
              <a:t>Krav 2</a:t>
            </a:r>
            <a:endParaRPr lang="nb-NO" sz="1100" b="1" dirty="0">
              <a:solidFill>
                <a:srgbClr val="FFFFFF"/>
              </a:solidFill>
              <a:latin typeface="Segoe UI" panose="020B0502040204020203" pitchFamily="34" charset="0"/>
            </a:endParaRPr>
          </a:p>
        </p:txBody>
      </p:sp>
      <p:sp>
        <p:nvSpPr>
          <p:cNvPr id="13" name="TekstSylinder 12">
            <a:extLst>
              <a:ext uri="{FF2B5EF4-FFF2-40B4-BE49-F238E27FC236}">
                <a16:creationId xmlns:a16="http://schemas.microsoft.com/office/drawing/2014/main" id="{376A8F97-6256-CBF3-ADE0-809A51E85B7F}"/>
              </a:ext>
            </a:extLst>
          </p:cNvPr>
          <p:cNvSpPr txBox="1"/>
          <p:nvPr/>
        </p:nvSpPr>
        <p:spPr>
          <a:xfrm>
            <a:off x="7556500" y="1308100"/>
            <a:ext cx="2325124" cy="218393"/>
          </a:xfrm>
          <a:prstGeom prst="rect">
            <a:avLst/>
          </a:prstGeom>
          <a:noFill/>
        </p:spPr>
        <p:txBody>
          <a:bodyPr vert="horz" wrap="none" lIns="0" tIns="0" rIns="0" bIns="0" rtlCol="0">
            <a:spAutoFit/>
          </a:bodyPr>
          <a:lstStyle/>
          <a:p>
            <a:pPr marL="0" marR="0" indent="0" algn="l" defTabSz="9144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nb-NO" sz="1400" b="1" i="0" u="none" strike="noStrike" kern="1200" cap="none" spc="0" normalizeH="0" baseline="0" noProof="0">
                <a:ln>
                  <a:noFill/>
                </a:ln>
                <a:solidFill>
                  <a:srgbClr val="005FCC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Arial" panose="020B0604020202020204" pitchFamily="34" charset="0"/>
              </a:rPr>
              <a:t>Maks 6 mnd levetid for test</a:t>
            </a:r>
            <a:endParaRPr kumimoji="0" lang="nb-NO" sz="1400" b="1" i="0" u="none" strike="noStrike" kern="1200" cap="none" spc="0" normalizeH="0" baseline="0" noProof="0" dirty="0" err="1">
              <a:ln>
                <a:noFill/>
              </a:ln>
              <a:solidFill>
                <a:srgbClr val="005FCC"/>
              </a:solidFill>
              <a:effectLst/>
              <a:uLnTx/>
              <a:uFillTx/>
              <a:latin typeface="Segoe UI" panose="020B0502040204020203" pitchFamily="34" charset="0"/>
              <a:ea typeface="+mn-ea"/>
              <a:cs typeface="Arial" panose="020B0604020202020204" pitchFamily="34" charset="0"/>
            </a:endParaRPr>
          </a:p>
        </p:txBody>
      </p:sp>
      <p:sp>
        <p:nvSpPr>
          <p:cNvPr id="14" name="TekstSylinder 13">
            <a:extLst>
              <a:ext uri="{FF2B5EF4-FFF2-40B4-BE49-F238E27FC236}">
                <a16:creationId xmlns:a16="http://schemas.microsoft.com/office/drawing/2014/main" id="{C88C3090-3378-09FD-CF98-A598D2E71623}"/>
              </a:ext>
            </a:extLst>
          </p:cNvPr>
          <p:cNvSpPr txBox="1"/>
          <p:nvPr/>
        </p:nvSpPr>
        <p:spPr>
          <a:xfrm>
            <a:off x="6438900" y="1778000"/>
            <a:ext cx="5016500" cy="422873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marL="0" marR="0" indent="0" algn="l" defTabSz="9144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nb-NO" sz="13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Arial" panose="020B0604020202020204" pitchFamily="34" charset="0"/>
              </a:rPr>
              <a:t>Automatisk utløpsdato ved opprettelse og fast terminering ved utløp.</a:t>
            </a:r>
            <a:endParaRPr kumimoji="0" lang="nb-NO" sz="1300" b="0" i="0" u="none" strike="noStrike" kern="1200" cap="none" spc="0" normalizeH="0" baseline="0" noProof="0" dirty="0" err="1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Segoe UI" panose="020B0502040204020203" pitchFamily="34" charset="0"/>
              <a:ea typeface="+mn-ea"/>
              <a:cs typeface="Arial" panose="020B0604020202020204" pitchFamily="34" charset="0"/>
            </a:endParaRPr>
          </a:p>
        </p:txBody>
      </p:sp>
      <p:sp>
        <p:nvSpPr>
          <p:cNvPr id="15" name="Rektangel 14">
            <a:extLst>
              <a:ext uri="{FF2B5EF4-FFF2-40B4-BE49-F238E27FC236}">
                <a16:creationId xmlns:a16="http://schemas.microsoft.com/office/drawing/2014/main" id="{548A842C-5DD2-F7E0-E012-8B45956BBA16}"/>
              </a:ext>
            </a:extLst>
          </p:cNvPr>
          <p:cNvSpPr/>
          <p:nvPr/>
        </p:nvSpPr>
        <p:spPr>
          <a:xfrm>
            <a:off x="571500" y="2984500"/>
            <a:ext cx="5334000" cy="1587500"/>
          </a:xfrm>
          <a:prstGeom prst="rect">
            <a:avLst/>
          </a:prstGeom>
          <a:solidFill>
            <a:srgbClr val="FFFFFF"/>
          </a:solidFill>
          <a:ln w="25400">
            <a:solidFill>
              <a:srgbClr val="94A3B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108000" rIns="108000" bIns="108000" rtlCol="0" anchor="t" anchorCtr="0"/>
          <a:lstStyle/>
          <a:p>
            <a:pPr algn="l"/>
            <a:endParaRPr lang="nb-NO" sz="1600" dirty="0">
              <a:solidFill>
                <a:schemeClr val="bg1"/>
              </a:solidFill>
            </a:endParaRPr>
          </a:p>
        </p:txBody>
      </p:sp>
      <p:sp>
        <p:nvSpPr>
          <p:cNvPr id="16" name="Rektangel 15">
            <a:extLst>
              <a:ext uri="{FF2B5EF4-FFF2-40B4-BE49-F238E27FC236}">
                <a16:creationId xmlns:a16="http://schemas.microsoft.com/office/drawing/2014/main" id="{DF324B07-DA16-46D6-AFF6-BD063ADBB6FE}"/>
              </a:ext>
            </a:extLst>
          </p:cNvPr>
          <p:cNvSpPr/>
          <p:nvPr/>
        </p:nvSpPr>
        <p:spPr>
          <a:xfrm>
            <a:off x="723900" y="3136900"/>
            <a:ext cx="1016000" cy="330200"/>
          </a:xfrm>
          <a:prstGeom prst="rect">
            <a:avLst/>
          </a:prstGeom>
          <a:solidFill>
            <a:srgbClr val="001848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108000" rIns="108000" bIns="108000" rtlCol="0" anchor="t" anchorCtr="0"/>
          <a:lstStyle/>
          <a:p>
            <a:pPr algn="l"/>
            <a:r>
              <a:rPr lang="nb-NO" sz="1100" b="1">
                <a:solidFill>
                  <a:srgbClr val="FFFFFF"/>
                </a:solidFill>
                <a:latin typeface="Segoe UI" panose="020B0502040204020203" pitchFamily="34" charset="0"/>
              </a:rPr>
              <a:t>Krav 3</a:t>
            </a:r>
            <a:endParaRPr lang="nb-NO" sz="1100" b="1" dirty="0">
              <a:solidFill>
                <a:srgbClr val="FFFFFF"/>
              </a:solidFill>
              <a:latin typeface="Segoe UI" panose="020B0502040204020203" pitchFamily="34" charset="0"/>
            </a:endParaRPr>
          </a:p>
        </p:txBody>
      </p:sp>
      <p:sp>
        <p:nvSpPr>
          <p:cNvPr id="17" name="TekstSylinder 16">
            <a:extLst>
              <a:ext uri="{FF2B5EF4-FFF2-40B4-BE49-F238E27FC236}">
                <a16:creationId xmlns:a16="http://schemas.microsoft.com/office/drawing/2014/main" id="{D0CA2323-03DC-9269-1519-7A1200C86AA1}"/>
              </a:ext>
            </a:extLst>
          </p:cNvPr>
          <p:cNvSpPr txBox="1"/>
          <p:nvPr/>
        </p:nvSpPr>
        <p:spPr>
          <a:xfrm>
            <a:off x="1841500" y="3086100"/>
            <a:ext cx="2202719" cy="218393"/>
          </a:xfrm>
          <a:prstGeom prst="rect">
            <a:avLst/>
          </a:prstGeom>
          <a:noFill/>
        </p:spPr>
        <p:txBody>
          <a:bodyPr vert="horz" wrap="none" lIns="0" tIns="0" rIns="0" bIns="0" rtlCol="0">
            <a:spAutoFit/>
          </a:bodyPr>
          <a:lstStyle/>
          <a:p>
            <a:pPr marL="0" marR="0" indent="0" algn="l" defTabSz="9144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nb-NO" sz="1400" b="1" i="0" u="none" strike="noStrike" kern="1200" cap="none" spc="0" normalizeH="0" baseline="0" noProof="0">
                <a:ln>
                  <a:noFill/>
                </a:ln>
                <a:solidFill>
                  <a:srgbClr val="005FCC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Arial" panose="020B0604020202020204" pitchFamily="34" charset="0"/>
              </a:rPr>
              <a:t>API / OneView regelstøtte</a:t>
            </a:r>
            <a:endParaRPr kumimoji="0" lang="nb-NO" sz="1400" b="1" i="0" u="none" strike="noStrike" kern="1200" cap="none" spc="0" normalizeH="0" baseline="0" noProof="0" dirty="0" err="1">
              <a:ln>
                <a:noFill/>
              </a:ln>
              <a:solidFill>
                <a:srgbClr val="005FCC"/>
              </a:solidFill>
              <a:effectLst/>
              <a:uLnTx/>
              <a:uFillTx/>
              <a:latin typeface="Segoe UI" panose="020B0502040204020203" pitchFamily="34" charset="0"/>
              <a:ea typeface="+mn-ea"/>
              <a:cs typeface="Arial" panose="020B0604020202020204" pitchFamily="34" charset="0"/>
            </a:endParaRPr>
          </a:p>
        </p:txBody>
      </p:sp>
      <p:sp>
        <p:nvSpPr>
          <p:cNvPr id="18" name="TekstSylinder 17">
            <a:extLst>
              <a:ext uri="{FF2B5EF4-FFF2-40B4-BE49-F238E27FC236}">
                <a16:creationId xmlns:a16="http://schemas.microsoft.com/office/drawing/2014/main" id="{0069960A-0FDC-C4FB-0B6B-5F1F01E778FC}"/>
              </a:ext>
            </a:extLst>
          </p:cNvPr>
          <p:cNvSpPr txBox="1"/>
          <p:nvPr/>
        </p:nvSpPr>
        <p:spPr>
          <a:xfrm>
            <a:off x="723900" y="3556000"/>
            <a:ext cx="5016500" cy="422873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marL="0" marR="0" indent="0" algn="l" defTabSz="9144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nb-NO" sz="13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Arial" panose="020B0604020202020204" pitchFamily="34" charset="0"/>
              </a:rPr>
              <a:t>Endringsrobust håndheving av regler direkte i salgs- og bestillingskanalene.</a:t>
            </a:r>
            <a:endParaRPr kumimoji="0" lang="nb-NO" sz="1300" b="0" i="0" u="none" strike="noStrike" kern="1200" cap="none" spc="0" normalizeH="0" baseline="0" noProof="0" dirty="0" err="1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Segoe UI" panose="020B0502040204020203" pitchFamily="34" charset="0"/>
              <a:ea typeface="+mn-ea"/>
              <a:cs typeface="Arial" panose="020B0604020202020204" pitchFamily="34" charset="0"/>
            </a:endParaRPr>
          </a:p>
        </p:txBody>
      </p:sp>
      <p:sp>
        <p:nvSpPr>
          <p:cNvPr id="19" name="Rektangel 18">
            <a:extLst>
              <a:ext uri="{FF2B5EF4-FFF2-40B4-BE49-F238E27FC236}">
                <a16:creationId xmlns:a16="http://schemas.microsoft.com/office/drawing/2014/main" id="{B9381422-0BBA-CDDE-C35A-0C864EE93FF1}"/>
              </a:ext>
            </a:extLst>
          </p:cNvPr>
          <p:cNvSpPr/>
          <p:nvPr/>
        </p:nvSpPr>
        <p:spPr>
          <a:xfrm>
            <a:off x="6286500" y="2984500"/>
            <a:ext cx="5334000" cy="1587500"/>
          </a:xfrm>
          <a:prstGeom prst="rect">
            <a:avLst/>
          </a:prstGeom>
          <a:solidFill>
            <a:srgbClr val="FFFFFF"/>
          </a:solidFill>
          <a:ln w="25400">
            <a:solidFill>
              <a:srgbClr val="94A3B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108000" rIns="108000" bIns="108000" rtlCol="0" anchor="t" anchorCtr="0"/>
          <a:lstStyle/>
          <a:p>
            <a:pPr algn="l"/>
            <a:endParaRPr lang="nb-NO" sz="1600" dirty="0">
              <a:solidFill>
                <a:schemeClr val="bg1"/>
              </a:solidFill>
            </a:endParaRPr>
          </a:p>
        </p:txBody>
      </p:sp>
      <p:sp>
        <p:nvSpPr>
          <p:cNvPr id="20" name="Rektangel 19">
            <a:extLst>
              <a:ext uri="{FF2B5EF4-FFF2-40B4-BE49-F238E27FC236}">
                <a16:creationId xmlns:a16="http://schemas.microsoft.com/office/drawing/2014/main" id="{C3431E56-1749-DFF0-A598-D3213BB68769}"/>
              </a:ext>
            </a:extLst>
          </p:cNvPr>
          <p:cNvSpPr/>
          <p:nvPr/>
        </p:nvSpPr>
        <p:spPr>
          <a:xfrm>
            <a:off x="6438900" y="3136900"/>
            <a:ext cx="1016000" cy="330200"/>
          </a:xfrm>
          <a:prstGeom prst="rect">
            <a:avLst/>
          </a:prstGeom>
          <a:solidFill>
            <a:srgbClr val="001848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108000" rIns="108000" bIns="108000" rtlCol="0" anchor="t" anchorCtr="0"/>
          <a:lstStyle/>
          <a:p>
            <a:pPr algn="l"/>
            <a:r>
              <a:rPr lang="nb-NO" sz="1100" b="1">
                <a:solidFill>
                  <a:srgbClr val="FFFFFF"/>
                </a:solidFill>
                <a:latin typeface="Segoe UI" panose="020B0502040204020203" pitchFamily="34" charset="0"/>
              </a:rPr>
              <a:t>Krav 4</a:t>
            </a:r>
            <a:endParaRPr lang="nb-NO" sz="1100" b="1" dirty="0">
              <a:solidFill>
                <a:srgbClr val="FFFFFF"/>
              </a:solidFill>
              <a:latin typeface="Segoe UI" panose="020B0502040204020203" pitchFamily="34" charset="0"/>
            </a:endParaRPr>
          </a:p>
        </p:txBody>
      </p:sp>
      <p:sp>
        <p:nvSpPr>
          <p:cNvPr id="21" name="TekstSylinder 20">
            <a:extLst>
              <a:ext uri="{FF2B5EF4-FFF2-40B4-BE49-F238E27FC236}">
                <a16:creationId xmlns:a16="http://schemas.microsoft.com/office/drawing/2014/main" id="{052178C2-181D-C4BB-E3EF-D83CF0DF6C3E}"/>
              </a:ext>
            </a:extLst>
          </p:cNvPr>
          <p:cNvSpPr txBox="1"/>
          <p:nvPr/>
        </p:nvSpPr>
        <p:spPr>
          <a:xfrm>
            <a:off x="7556500" y="3086100"/>
            <a:ext cx="2209772" cy="218393"/>
          </a:xfrm>
          <a:prstGeom prst="rect">
            <a:avLst/>
          </a:prstGeom>
          <a:noFill/>
        </p:spPr>
        <p:txBody>
          <a:bodyPr vert="horz" wrap="none" lIns="0" tIns="0" rIns="0" bIns="0" rtlCol="0">
            <a:spAutoFit/>
          </a:bodyPr>
          <a:lstStyle/>
          <a:p>
            <a:pPr marL="0" marR="0" indent="0" algn="l" defTabSz="9144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nb-NO" sz="1400" b="1" i="0" u="none" strike="noStrike" kern="1200" cap="none" spc="0" normalizeH="0" baseline="0" noProof="0">
                <a:ln>
                  <a:noFill/>
                </a:ln>
                <a:solidFill>
                  <a:srgbClr val="005FCC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Arial" panose="020B0604020202020204" pitchFamily="34" charset="0"/>
              </a:rPr>
              <a:t>Google Cloud Looker flate</a:t>
            </a:r>
            <a:endParaRPr kumimoji="0" lang="nb-NO" sz="1400" b="1" i="0" u="none" strike="noStrike" kern="1200" cap="none" spc="0" normalizeH="0" baseline="0" noProof="0" dirty="0" err="1">
              <a:ln>
                <a:noFill/>
              </a:ln>
              <a:solidFill>
                <a:srgbClr val="005FCC"/>
              </a:solidFill>
              <a:effectLst/>
              <a:uLnTx/>
              <a:uFillTx/>
              <a:latin typeface="Segoe UI" panose="020B0502040204020203" pitchFamily="34" charset="0"/>
              <a:ea typeface="+mn-ea"/>
              <a:cs typeface="Arial" panose="020B0604020202020204" pitchFamily="34" charset="0"/>
            </a:endParaRPr>
          </a:p>
        </p:txBody>
      </p:sp>
      <p:sp>
        <p:nvSpPr>
          <p:cNvPr id="22" name="TekstSylinder 21">
            <a:extLst>
              <a:ext uri="{FF2B5EF4-FFF2-40B4-BE49-F238E27FC236}">
                <a16:creationId xmlns:a16="http://schemas.microsoft.com/office/drawing/2014/main" id="{99171BC8-17D6-A7D0-09D8-AB81C6140E2E}"/>
              </a:ext>
            </a:extLst>
          </p:cNvPr>
          <p:cNvSpPr txBox="1"/>
          <p:nvPr/>
        </p:nvSpPr>
        <p:spPr>
          <a:xfrm>
            <a:off x="6438900" y="3556000"/>
            <a:ext cx="5016500" cy="422873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marL="0" marR="0" indent="0" algn="l" defTabSz="9144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nb-NO" sz="13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Arial" panose="020B0604020202020204" pitchFamily="34" charset="0"/>
              </a:rPr>
              <a:t>Felles dashboards, avvikssporing og automatiserte alarmer til kontrolleiere.</a:t>
            </a:r>
            <a:endParaRPr kumimoji="0" lang="nb-NO" sz="1300" b="0" i="0" u="none" strike="noStrike" kern="1200" cap="none" spc="0" normalizeH="0" baseline="0" noProof="0" dirty="0" err="1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Segoe UI" panose="020B0502040204020203" pitchFamily="34" charset="0"/>
              <a:ea typeface="+mn-ea"/>
              <a:cs typeface="Arial" panose="020B0604020202020204" pitchFamily="34" charset="0"/>
            </a:endParaRPr>
          </a:p>
        </p:txBody>
      </p:sp>
      <p:sp>
        <p:nvSpPr>
          <p:cNvPr id="23" name="Rektangel 22">
            <a:extLst>
              <a:ext uri="{FF2B5EF4-FFF2-40B4-BE49-F238E27FC236}">
                <a16:creationId xmlns:a16="http://schemas.microsoft.com/office/drawing/2014/main" id="{724C9ABB-E65D-C7BF-5E2B-5E84906D8CF6}"/>
              </a:ext>
            </a:extLst>
          </p:cNvPr>
          <p:cNvSpPr/>
          <p:nvPr/>
        </p:nvSpPr>
        <p:spPr>
          <a:xfrm>
            <a:off x="571500" y="4762500"/>
            <a:ext cx="5334000" cy="1587500"/>
          </a:xfrm>
          <a:prstGeom prst="rect">
            <a:avLst/>
          </a:prstGeom>
          <a:solidFill>
            <a:srgbClr val="FFFFFF"/>
          </a:solidFill>
          <a:ln w="25400">
            <a:solidFill>
              <a:srgbClr val="94A3B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108000" rIns="108000" bIns="108000" rtlCol="0" anchor="t" anchorCtr="0"/>
          <a:lstStyle/>
          <a:p>
            <a:pPr algn="l"/>
            <a:endParaRPr lang="nb-NO" sz="1600" dirty="0">
              <a:solidFill>
                <a:schemeClr val="bg1"/>
              </a:solidFill>
            </a:endParaRPr>
          </a:p>
        </p:txBody>
      </p:sp>
      <p:sp>
        <p:nvSpPr>
          <p:cNvPr id="24" name="Rektangel 23">
            <a:extLst>
              <a:ext uri="{FF2B5EF4-FFF2-40B4-BE49-F238E27FC236}">
                <a16:creationId xmlns:a16="http://schemas.microsoft.com/office/drawing/2014/main" id="{D2345EDC-A0F5-4E5A-EAD4-33B662344E80}"/>
              </a:ext>
            </a:extLst>
          </p:cNvPr>
          <p:cNvSpPr/>
          <p:nvPr/>
        </p:nvSpPr>
        <p:spPr>
          <a:xfrm>
            <a:off x="723900" y="4914900"/>
            <a:ext cx="1016000" cy="330200"/>
          </a:xfrm>
          <a:prstGeom prst="rect">
            <a:avLst/>
          </a:prstGeom>
          <a:solidFill>
            <a:srgbClr val="001848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108000" rIns="108000" bIns="108000" rtlCol="0" anchor="t" anchorCtr="0"/>
          <a:lstStyle/>
          <a:p>
            <a:pPr algn="l"/>
            <a:r>
              <a:rPr lang="nb-NO" sz="1100" b="1">
                <a:solidFill>
                  <a:srgbClr val="FFFFFF"/>
                </a:solidFill>
                <a:latin typeface="Segoe UI" panose="020B0502040204020203" pitchFamily="34" charset="0"/>
              </a:rPr>
              <a:t>Krav 5</a:t>
            </a:r>
            <a:endParaRPr lang="nb-NO" sz="1100" b="1" dirty="0">
              <a:solidFill>
                <a:srgbClr val="FFFFFF"/>
              </a:solidFill>
              <a:latin typeface="Segoe UI" panose="020B0502040204020203" pitchFamily="34" charset="0"/>
            </a:endParaRPr>
          </a:p>
        </p:txBody>
      </p:sp>
      <p:sp>
        <p:nvSpPr>
          <p:cNvPr id="25" name="TekstSylinder 24">
            <a:extLst>
              <a:ext uri="{FF2B5EF4-FFF2-40B4-BE49-F238E27FC236}">
                <a16:creationId xmlns:a16="http://schemas.microsoft.com/office/drawing/2014/main" id="{D7BA2947-E095-631C-22C7-631813444E16}"/>
              </a:ext>
            </a:extLst>
          </p:cNvPr>
          <p:cNvSpPr txBox="1"/>
          <p:nvPr/>
        </p:nvSpPr>
        <p:spPr>
          <a:xfrm>
            <a:off x="1841500" y="4864100"/>
            <a:ext cx="1897507" cy="218393"/>
          </a:xfrm>
          <a:prstGeom prst="rect">
            <a:avLst/>
          </a:prstGeom>
          <a:noFill/>
        </p:spPr>
        <p:txBody>
          <a:bodyPr vert="horz" wrap="none" lIns="0" tIns="0" rIns="0" bIns="0" rtlCol="0">
            <a:spAutoFit/>
          </a:bodyPr>
          <a:lstStyle/>
          <a:p>
            <a:pPr marL="0" marR="0" indent="0" algn="l" defTabSz="9144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nb-NO" sz="1400" b="1" i="0" u="none" strike="noStrike" kern="1200" cap="none" spc="0" normalizeH="0" baseline="0" noProof="0">
                <a:ln>
                  <a:noFill/>
                </a:ln>
                <a:solidFill>
                  <a:srgbClr val="005FCC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Arial" panose="020B0604020202020204" pitchFamily="34" charset="0"/>
              </a:rPr>
              <a:t>Kategoribasert regime</a:t>
            </a:r>
            <a:endParaRPr kumimoji="0" lang="nb-NO" sz="1400" b="1" i="0" u="none" strike="noStrike" kern="1200" cap="none" spc="0" normalizeH="0" baseline="0" noProof="0" dirty="0" err="1">
              <a:ln>
                <a:noFill/>
              </a:ln>
              <a:solidFill>
                <a:srgbClr val="005FCC"/>
              </a:solidFill>
              <a:effectLst/>
              <a:uLnTx/>
              <a:uFillTx/>
              <a:latin typeface="Segoe UI" panose="020B0502040204020203" pitchFamily="34" charset="0"/>
              <a:ea typeface="+mn-ea"/>
              <a:cs typeface="Arial" panose="020B0604020202020204" pitchFamily="34" charset="0"/>
            </a:endParaRPr>
          </a:p>
        </p:txBody>
      </p:sp>
      <p:sp>
        <p:nvSpPr>
          <p:cNvPr id="26" name="TekstSylinder 25">
            <a:extLst>
              <a:ext uri="{FF2B5EF4-FFF2-40B4-BE49-F238E27FC236}">
                <a16:creationId xmlns:a16="http://schemas.microsoft.com/office/drawing/2014/main" id="{BF86DA29-ADCA-14E7-9C9A-B1B5E37B0652}"/>
              </a:ext>
            </a:extLst>
          </p:cNvPr>
          <p:cNvSpPr txBox="1"/>
          <p:nvPr/>
        </p:nvSpPr>
        <p:spPr>
          <a:xfrm>
            <a:off x="723900" y="5334000"/>
            <a:ext cx="5016500" cy="422873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marL="0" marR="0" indent="0" algn="l" defTabSz="9144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nb-NO" sz="13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Arial" panose="020B0604020202020204" pitchFamily="34" charset="0"/>
              </a:rPr>
              <a:t>Tydelig eierskap per kategori (Critical, Operational, Test) med SPOC/deputies.</a:t>
            </a:r>
            <a:endParaRPr kumimoji="0" lang="nb-NO" sz="1300" b="0" i="0" u="none" strike="noStrike" kern="1200" cap="none" spc="0" normalizeH="0" baseline="0" noProof="0" dirty="0" err="1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Segoe UI" panose="020B0502040204020203" pitchFamily="34" charset="0"/>
              <a:ea typeface="+mn-ea"/>
              <a:cs typeface="Arial" panose="020B0604020202020204" pitchFamily="34" charset="0"/>
            </a:endParaRPr>
          </a:p>
        </p:txBody>
      </p:sp>
      <p:sp>
        <p:nvSpPr>
          <p:cNvPr id="27" name="Rektangel 26">
            <a:extLst>
              <a:ext uri="{FF2B5EF4-FFF2-40B4-BE49-F238E27FC236}">
                <a16:creationId xmlns:a16="http://schemas.microsoft.com/office/drawing/2014/main" id="{2676924A-7249-759A-103D-DDA632F1CEA7}"/>
              </a:ext>
            </a:extLst>
          </p:cNvPr>
          <p:cNvSpPr/>
          <p:nvPr/>
        </p:nvSpPr>
        <p:spPr>
          <a:xfrm>
            <a:off x="6286500" y="4762500"/>
            <a:ext cx="5334000" cy="1587500"/>
          </a:xfrm>
          <a:prstGeom prst="rect">
            <a:avLst/>
          </a:prstGeom>
          <a:solidFill>
            <a:srgbClr val="FFFFFF"/>
          </a:solidFill>
          <a:ln w="25400">
            <a:solidFill>
              <a:srgbClr val="94A3B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108000" rIns="108000" bIns="108000" rtlCol="0" anchor="t" anchorCtr="0"/>
          <a:lstStyle/>
          <a:p>
            <a:pPr algn="l"/>
            <a:endParaRPr lang="nb-NO" sz="1600" dirty="0">
              <a:solidFill>
                <a:schemeClr val="bg1"/>
              </a:solidFill>
            </a:endParaRPr>
          </a:p>
        </p:txBody>
      </p:sp>
      <p:sp>
        <p:nvSpPr>
          <p:cNvPr id="28" name="Rektangel 27">
            <a:extLst>
              <a:ext uri="{FF2B5EF4-FFF2-40B4-BE49-F238E27FC236}">
                <a16:creationId xmlns:a16="http://schemas.microsoft.com/office/drawing/2014/main" id="{3E6A114A-0F7C-BDA1-D89C-DE861301F1FE}"/>
              </a:ext>
            </a:extLst>
          </p:cNvPr>
          <p:cNvSpPr/>
          <p:nvPr/>
        </p:nvSpPr>
        <p:spPr>
          <a:xfrm>
            <a:off x="6438900" y="4914900"/>
            <a:ext cx="1016000" cy="330200"/>
          </a:xfrm>
          <a:prstGeom prst="rect">
            <a:avLst/>
          </a:prstGeom>
          <a:solidFill>
            <a:srgbClr val="001848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108000" rIns="108000" bIns="108000" rtlCol="0" anchor="t" anchorCtr="0"/>
          <a:lstStyle/>
          <a:p>
            <a:pPr algn="l"/>
            <a:r>
              <a:rPr lang="nb-NO" sz="1100" b="1">
                <a:solidFill>
                  <a:srgbClr val="FFFFFF"/>
                </a:solidFill>
                <a:latin typeface="Segoe UI" panose="020B0502040204020203" pitchFamily="34" charset="0"/>
              </a:rPr>
              <a:t>Krav 6</a:t>
            </a:r>
            <a:endParaRPr lang="nb-NO" sz="1100" b="1" dirty="0">
              <a:solidFill>
                <a:srgbClr val="FFFFFF"/>
              </a:solidFill>
              <a:latin typeface="Segoe UI" panose="020B0502040204020203" pitchFamily="34" charset="0"/>
            </a:endParaRPr>
          </a:p>
        </p:txBody>
      </p:sp>
      <p:sp>
        <p:nvSpPr>
          <p:cNvPr id="29" name="TekstSylinder 28">
            <a:extLst>
              <a:ext uri="{FF2B5EF4-FFF2-40B4-BE49-F238E27FC236}">
                <a16:creationId xmlns:a16="http://schemas.microsoft.com/office/drawing/2014/main" id="{8B461F5B-A496-4144-9B53-B5C167825ECD}"/>
              </a:ext>
            </a:extLst>
          </p:cNvPr>
          <p:cNvSpPr txBox="1"/>
          <p:nvPr/>
        </p:nvSpPr>
        <p:spPr>
          <a:xfrm>
            <a:off x="7556500" y="4864100"/>
            <a:ext cx="2498761" cy="218393"/>
          </a:xfrm>
          <a:prstGeom prst="rect">
            <a:avLst/>
          </a:prstGeom>
          <a:noFill/>
        </p:spPr>
        <p:txBody>
          <a:bodyPr vert="horz" wrap="none" lIns="0" tIns="0" rIns="0" bIns="0" rtlCol="0">
            <a:spAutoFit/>
          </a:bodyPr>
          <a:lstStyle/>
          <a:p>
            <a:pPr marL="0" marR="0" indent="0" algn="l" defTabSz="9144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nb-NO" sz="1400" b="1" i="0" u="none" strike="noStrike" kern="1200" cap="none" spc="0" normalizeH="0" baseline="0" noProof="0">
                <a:ln>
                  <a:noFill/>
                </a:ln>
                <a:solidFill>
                  <a:srgbClr val="005FCC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Arial" panose="020B0604020202020204" pitchFamily="34" charset="0"/>
              </a:rPr>
              <a:t>Forretningskritisk forvaltning</a:t>
            </a:r>
            <a:endParaRPr kumimoji="0" lang="nb-NO" sz="1400" b="1" i="0" u="none" strike="noStrike" kern="1200" cap="none" spc="0" normalizeH="0" baseline="0" noProof="0" dirty="0" err="1">
              <a:ln>
                <a:noFill/>
              </a:ln>
              <a:solidFill>
                <a:srgbClr val="005FCC"/>
              </a:solidFill>
              <a:effectLst/>
              <a:uLnTx/>
              <a:uFillTx/>
              <a:latin typeface="Segoe UI" panose="020B0502040204020203" pitchFamily="34" charset="0"/>
              <a:ea typeface="+mn-ea"/>
              <a:cs typeface="Arial" panose="020B0604020202020204" pitchFamily="34" charset="0"/>
            </a:endParaRPr>
          </a:p>
        </p:txBody>
      </p:sp>
      <p:sp>
        <p:nvSpPr>
          <p:cNvPr id="30" name="TekstSylinder 29">
            <a:extLst>
              <a:ext uri="{FF2B5EF4-FFF2-40B4-BE49-F238E27FC236}">
                <a16:creationId xmlns:a16="http://schemas.microsoft.com/office/drawing/2014/main" id="{40F3CD6B-6601-0FD6-EDDB-65C43BF12D53}"/>
              </a:ext>
            </a:extLst>
          </p:cNvPr>
          <p:cNvSpPr txBox="1"/>
          <p:nvPr/>
        </p:nvSpPr>
        <p:spPr>
          <a:xfrm>
            <a:off x="6438900" y="5334000"/>
            <a:ext cx="5016500" cy="422873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marL="0" marR="0" indent="0" algn="l" defTabSz="9144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nb-NO" sz="13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Arial" panose="020B0604020202020204" pitchFamily="34" charset="0"/>
              </a:rPr>
              <a:t>Strengere prevent-detect-act kontroll for Critical SIM via GCP / AI Agent / SIM-forvaltning.</a:t>
            </a:r>
            <a:endParaRPr kumimoji="0" lang="nb-NO" sz="1300" b="0" i="0" u="none" strike="noStrike" kern="1200" cap="none" spc="0" normalizeH="0" baseline="0" noProof="0" dirty="0" err="1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Segoe UI" panose="020B0502040204020203" pitchFamily="34" charset="0"/>
              <a:ea typeface="+mn-ea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15619291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:adec="http://schemas.microsoft.com/office/drawing/2017/decorative" xmlns:a16="http://schemas.microsoft.com/office/drawing/2014/main" xmlns="">
      <p:transition spd="med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tel 1">
            <a:extLst>
              <a:ext uri="{FF2B5EF4-FFF2-40B4-BE49-F238E27FC236}">
                <a16:creationId xmlns:a16="http://schemas.microsoft.com/office/drawing/2014/main" id="{1F2D8FA7-06A0-23CF-6BB6-FCFD960169E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nb-NO"/>
          </a:p>
        </p:txBody>
      </p:sp>
      <p:sp>
        <p:nvSpPr>
          <p:cNvPr id="3" name="Plassholder for lysbildenummer 2">
            <a:extLst>
              <a:ext uri="{FF2B5EF4-FFF2-40B4-BE49-F238E27FC236}">
                <a16:creationId xmlns:a16="http://schemas.microsoft.com/office/drawing/2014/main" id="{2C5095EA-7AAC-16A3-66E3-83B035FC71D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8810A5-7811-344D-9AE9-EC83104FB54D}" type="slidenum">
              <a:rPr lang="en-GB" smtClean="0"/>
              <a:t>6</a:t>
            </a:fld>
            <a:endParaRPr lang="en-GB"/>
          </a:p>
        </p:txBody>
      </p:sp>
      <p:sp>
        <p:nvSpPr>
          <p:cNvPr id="4" name="Rektangel 3">
            <a:extLst>
              <a:ext uri="{FF2B5EF4-FFF2-40B4-BE49-F238E27FC236}">
                <a16:creationId xmlns:a16="http://schemas.microsoft.com/office/drawing/2014/main" id="{628532D7-181D-0F63-E885-8AFFCFB38869}"/>
              </a:ext>
            </a:extLst>
          </p:cNvPr>
          <p:cNvSpPr/>
          <p:nvPr/>
        </p:nvSpPr>
        <p:spPr>
          <a:xfrm>
            <a:off x="0" y="0"/>
            <a:ext cx="12192000" cy="76200"/>
          </a:xfrm>
          <a:prstGeom prst="rect">
            <a:avLst/>
          </a:prstGeom>
          <a:solidFill>
            <a:srgbClr val="005FCC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108000" rIns="108000" bIns="108000" rtlCol="0" anchor="t" anchorCtr="0"/>
          <a:lstStyle/>
          <a:p>
            <a:pPr algn="l"/>
            <a:endParaRPr lang="nb-NO" sz="1600" dirty="0">
              <a:solidFill>
                <a:schemeClr val="bg1"/>
              </a:solidFill>
            </a:endParaRPr>
          </a:p>
        </p:txBody>
      </p:sp>
      <p:sp>
        <p:nvSpPr>
          <p:cNvPr id="5" name="Rektangel 4">
            <a:extLst>
              <a:ext uri="{FF2B5EF4-FFF2-40B4-BE49-F238E27FC236}">
                <a16:creationId xmlns:a16="http://schemas.microsoft.com/office/drawing/2014/main" id="{54C66B95-B4A0-ECE3-C0CB-CDEC14C01DE2}"/>
              </a:ext>
            </a:extLst>
          </p:cNvPr>
          <p:cNvSpPr/>
          <p:nvPr/>
        </p:nvSpPr>
        <p:spPr>
          <a:xfrm>
            <a:off x="571500" y="228600"/>
            <a:ext cx="2921000" cy="304800"/>
          </a:xfrm>
          <a:prstGeom prst="rect">
            <a:avLst/>
          </a:prstGeom>
          <a:solidFill>
            <a:srgbClr val="001848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108000" rIns="108000" bIns="108000" rtlCol="0" anchor="t" anchorCtr="0"/>
          <a:lstStyle/>
          <a:p>
            <a:pPr algn="l"/>
            <a:r>
              <a:rPr lang="nb-NO" sz="1000" b="1">
                <a:solidFill>
                  <a:srgbClr val="FFFFFF"/>
                </a:solidFill>
                <a:latin typeface="Segoe UI" panose="020B0502040204020203" pitchFamily="34" charset="0"/>
              </a:rPr>
              <a:t>AI-AUTOMATISERING</a:t>
            </a:r>
            <a:endParaRPr lang="nb-NO" sz="1000" b="1" dirty="0">
              <a:solidFill>
                <a:srgbClr val="FFFFFF"/>
              </a:solidFill>
              <a:latin typeface="Segoe UI" panose="020B0502040204020203" pitchFamily="34" charset="0"/>
            </a:endParaRPr>
          </a:p>
        </p:txBody>
      </p:sp>
      <p:sp>
        <p:nvSpPr>
          <p:cNvPr id="6" name="TekstSylinder 5">
            <a:extLst>
              <a:ext uri="{FF2B5EF4-FFF2-40B4-BE49-F238E27FC236}">
                <a16:creationId xmlns:a16="http://schemas.microsoft.com/office/drawing/2014/main" id="{4EA8A7D4-48C6-95C5-9AFC-B449DFEAB6BA}"/>
              </a:ext>
            </a:extLst>
          </p:cNvPr>
          <p:cNvSpPr txBox="1"/>
          <p:nvPr/>
        </p:nvSpPr>
        <p:spPr>
          <a:xfrm>
            <a:off x="533400" y="558800"/>
            <a:ext cx="8870249" cy="343171"/>
          </a:xfrm>
          <a:prstGeom prst="rect">
            <a:avLst/>
          </a:prstGeom>
          <a:noFill/>
        </p:spPr>
        <p:txBody>
          <a:bodyPr vert="horz" wrap="none" lIns="0" tIns="0" rIns="0" bIns="0" rtlCol="0">
            <a:spAutoFit/>
          </a:bodyPr>
          <a:lstStyle/>
          <a:p>
            <a:pPr marL="0" marR="0" indent="0" algn="l" defTabSz="9144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nb-NO" sz="2200" b="1" i="0" u="none" strike="noStrike" kern="1200" cap="none" spc="0" normalizeH="0" baseline="0" noProof="0">
                <a:ln>
                  <a:noFill/>
                </a:ln>
                <a:solidFill>
                  <a:srgbClr val="001848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Arial" panose="020B0604020202020204" pitchFamily="34" charset="0"/>
              </a:rPr>
              <a:t>AI-agentenes kjerneoppgave: Løpende regelkontroll &amp; Stengelister</a:t>
            </a:r>
            <a:endParaRPr kumimoji="0" lang="nb-NO" sz="2200" b="1" i="0" u="none" strike="noStrike" kern="1200" cap="none" spc="0" normalizeH="0" baseline="0" noProof="0" dirty="0" err="1">
              <a:ln>
                <a:noFill/>
              </a:ln>
              <a:solidFill>
                <a:srgbClr val="001848"/>
              </a:solidFill>
              <a:effectLst/>
              <a:uLnTx/>
              <a:uFillTx/>
              <a:latin typeface="Segoe UI" panose="020B0502040204020203" pitchFamily="34" charset="0"/>
              <a:ea typeface="+mn-ea"/>
              <a:cs typeface="Arial" panose="020B0604020202020204" pitchFamily="34" charset="0"/>
            </a:endParaRPr>
          </a:p>
        </p:txBody>
      </p:sp>
      <p:sp>
        <p:nvSpPr>
          <p:cNvPr id="7" name="Rektangel 6">
            <a:extLst>
              <a:ext uri="{FF2B5EF4-FFF2-40B4-BE49-F238E27FC236}">
                <a16:creationId xmlns:a16="http://schemas.microsoft.com/office/drawing/2014/main" id="{0619E4F4-9F0F-D670-DEA0-B941D47D467D}"/>
              </a:ext>
            </a:extLst>
          </p:cNvPr>
          <p:cNvSpPr/>
          <p:nvPr/>
        </p:nvSpPr>
        <p:spPr>
          <a:xfrm>
            <a:off x="571500" y="1206500"/>
            <a:ext cx="5334000" cy="5207000"/>
          </a:xfrm>
          <a:prstGeom prst="rect">
            <a:avLst/>
          </a:prstGeom>
          <a:solidFill>
            <a:srgbClr val="FFFFFF"/>
          </a:solidFill>
          <a:ln w="25400">
            <a:solidFill>
              <a:srgbClr val="00184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108000" rIns="108000" bIns="108000" rtlCol="0" anchor="t" anchorCtr="0"/>
          <a:lstStyle/>
          <a:p>
            <a:pPr algn="l"/>
            <a:endParaRPr lang="nb-NO" sz="1600" dirty="0">
              <a:solidFill>
                <a:schemeClr val="bg1"/>
              </a:solidFill>
            </a:endParaRPr>
          </a:p>
        </p:txBody>
      </p:sp>
      <p:sp>
        <p:nvSpPr>
          <p:cNvPr id="8" name="Rektangel 7">
            <a:extLst>
              <a:ext uri="{FF2B5EF4-FFF2-40B4-BE49-F238E27FC236}">
                <a16:creationId xmlns:a16="http://schemas.microsoft.com/office/drawing/2014/main" id="{B56F27FD-E1ED-F70D-148F-61BB76DBB243}"/>
              </a:ext>
            </a:extLst>
          </p:cNvPr>
          <p:cNvSpPr/>
          <p:nvPr/>
        </p:nvSpPr>
        <p:spPr>
          <a:xfrm>
            <a:off x="571500" y="1206500"/>
            <a:ext cx="5334000" cy="508000"/>
          </a:xfrm>
          <a:prstGeom prst="rect">
            <a:avLst/>
          </a:prstGeom>
          <a:solidFill>
            <a:srgbClr val="001848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108000" rIns="108000" bIns="108000" rtlCol="0" anchor="t" anchorCtr="0"/>
          <a:lstStyle/>
          <a:p>
            <a:pPr algn="l"/>
            <a:r>
              <a:rPr lang="nb-NO" sz="1400" b="1">
                <a:solidFill>
                  <a:srgbClr val="FFFFFF"/>
                </a:solidFill>
                <a:latin typeface="Segoe UI" panose="020B0502040204020203" pitchFamily="34" charset="0"/>
              </a:rPr>
              <a:t>1. Regelsett &amp; Bevisføring (GIA-krav)</a:t>
            </a:r>
            <a:endParaRPr lang="nb-NO" sz="1400" b="1" dirty="0">
              <a:solidFill>
                <a:srgbClr val="FFFFFF"/>
              </a:solidFill>
              <a:latin typeface="Segoe UI" panose="020B0502040204020203" pitchFamily="34" charset="0"/>
            </a:endParaRPr>
          </a:p>
        </p:txBody>
      </p:sp>
      <p:sp>
        <p:nvSpPr>
          <p:cNvPr id="9" name="TekstSylinder 8">
            <a:extLst>
              <a:ext uri="{FF2B5EF4-FFF2-40B4-BE49-F238E27FC236}">
                <a16:creationId xmlns:a16="http://schemas.microsoft.com/office/drawing/2014/main" id="{5798BD41-7609-FB1A-D3DF-903FB65F4294}"/>
              </a:ext>
            </a:extLst>
          </p:cNvPr>
          <p:cNvSpPr txBox="1"/>
          <p:nvPr/>
        </p:nvSpPr>
        <p:spPr>
          <a:xfrm>
            <a:off x="762000" y="1841500"/>
            <a:ext cx="4953000" cy="2588273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marL="0" marR="0" indent="0" algn="l" defTabSz="9144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nb-NO" sz="1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Arial" panose="020B0604020202020204" pitchFamily="34" charset="0"/>
              </a:rPr>
              <a:t>• Kontinuerlig avstemming:
AI-agentene kryss-sjekker daglig alle 135 281 abonnementer mot bedriftsavtaler, faktura og brukslogger.
• Automatisk gyldighetsbevis:
Dokumenterer for GIA og ICFR NOR 72 at aktive nummer har rettmessig formål og betalingsdekning.
• Avviksidentifisering:
Flagger umiddelbart 'døde' logiske MBN/NC-nummer og inaktive testkort uten kontrolleier.</a:t>
            </a:r>
            <a:endParaRPr kumimoji="0" lang="nb-NO" sz="1400" b="0" i="0" u="none" strike="noStrike" kern="1200" cap="none" spc="0" normalizeH="0" baseline="0" noProof="0" dirty="0" err="1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Segoe UI" panose="020B0502040204020203" pitchFamily="34" charset="0"/>
              <a:ea typeface="+mn-ea"/>
              <a:cs typeface="Arial" panose="020B0604020202020204" pitchFamily="34" charset="0"/>
            </a:endParaRPr>
          </a:p>
        </p:txBody>
      </p:sp>
      <p:sp>
        <p:nvSpPr>
          <p:cNvPr id="10" name="Rektangel 9">
            <a:extLst>
              <a:ext uri="{FF2B5EF4-FFF2-40B4-BE49-F238E27FC236}">
                <a16:creationId xmlns:a16="http://schemas.microsoft.com/office/drawing/2014/main" id="{BE8346B0-F30E-D873-743B-558E7A8AAF65}"/>
              </a:ext>
            </a:extLst>
          </p:cNvPr>
          <p:cNvSpPr/>
          <p:nvPr/>
        </p:nvSpPr>
        <p:spPr>
          <a:xfrm>
            <a:off x="6286500" y="1206500"/>
            <a:ext cx="5334000" cy="5207000"/>
          </a:xfrm>
          <a:prstGeom prst="rect">
            <a:avLst/>
          </a:prstGeom>
          <a:solidFill>
            <a:srgbClr val="FFFFFF"/>
          </a:solidFill>
          <a:ln w="25400">
            <a:solidFill>
              <a:srgbClr val="005FC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108000" rIns="108000" bIns="108000" rtlCol="0" anchor="t" anchorCtr="0"/>
          <a:lstStyle/>
          <a:p>
            <a:pPr algn="l"/>
            <a:endParaRPr lang="nb-NO" sz="1600" dirty="0">
              <a:solidFill>
                <a:schemeClr val="bg1"/>
              </a:solidFill>
            </a:endParaRPr>
          </a:p>
        </p:txBody>
      </p:sp>
      <p:sp>
        <p:nvSpPr>
          <p:cNvPr id="11" name="Rektangel 10">
            <a:extLst>
              <a:ext uri="{FF2B5EF4-FFF2-40B4-BE49-F238E27FC236}">
                <a16:creationId xmlns:a16="http://schemas.microsoft.com/office/drawing/2014/main" id="{EA71ABA6-8BB7-8C2B-2155-AFCA3DA080CC}"/>
              </a:ext>
            </a:extLst>
          </p:cNvPr>
          <p:cNvSpPr/>
          <p:nvPr/>
        </p:nvSpPr>
        <p:spPr>
          <a:xfrm>
            <a:off x="6286500" y="1206500"/>
            <a:ext cx="5334000" cy="508000"/>
          </a:xfrm>
          <a:prstGeom prst="rect">
            <a:avLst/>
          </a:prstGeom>
          <a:solidFill>
            <a:srgbClr val="005FCC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108000" rIns="108000" bIns="108000" rtlCol="0" anchor="t" anchorCtr="0"/>
          <a:lstStyle/>
          <a:p>
            <a:pPr algn="l"/>
            <a:r>
              <a:rPr lang="nb-NO" sz="1400" b="1">
                <a:solidFill>
                  <a:srgbClr val="FFFFFF"/>
                </a:solidFill>
                <a:latin typeface="Segoe UI" panose="020B0502040204020203" pitchFamily="34" charset="0"/>
              </a:rPr>
              <a:t>2. Fortløpende Stengelister til Terminering</a:t>
            </a:r>
            <a:endParaRPr lang="nb-NO" sz="1400" b="1" dirty="0">
              <a:solidFill>
                <a:srgbClr val="FFFFFF"/>
              </a:solidFill>
              <a:latin typeface="Segoe UI" panose="020B0502040204020203" pitchFamily="34" charset="0"/>
            </a:endParaRPr>
          </a:p>
        </p:txBody>
      </p:sp>
      <p:sp>
        <p:nvSpPr>
          <p:cNvPr id="12" name="TekstSylinder 11">
            <a:extLst>
              <a:ext uri="{FF2B5EF4-FFF2-40B4-BE49-F238E27FC236}">
                <a16:creationId xmlns:a16="http://schemas.microsoft.com/office/drawing/2014/main" id="{9E469BE9-652D-75A7-A3BC-DE68799812BA}"/>
              </a:ext>
            </a:extLst>
          </p:cNvPr>
          <p:cNvSpPr txBox="1"/>
          <p:nvPr/>
        </p:nvSpPr>
        <p:spPr>
          <a:xfrm>
            <a:off x="6477000" y="1841500"/>
            <a:ext cx="4953000" cy="2588273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marL="0" marR="0" indent="0" algn="l" defTabSz="9144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nb-NO" sz="1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Arial" panose="020B0604020202020204" pitchFamily="34" charset="0"/>
              </a:rPr>
              <a:t>• Automatisert stengelistemotor:
AI-agentene utarbeider fortløpende kvalitetssikrede stengelister basert på GIA-regelsettet.
• Direkte integrasjon mot Ops:
Stengelistene overføres automatisk til Customer Operations (Rørvik) for bulk-terminering.
• Løpende porteføljeoptimalisering:
Hindrer opphopning av passive abonnementer og eliminerer risiko for inntektstap.</a:t>
            </a:r>
            <a:endParaRPr kumimoji="0" lang="nb-NO" sz="1400" b="0" i="0" u="none" strike="noStrike" kern="1200" cap="none" spc="0" normalizeH="0" baseline="0" noProof="0" dirty="0" err="1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Segoe UI" panose="020B0502040204020203" pitchFamily="34" charset="0"/>
              <a:ea typeface="+mn-ea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13095955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:adec="http://schemas.microsoft.com/office/drawing/2017/decorative" xmlns:a16="http://schemas.microsoft.com/office/drawing/2014/main" xmlns="">
      <p:transition spd="med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tel 1">
            <a:extLst>
              <a:ext uri="{FF2B5EF4-FFF2-40B4-BE49-F238E27FC236}">
                <a16:creationId xmlns:a16="http://schemas.microsoft.com/office/drawing/2014/main" id="{1C84E5D3-BEF7-DC2E-9140-CE181FA6633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nb-NO"/>
          </a:p>
        </p:txBody>
      </p:sp>
      <p:sp>
        <p:nvSpPr>
          <p:cNvPr id="3" name="Plassholder for lysbildenummer 2">
            <a:extLst>
              <a:ext uri="{FF2B5EF4-FFF2-40B4-BE49-F238E27FC236}">
                <a16:creationId xmlns:a16="http://schemas.microsoft.com/office/drawing/2014/main" id="{5EDB5351-2742-95B2-F329-BAC29FEEEDF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8810A5-7811-344D-9AE9-EC83104FB54D}" type="slidenum">
              <a:rPr lang="en-GB" smtClean="0"/>
              <a:t>7</a:t>
            </a:fld>
            <a:endParaRPr lang="en-GB"/>
          </a:p>
        </p:txBody>
      </p:sp>
      <p:sp>
        <p:nvSpPr>
          <p:cNvPr id="4" name="Rektangel 3">
            <a:extLst>
              <a:ext uri="{FF2B5EF4-FFF2-40B4-BE49-F238E27FC236}">
                <a16:creationId xmlns:a16="http://schemas.microsoft.com/office/drawing/2014/main" id="{450AF021-17D5-8DA8-78CA-D25C511A114F}"/>
              </a:ext>
            </a:extLst>
          </p:cNvPr>
          <p:cNvSpPr/>
          <p:nvPr/>
        </p:nvSpPr>
        <p:spPr>
          <a:xfrm>
            <a:off x="0" y="0"/>
            <a:ext cx="12192000" cy="76200"/>
          </a:xfrm>
          <a:prstGeom prst="rect">
            <a:avLst/>
          </a:prstGeom>
          <a:solidFill>
            <a:srgbClr val="005FCC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108000" rIns="108000" bIns="108000" rtlCol="0" anchor="t" anchorCtr="0"/>
          <a:lstStyle/>
          <a:p>
            <a:pPr algn="l"/>
            <a:endParaRPr lang="nb-NO" sz="1600" dirty="0">
              <a:solidFill>
                <a:schemeClr val="bg1"/>
              </a:solidFill>
            </a:endParaRPr>
          </a:p>
        </p:txBody>
      </p:sp>
      <p:sp>
        <p:nvSpPr>
          <p:cNvPr id="5" name="Rektangel 4">
            <a:extLst>
              <a:ext uri="{FF2B5EF4-FFF2-40B4-BE49-F238E27FC236}">
                <a16:creationId xmlns:a16="http://schemas.microsoft.com/office/drawing/2014/main" id="{BC963E12-263A-2473-FEDF-81D8431B5A55}"/>
              </a:ext>
            </a:extLst>
          </p:cNvPr>
          <p:cNvSpPr/>
          <p:nvPr/>
        </p:nvSpPr>
        <p:spPr>
          <a:xfrm>
            <a:off x="571500" y="228600"/>
            <a:ext cx="2921000" cy="304800"/>
          </a:xfrm>
          <a:prstGeom prst="rect">
            <a:avLst/>
          </a:prstGeom>
          <a:solidFill>
            <a:srgbClr val="001848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108000" rIns="108000" bIns="108000" rtlCol="0" anchor="t" anchorCtr="0"/>
          <a:lstStyle/>
          <a:p>
            <a:pPr algn="l"/>
            <a:r>
              <a:rPr lang="nb-NO" sz="1000" b="1">
                <a:solidFill>
                  <a:srgbClr val="FFFFFF"/>
                </a:solidFill>
                <a:latin typeface="Segoe UI" panose="020B0502040204020203" pitchFamily="34" charset="0"/>
              </a:rPr>
              <a:t>ORGANISERING &amp; ROLLER</a:t>
            </a:r>
            <a:endParaRPr lang="nb-NO" sz="1000" b="1" dirty="0">
              <a:solidFill>
                <a:srgbClr val="FFFFFF"/>
              </a:solidFill>
              <a:latin typeface="Segoe UI" panose="020B0502040204020203" pitchFamily="34" charset="0"/>
            </a:endParaRPr>
          </a:p>
        </p:txBody>
      </p:sp>
      <p:sp>
        <p:nvSpPr>
          <p:cNvPr id="6" name="TekstSylinder 5">
            <a:extLst>
              <a:ext uri="{FF2B5EF4-FFF2-40B4-BE49-F238E27FC236}">
                <a16:creationId xmlns:a16="http://schemas.microsoft.com/office/drawing/2014/main" id="{6159D93B-78AC-7990-45EB-9287A5A7DC77}"/>
              </a:ext>
            </a:extLst>
          </p:cNvPr>
          <p:cNvSpPr txBox="1"/>
          <p:nvPr/>
        </p:nvSpPr>
        <p:spPr>
          <a:xfrm>
            <a:off x="533400" y="558800"/>
            <a:ext cx="6037615" cy="343171"/>
          </a:xfrm>
          <a:prstGeom prst="rect">
            <a:avLst/>
          </a:prstGeom>
          <a:noFill/>
        </p:spPr>
        <p:txBody>
          <a:bodyPr vert="horz" wrap="none" lIns="0" tIns="0" rIns="0" bIns="0" rtlCol="0">
            <a:spAutoFit/>
          </a:bodyPr>
          <a:lstStyle/>
          <a:p>
            <a:pPr marL="0" marR="0" indent="0" algn="l" defTabSz="9144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nn-NO" sz="2200" b="1" i="0" u="none" strike="noStrike" kern="1200" cap="none" spc="0" normalizeH="0" baseline="0" noProof="0">
                <a:ln>
                  <a:noFill/>
                </a:ln>
                <a:solidFill>
                  <a:srgbClr val="001848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Arial" panose="020B0604020202020204" pitchFamily="34" charset="0"/>
              </a:rPr>
              <a:t>Styringsstruktur og forankring (ICFR NOR 72)</a:t>
            </a:r>
            <a:endParaRPr kumimoji="0" lang="nb-NO" sz="2200" b="1" i="0" u="none" strike="noStrike" kern="1200" cap="none" spc="0" normalizeH="0" baseline="0" noProof="0" dirty="0" err="1">
              <a:ln>
                <a:noFill/>
              </a:ln>
              <a:solidFill>
                <a:srgbClr val="001848"/>
              </a:solidFill>
              <a:effectLst/>
              <a:uLnTx/>
              <a:uFillTx/>
              <a:latin typeface="Segoe UI" panose="020B0502040204020203" pitchFamily="34" charset="0"/>
              <a:ea typeface="+mn-ea"/>
              <a:cs typeface="Arial" panose="020B0604020202020204" pitchFamily="34" charset="0"/>
            </a:endParaRPr>
          </a:p>
        </p:txBody>
      </p:sp>
      <p:sp>
        <p:nvSpPr>
          <p:cNvPr id="7" name="Rektangel 6">
            <a:extLst>
              <a:ext uri="{FF2B5EF4-FFF2-40B4-BE49-F238E27FC236}">
                <a16:creationId xmlns:a16="http://schemas.microsoft.com/office/drawing/2014/main" id="{BDAC9B18-9BE9-9D55-286C-A4C0299DD87B}"/>
              </a:ext>
            </a:extLst>
          </p:cNvPr>
          <p:cNvSpPr/>
          <p:nvPr/>
        </p:nvSpPr>
        <p:spPr>
          <a:xfrm>
            <a:off x="571500" y="1206500"/>
            <a:ext cx="11049000" cy="5207000"/>
          </a:xfrm>
          <a:prstGeom prst="rect">
            <a:avLst/>
          </a:prstGeom>
          <a:solidFill>
            <a:srgbClr val="FFFFFF"/>
          </a:solidFill>
          <a:ln w="25400">
            <a:solidFill>
              <a:srgbClr val="00184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108000" rIns="108000" bIns="108000" rtlCol="0" anchor="t" anchorCtr="0"/>
          <a:lstStyle/>
          <a:p>
            <a:pPr algn="l"/>
            <a:endParaRPr lang="nb-NO" sz="1600" dirty="0">
              <a:solidFill>
                <a:schemeClr val="bg1"/>
              </a:solidFill>
            </a:endParaRPr>
          </a:p>
        </p:txBody>
      </p:sp>
      <p:sp>
        <p:nvSpPr>
          <p:cNvPr id="8" name="Rektangel 7">
            <a:extLst>
              <a:ext uri="{FF2B5EF4-FFF2-40B4-BE49-F238E27FC236}">
                <a16:creationId xmlns:a16="http://schemas.microsoft.com/office/drawing/2014/main" id="{F94B69D3-3A67-7AB4-5528-6F6ACEB6DA89}"/>
              </a:ext>
            </a:extLst>
          </p:cNvPr>
          <p:cNvSpPr/>
          <p:nvPr/>
        </p:nvSpPr>
        <p:spPr>
          <a:xfrm>
            <a:off x="571500" y="1206500"/>
            <a:ext cx="11049000" cy="508000"/>
          </a:xfrm>
          <a:prstGeom prst="rect">
            <a:avLst/>
          </a:prstGeom>
          <a:solidFill>
            <a:srgbClr val="001848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108000" rIns="108000" bIns="108000" rtlCol="0" anchor="t" anchorCtr="0"/>
          <a:lstStyle/>
          <a:p>
            <a:pPr algn="l"/>
            <a:r>
              <a:rPr lang="nb-NO" sz="1400" b="1">
                <a:solidFill>
                  <a:srgbClr val="FFFFFF"/>
                </a:solidFill>
                <a:latin typeface="Segoe UI" panose="020B0502040204020203" pitchFamily="34" charset="0"/>
              </a:rPr>
              <a:t>Årlig CxO-verifisert ansvarsmatrise &amp; IT Ressursforankring</a:t>
            </a:r>
            <a:endParaRPr lang="nb-NO" sz="1400" b="1" dirty="0">
              <a:solidFill>
                <a:srgbClr val="FFFFFF"/>
              </a:solidFill>
              <a:latin typeface="Segoe UI" panose="020B0502040204020203" pitchFamily="34" charset="0"/>
            </a:endParaRPr>
          </a:p>
        </p:txBody>
      </p:sp>
      <p:sp>
        <p:nvSpPr>
          <p:cNvPr id="9" name="TekstSylinder 8">
            <a:extLst>
              <a:ext uri="{FF2B5EF4-FFF2-40B4-BE49-F238E27FC236}">
                <a16:creationId xmlns:a16="http://schemas.microsoft.com/office/drawing/2014/main" id="{E12E011C-0140-7940-7BBE-E1F398A63093}"/>
              </a:ext>
            </a:extLst>
          </p:cNvPr>
          <p:cNvSpPr txBox="1"/>
          <p:nvPr/>
        </p:nvSpPr>
        <p:spPr>
          <a:xfrm>
            <a:off x="825500" y="1841500"/>
            <a:ext cx="10541000" cy="3638497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marL="0" marR="0" indent="0" algn="l" defTabSz="9144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nb-NO" sz="135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Arial" panose="020B0604020202020204" pitchFamily="34" charset="0"/>
              </a:rPr>
              <a:t>• Business: Tor Marstein  (CxO: Torfinn Eriksen / Nikolay / Annelene) — Eier MBN/NC &amp; B2B
• Technology: Geir Kolstad  (CxO: Roger Nerli) — Eier Critical &amp; Operational SIM
• Security Solutions &amp; Mobile: Rikke K. Nielsen  (CxO: Ric Brown)
• Entertainment &amp; Internet: Anna Hvattum  (CxO: Magnus S. Aasjord)
• Wholesale: Kjetil Jacobsen  (CxO: Ludwig Ulmer / Hugo Erichsen)
• IT: Hanne Sveipe Thowsen  (CxO: Torbjørn Larsen) — Forvaltning av IT-prosesser &amp; kontrollsystemer
• People &amp; Organization: Pero Markanovic  (CxO: Kristin Ruud)
Kritisk IT-forutsetning: Det forutsettes at IT / Technology prioriterer dedikerte IT-ressurser for stabil drift og kontroll av AI-agentene og de underliggende IT-prosessene.</a:t>
            </a:r>
            <a:endParaRPr kumimoji="0" lang="nb-NO" sz="1350" b="0" i="0" u="none" strike="noStrike" kern="1200" cap="none" spc="0" normalizeH="0" baseline="0" noProof="0" dirty="0" err="1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Segoe UI" panose="020B0502040204020203" pitchFamily="34" charset="0"/>
              <a:ea typeface="+mn-ea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06849548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:adec="http://schemas.microsoft.com/office/drawing/2017/decorative" xmlns:a16="http://schemas.microsoft.com/office/drawing/2014/main" xmlns="">
      <p:transition spd="med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tel 1">
            <a:extLst>
              <a:ext uri="{FF2B5EF4-FFF2-40B4-BE49-F238E27FC236}">
                <a16:creationId xmlns:a16="http://schemas.microsoft.com/office/drawing/2014/main" id="{E8D26E01-3F2F-283C-78B7-9ADF970BAAD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nb-NO"/>
          </a:p>
        </p:txBody>
      </p:sp>
      <p:sp>
        <p:nvSpPr>
          <p:cNvPr id="3" name="Plassholder for lysbildenummer 2">
            <a:extLst>
              <a:ext uri="{FF2B5EF4-FFF2-40B4-BE49-F238E27FC236}">
                <a16:creationId xmlns:a16="http://schemas.microsoft.com/office/drawing/2014/main" id="{D8AC83C2-30DF-4FD9-E802-6941B5EA43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8810A5-7811-344D-9AE9-EC83104FB54D}" type="slidenum">
              <a:rPr lang="en-GB" smtClean="0"/>
              <a:t>8</a:t>
            </a:fld>
            <a:endParaRPr lang="en-GB"/>
          </a:p>
        </p:txBody>
      </p:sp>
      <p:sp>
        <p:nvSpPr>
          <p:cNvPr id="4" name="Rektangel 3">
            <a:extLst>
              <a:ext uri="{FF2B5EF4-FFF2-40B4-BE49-F238E27FC236}">
                <a16:creationId xmlns:a16="http://schemas.microsoft.com/office/drawing/2014/main" id="{2D186291-E656-2F9A-2B42-DD4110DBD5DE}"/>
              </a:ext>
            </a:extLst>
          </p:cNvPr>
          <p:cNvSpPr/>
          <p:nvPr/>
        </p:nvSpPr>
        <p:spPr>
          <a:xfrm>
            <a:off x="0" y="0"/>
            <a:ext cx="12192000" cy="76200"/>
          </a:xfrm>
          <a:prstGeom prst="rect">
            <a:avLst/>
          </a:prstGeom>
          <a:solidFill>
            <a:srgbClr val="005FCC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108000" rIns="108000" bIns="108000" rtlCol="0" anchor="t" anchorCtr="0"/>
          <a:lstStyle/>
          <a:p>
            <a:pPr algn="l"/>
            <a:endParaRPr lang="nb-NO" sz="1600" dirty="0">
              <a:solidFill>
                <a:schemeClr val="bg1"/>
              </a:solidFill>
            </a:endParaRPr>
          </a:p>
        </p:txBody>
      </p:sp>
      <p:sp>
        <p:nvSpPr>
          <p:cNvPr id="5" name="Rektangel 4">
            <a:extLst>
              <a:ext uri="{FF2B5EF4-FFF2-40B4-BE49-F238E27FC236}">
                <a16:creationId xmlns:a16="http://schemas.microsoft.com/office/drawing/2014/main" id="{92BD993A-6DD9-1FD3-5C5E-9C237149ADED}"/>
              </a:ext>
            </a:extLst>
          </p:cNvPr>
          <p:cNvSpPr/>
          <p:nvPr/>
        </p:nvSpPr>
        <p:spPr>
          <a:xfrm>
            <a:off x="571500" y="228600"/>
            <a:ext cx="2921000" cy="304800"/>
          </a:xfrm>
          <a:prstGeom prst="rect">
            <a:avLst/>
          </a:prstGeom>
          <a:solidFill>
            <a:srgbClr val="001848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108000" rIns="108000" bIns="108000" rtlCol="0" anchor="t" anchorCtr="0"/>
          <a:lstStyle/>
          <a:p>
            <a:pPr algn="l"/>
            <a:r>
              <a:rPr lang="nb-NO" sz="1000" b="1">
                <a:solidFill>
                  <a:srgbClr val="FFFFFF"/>
                </a:solidFill>
                <a:latin typeface="Segoe UI" panose="020B0502040204020203" pitchFamily="34" charset="0"/>
              </a:rPr>
              <a:t>GEVINSTBILDE</a:t>
            </a:r>
            <a:endParaRPr lang="nb-NO" sz="1000" b="1" dirty="0">
              <a:solidFill>
                <a:srgbClr val="FFFFFF"/>
              </a:solidFill>
              <a:latin typeface="Segoe UI" panose="020B0502040204020203" pitchFamily="34" charset="0"/>
            </a:endParaRPr>
          </a:p>
        </p:txBody>
      </p:sp>
      <p:sp>
        <p:nvSpPr>
          <p:cNvPr id="6" name="TekstSylinder 5">
            <a:extLst>
              <a:ext uri="{FF2B5EF4-FFF2-40B4-BE49-F238E27FC236}">
                <a16:creationId xmlns:a16="http://schemas.microsoft.com/office/drawing/2014/main" id="{84A545C5-9084-5414-924C-5832DA4D4E42}"/>
              </a:ext>
            </a:extLst>
          </p:cNvPr>
          <p:cNvSpPr txBox="1"/>
          <p:nvPr/>
        </p:nvSpPr>
        <p:spPr>
          <a:xfrm>
            <a:off x="533400" y="558800"/>
            <a:ext cx="6250044" cy="343171"/>
          </a:xfrm>
          <a:prstGeom prst="rect">
            <a:avLst/>
          </a:prstGeom>
          <a:noFill/>
        </p:spPr>
        <p:txBody>
          <a:bodyPr vert="horz" wrap="none" lIns="0" tIns="0" rIns="0" bIns="0" rtlCol="0">
            <a:spAutoFit/>
          </a:bodyPr>
          <a:lstStyle/>
          <a:p>
            <a:pPr marL="0" marR="0" indent="0" algn="l" defTabSz="9144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nb-NO" sz="2200" b="1" i="0" u="none" strike="noStrike" kern="1200" cap="none" spc="0" normalizeH="0" baseline="0" noProof="0">
                <a:ln>
                  <a:noFill/>
                </a:ln>
                <a:solidFill>
                  <a:srgbClr val="001848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Arial" panose="020B0604020202020204" pitchFamily="34" charset="0"/>
              </a:rPr>
              <a:t>Forventede effekter av nytt forvaltningsregime</a:t>
            </a:r>
            <a:endParaRPr kumimoji="0" lang="nb-NO" sz="2200" b="1" i="0" u="none" strike="noStrike" kern="1200" cap="none" spc="0" normalizeH="0" baseline="0" noProof="0" dirty="0" err="1">
              <a:ln>
                <a:noFill/>
              </a:ln>
              <a:solidFill>
                <a:srgbClr val="001848"/>
              </a:solidFill>
              <a:effectLst/>
              <a:uLnTx/>
              <a:uFillTx/>
              <a:latin typeface="Segoe UI" panose="020B0502040204020203" pitchFamily="34" charset="0"/>
              <a:ea typeface="+mn-ea"/>
              <a:cs typeface="Arial" panose="020B0604020202020204" pitchFamily="34" charset="0"/>
            </a:endParaRPr>
          </a:p>
        </p:txBody>
      </p:sp>
      <p:sp>
        <p:nvSpPr>
          <p:cNvPr id="7" name="Rektangel 6">
            <a:extLst>
              <a:ext uri="{FF2B5EF4-FFF2-40B4-BE49-F238E27FC236}">
                <a16:creationId xmlns:a16="http://schemas.microsoft.com/office/drawing/2014/main" id="{B9882498-DBD8-55E2-DC2F-21C5935CD912}"/>
              </a:ext>
            </a:extLst>
          </p:cNvPr>
          <p:cNvSpPr/>
          <p:nvPr/>
        </p:nvSpPr>
        <p:spPr>
          <a:xfrm>
            <a:off x="571500" y="1206500"/>
            <a:ext cx="5334000" cy="1905000"/>
          </a:xfrm>
          <a:prstGeom prst="rect">
            <a:avLst/>
          </a:prstGeom>
          <a:solidFill>
            <a:srgbClr val="FFFFFF"/>
          </a:solidFill>
          <a:ln w="25400">
            <a:solidFill>
              <a:srgbClr val="047857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108000" rIns="108000" bIns="108000" rtlCol="0" anchor="t" anchorCtr="0"/>
          <a:lstStyle/>
          <a:p>
            <a:pPr algn="l"/>
            <a:endParaRPr lang="nb-NO" sz="1600" dirty="0">
              <a:solidFill>
                <a:schemeClr val="bg1"/>
              </a:solidFill>
            </a:endParaRPr>
          </a:p>
        </p:txBody>
      </p:sp>
      <p:sp>
        <p:nvSpPr>
          <p:cNvPr id="8" name="Rektangel 7">
            <a:extLst>
              <a:ext uri="{FF2B5EF4-FFF2-40B4-BE49-F238E27FC236}">
                <a16:creationId xmlns:a16="http://schemas.microsoft.com/office/drawing/2014/main" id="{27048729-389E-42AB-CA04-DBAD6C056C64}"/>
              </a:ext>
            </a:extLst>
          </p:cNvPr>
          <p:cNvSpPr/>
          <p:nvPr/>
        </p:nvSpPr>
        <p:spPr>
          <a:xfrm>
            <a:off x="571500" y="1206500"/>
            <a:ext cx="5334000" cy="482600"/>
          </a:xfrm>
          <a:prstGeom prst="rect">
            <a:avLst/>
          </a:prstGeom>
          <a:solidFill>
            <a:srgbClr val="047857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108000" rIns="108000" bIns="108000" rtlCol="0" anchor="t" anchorCtr="0"/>
          <a:lstStyle/>
          <a:p>
            <a:pPr algn="l"/>
            <a:r>
              <a:rPr lang="nb-NO" sz="1400" b="1">
                <a:solidFill>
                  <a:srgbClr val="FFFFFF"/>
                </a:solidFill>
                <a:latin typeface="Segoe UI" panose="020B0502040204020203" pitchFamily="34" charset="0"/>
              </a:rPr>
              <a:t>Inntektssikring &amp; Sanering</a:t>
            </a:r>
            <a:endParaRPr lang="nb-NO" sz="1400" b="1" dirty="0">
              <a:solidFill>
                <a:srgbClr val="FFFFFF"/>
              </a:solidFill>
              <a:latin typeface="Segoe UI" panose="020B0502040204020203" pitchFamily="34" charset="0"/>
            </a:endParaRPr>
          </a:p>
        </p:txBody>
      </p:sp>
      <p:sp>
        <p:nvSpPr>
          <p:cNvPr id="9" name="TekstSylinder 8">
            <a:extLst>
              <a:ext uri="{FF2B5EF4-FFF2-40B4-BE49-F238E27FC236}">
                <a16:creationId xmlns:a16="http://schemas.microsoft.com/office/drawing/2014/main" id="{54922217-685D-9430-469D-40D0FA3D8B84}"/>
              </a:ext>
            </a:extLst>
          </p:cNvPr>
          <p:cNvSpPr txBox="1"/>
          <p:nvPr/>
        </p:nvSpPr>
        <p:spPr>
          <a:xfrm>
            <a:off x="762000" y="1816100"/>
            <a:ext cx="4953000" cy="439159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marL="0" marR="0" indent="0" algn="l" defTabSz="9144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nb-NO" sz="135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Arial" panose="020B0604020202020204" pitchFamily="34" charset="0"/>
              </a:rPr>
              <a:t>Fortløpende stenging av ugyldige MBN/NC-nummer og ubrukte testkort gir umiddelbare kostnadskutt og ryddig fakturering.</a:t>
            </a:r>
            <a:endParaRPr kumimoji="0" lang="nb-NO" sz="1350" b="0" i="0" u="none" strike="noStrike" kern="1200" cap="none" spc="0" normalizeH="0" baseline="0" noProof="0" dirty="0" err="1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Segoe UI" panose="020B0502040204020203" pitchFamily="34" charset="0"/>
              <a:ea typeface="+mn-ea"/>
              <a:cs typeface="Arial" panose="020B0604020202020204" pitchFamily="34" charset="0"/>
            </a:endParaRPr>
          </a:p>
        </p:txBody>
      </p:sp>
      <p:sp>
        <p:nvSpPr>
          <p:cNvPr id="10" name="Rektangel 9">
            <a:extLst>
              <a:ext uri="{FF2B5EF4-FFF2-40B4-BE49-F238E27FC236}">
                <a16:creationId xmlns:a16="http://schemas.microsoft.com/office/drawing/2014/main" id="{D93F5D82-7550-9FCA-D054-1788D3CEE30D}"/>
              </a:ext>
            </a:extLst>
          </p:cNvPr>
          <p:cNvSpPr/>
          <p:nvPr/>
        </p:nvSpPr>
        <p:spPr>
          <a:xfrm>
            <a:off x="6286500" y="1206500"/>
            <a:ext cx="5334000" cy="1905000"/>
          </a:xfrm>
          <a:prstGeom prst="rect">
            <a:avLst/>
          </a:prstGeom>
          <a:solidFill>
            <a:srgbClr val="FFFFFF"/>
          </a:solidFill>
          <a:ln w="25400">
            <a:solidFill>
              <a:srgbClr val="005FC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108000" rIns="108000" bIns="108000" rtlCol="0" anchor="t" anchorCtr="0"/>
          <a:lstStyle/>
          <a:p>
            <a:pPr algn="l"/>
            <a:endParaRPr lang="nb-NO" sz="1600" dirty="0">
              <a:solidFill>
                <a:schemeClr val="bg1"/>
              </a:solidFill>
            </a:endParaRPr>
          </a:p>
        </p:txBody>
      </p:sp>
      <p:sp>
        <p:nvSpPr>
          <p:cNvPr id="11" name="Rektangel 10">
            <a:extLst>
              <a:ext uri="{FF2B5EF4-FFF2-40B4-BE49-F238E27FC236}">
                <a16:creationId xmlns:a16="http://schemas.microsoft.com/office/drawing/2014/main" id="{4C8A68C7-3B44-C2CB-27CD-F1747653129C}"/>
              </a:ext>
            </a:extLst>
          </p:cNvPr>
          <p:cNvSpPr/>
          <p:nvPr/>
        </p:nvSpPr>
        <p:spPr>
          <a:xfrm>
            <a:off x="6286500" y="1206500"/>
            <a:ext cx="5334000" cy="482600"/>
          </a:xfrm>
          <a:prstGeom prst="rect">
            <a:avLst/>
          </a:prstGeom>
          <a:solidFill>
            <a:srgbClr val="005FCC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108000" rIns="108000" bIns="108000" rtlCol="0" anchor="t" anchorCtr="0"/>
          <a:lstStyle/>
          <a:p>
            <a:pPr algn="l"/>
            <a:r>
              <a:rPr lang="nb-NO" sz="1400" b="1">
                <a:solidFill>
                  <a:srgbClr val="FFFFFF"/>
                </a:solidFill>
                <a:latin typeface="Segoe UI" panose="020B0502040204020203" pitchFamily="34" charset="0"/>
              </a:rPr>
              <a:t>100 % Revisjonsbevis</a:t>
            </a:r>
            <a:endParaRPr lang="nb-NO" sz="1400" b="1" dirty="0">
              <a:solidFill>
                <a:srgbClr val="FFFFFF"/>
              </a:solidFill>
              <a:latin typeface="Segoe UI" panose="020B0502040204020203" pitchFamily="34" charset="0"/>
            </a:endParaRPr>
          </a:p>
        </p:txBody>
      </p:sp>
      <p:sp>
        <p:nvSpPr>
          <p:cNvPr id="12" name="TekstSylinder 11">
            <a:extLst>
              <a:ext uri="{FF2B5EF4-FFF2-40B4-BE49-F238E27FC236}">
                <a16:creationId xmlns:a16="http://schemas.microsoft.com/office/drawing/2014/main" id="{5E6FC6D5-5594-C7AE-5A02-233DDB19C355}"/>
              </a:ext>
            </a:extLst>
          </p:cNvPr>
          <p:cNvSpPr txBox="1"/>
          <p:nvPr/>
        </p:nvSpPr>
        <p:spPr>
          <a:xfrm>
            <a:off x="6477000" y="1816100"/>
            <a:ext cx="4953000" cy="439159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marL="0" marR="0" indent="0" algn="l" defTabSz="9144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nb-NO" sz="135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Arial" panose="020B0604020202020204" pitchFamily="34" charset="0"/>
              </a:rPr>
              <a:t>Kontinuerlig maskinell bevisføring for GIA og ICFR NOR 72 på at alle aktive nummer har gyldig formål.</a:t>
            </a:r>
            <a:endParaRPr kumimoji="0" lang="nb-NO" sz="1350" b="0" i="0" u="none" strike="noStrike" kern="1200" cap="none" spc="0" normalizeH="0" baseline="0" noProof="0" dirty="0" err="1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Segoe UI" panose="020B0502040204020203" pitchFamily="34" charset="0"/>
              <a:ea typeface="+mn-ea"/>
              <a:cs typeface="Arial" panose="020B0604020202020204" pitchFamily="34" charset="0"/>
            </a:endParaRPr>
          </a:p>
        </p:txBody>
      </p:sp>
      <p:sp>
        <p:nvSpPr>
          <p:cNvPr id="13" name="Rektangel 12">
            <a:extLst>
              <a:ext uri="{FF2B5EF4-FFF2-40B4-BE49-F238E27FC236}">
                <a16:creationId xmlns:a16="http://schemas.microsoft.com/office/drawing/2014/main" id="{D6E41315-10E0-32EF-E7AB-FE7D07AFFBD3}"/>
              </a:ext>
            </a:extLst>
          </p:cNvPr>
          <p:cNvSpPr/>
          <p:nvPr/>
        </p:nvSpPr>
        <p:spPr>
          <a:xfrm>
            <a:off x="571500" y="3302000"/>
            <a:ext cx="5334000" cy="1905000"/>
          </a:xfrm>
          <a:prstGeom prst="rect">
            <a:avLst/>
          </a:prstGeom>
          <a:solidFill>
            <a:srgbClr val="FFFFFF"/>
          </a:solidFill>
          <a:ln w="25400">
            <a:solidFill>
              <a:srgbClr val="0284C7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108000" rIns="108000" bIns="108000" rtlCol="0" anchor="t" anchorCtr="0"/>
          <a:lstStyle/>
          <a:p>
            <a:pPr algn="l"/>
            <a:endParaRPr lang="nb-NO" sz="1600" dirty="0">
              <a:solidFill>
                <a:schemeClr val="bg1"/>
              </a:solidFill>
            </a:endParaRPr>
          </a:p>
        </p:txBody>
      </p:sp>
      <p:sp>
        <p:nvSpPr>
          <p:cNvPr id="14" name="Rektangel 13">
            <a:extLst>
              <a:ext uri="{FF2B5EF4-FFF2-40B4-BE49-F238E27FC236}">
                <a16:creationId xmlns:a16="http://schemas.microsoft.com/office/drawing/2014/main" id="{C2CFB06D-6DBB-481B-F562-F440E653EFFB}"/>
              </a:ext>
            </a:extLst>
          </p:cNvPr>
          <p:cNvSpPr/>
          <p:nvPr/>
        </p:nvSpPr>
        <p:spPr>
          <a:xfrm>
            <a:off x="571500" y="3302000"/>
            <a:ext cx="5334000" cy="482600"/>
          </a:xfrm>
          <a:prstGeom prst="rect">
            <a:avLst/>
          </a:prstGeom>
          <a:solidFill>
            <a:srgbClr val="0284C7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108000" rIns="108000" bIns="108000" rtlCol="0" anchor="t" anchorCtr="0"/>
          <a:lstStyle/>
          <a:p>
            <a:pPr algn="l"/>
            <a:r>
              <a:rPr lang="nb-NO" sz="1400" b="1">
                <a:solidFill>
                  <a:srgbClr val="FFFFFF"/>
                </a:solidFill>
                <a:latin typeface="Segoe UI" panose="020B0502040204020203" pitchFamily="34" charset="0"/>
              </a:rPr>
              <a:t>Eliminering av Manuelt Arbeid</a:t>
            </a:r>
            <a:endParaRPr lang="nb-NO" sz="1400" b="1" dirty="0">
              <a:solidFill>
                <a:srgbClr val="FFFFFF"/>
              </a:solidFill>
              <a:latin typeface="Segoe UI" panose="020B0502040204020203" pitchFamily="34" charset="0"/>
            </a:endParaRPr>
          </a:p>
        </p:txBody>
      </p:sp>
      <p:sp>
        <p:nvSpPr>
          <p:cNvPr id="15" name="TekstSylinder 14">
            <a:extLst>
              <a:ext uri="{FF2B5EF4-FFF2-40B4-BE49-F238E27FC236}">
                <a16:creationId xmlns:a16="http://schemas.microsoft.com/office/drawing/2014/main" id="{8A8274E9-9606-1E86-295D-02BA2485DE0A}"/>
              </a:ext>
            </a:extLst>
          </p:cNvPr>
          <p:cNvSpPr txBox="1"/>
          <p:nvPr/>
        </p:nvSpPr>
        <p:spPr>
          <a:xfrm>
            <a:off x="762000" y="3911600"/>
            <a:ext cx="4953000" cy="439159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marL="0" marR="0" indent="0" algn="l" defTabSz="9144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nb-NO" sz="135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Arial" panose="020B0604020202020204" pitchFamily="34" charset="0"/>
              </a:rPr>
              <a:t>Erstatter tunge regnearkkontroller med AI-agenter som genererer ferdige stengelister i Google Cloud Looker.</a:t>
            </a:r>
            <a:endParaRPr kumimoji="0" lang="nb-NO" sz="1350" b="0" i="0" u="none" strike="noStrike" kern="1200" cap="none" spc="0" normalizeH="0" baseline="0" noProof="0" dirty="0" err="1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Segoe UI" panose="020B0502040204020203" pitchFamily="34" charset="0"/>
              <a:ea typeface="+mn-ea"/>
              <a:cs typeface="Arial" panose="020B0604020202020204" pitchFamily="34" charset="0"/>
            </a:endParaRPr>
          </a:p>
        </p:txBody>
      </p:sp>
      <p:sp>
        <p:nvSpPr>
          <p:cNvPr id="16" name="Rektangel 15">
            <a:extLst>
              <a:ext uri="{FF2B5EF4-FFF2-40B4-BE49-F238E27FC236}">
                <a16:creationId xmlns:a16="http://schemas.microsoft.com/office/drawing/2014/main" id="{EC1DA3DC-86CE-AA6B-F805-678C72518C13}"/>
              </a:ext>
            </a:extLst>
          </p:cNvPr>
          <p:cNvSpPr/>
          <p:nvPr/>
        </p:nvSpPr>
        <p:spPr>
          <a:xfrm>
            <a:off x="6286500" y="3302000"/>
            <a:ext cx="5334000" cy="1905000"/>
          </a:xfrm>
          <a:prstGeom prst="rect">
            <a:avLst/>
          </a:prstGeom>
          <a:solidFill>
            <a:srgbClr val="FFFFFF"/>
          </a:solidFill>
          <a:ln w="25400">
            <a:solidFill>
              <a:srgbClr val="00184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108000" rIns="108000" bIns="108000" rtlCol="0" anchor="t" anchorCtr="0"/>
          <a:lstStyle/>
          <a:p>
            <a:pPr algn="l"/>
            <a:endParaRPr lang="nb-NO" sz="1600" dirty="0">
              <a:solidFill>
                <a:schemeClr val="bg1"/>
              </a:solidFill>
            </a:endParaRPr>
          </a:p>
        </p:txBody>
      </p:sp>
      <p:sp>
        <p:nvSpPr>
          <p:cNvPr id="17" name="Rektangel 16">
            <a:extLst>
              <a:ext uri="{FF2B5EF4-FFF2-40B4-BE49-F238E27FC236}">
                <a16:creationId xmlns:a16="http://schemas.microsoft.com/office/drawing/2014/main" id="{9A808AF6-2AB1-0B80-6CDB-9DF0471CB754}"/>
              </a:ext>
            </a:extLst>
          </p:cNvPr>
          <p:cNvSpPr/>
          <p:nvPr/>
        </p:nvSpPr>
        <p:spPr>
          <a:xfrm>
            <a:off x="6286500" y="3302000"/>
            <a:ext cx="5334000" cy="482600"/>
          </a:xfrm>
          <a:prstGeom prst="rect">
            <a:avLst/>
          </a:prstGeom>
          <a:solidFill>
            <a:srgbClr val="001848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108000" rIns="108000" bIns="108000" rtlCol="0" anchor="t" anchorCtr="0"/>
          <a:lstStyle/>
          <a:p>
            <a:pPr algn="l"/>
            <a:r>
              <a:rPr lang="nb-NO" sz="1400" b="1">
                <a:solidFill>
                  <a:srgbClr val="FFFFFF"/>
                </a:solidFill>
                <a:latin typeface="Segoe UI" panose="020B0502040204020203" pitchFamily="34" charset="0"/>
              </a:rPr>
              <a:t>Proaktiv Fraud- og Risikokontroll</a:t>
            </a:r>
            <a:endParaRPr lang="nb-NO" sz="1400" b="1" dirty="0">
              <a:solidFill>
                <a:srgbClr val="FFFFFF"/>
              </a:solidFill>
              <a:latin typeface="Segoe UI" panose="020B0502040204020203" pitchFamily="34" charset="0"/>
            </a:endParaRPr>
          </a:p>
        </p:txBody>
      </p:sp>
      <p:sp>
        <p:nvSpPr>
          <p:cNvPr id="18" name="TekstSylinder 17">
            <a:extLst>
              <a:ext uri="{FF2B5EF4-FFF2-40B4-BE49-F238E27FC236}">
                <a16:creationId xmlns:a16="http://schemas.microsoft.com/office/drawing/2014/main" id="{9121740D-CAC1-3BA4-FC09-90DECDE5F051}"/>
              </a:ext>
            </a:extLst>
          </p:cNvPr>
          <p:cNvSpPr txBox="1"/>
          <p:nvPr/>
        </p:nvSpPr>
        <p:spPr>
          <a:xfrm>
            <a:off x="6477000" y="3911600"/>
            <a:ext cx="4953000" cy="439159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marL="0" marR="0" indent="0" algn="l" defTabSz="9144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nb-NO" sz="135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Arial" panose="020B0604020202020204" pitchFamily="34" charset="0"/>
              </a:rPr>
              <a:t>Full sperre mot uautoriserte SIM i drift og automatisk varsling ved uventet trafikk.</a:t>
            </a:r>
            <a:endParaRPr kumimoji="0" lang="nb-NO" sz="1350" b="0" i="0" u="none" strike="noStrike" kern="1200" cap="none" spc="0" normalizeH="0" baseline="0" noProof="0" dirty="0" err="1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Segoe UI" panose="020B0502040204020203" pitchFamily="34" charset="0"/>
              <a:ea typeface="+mn-ea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02757080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:adec="http://schemas.microsoft.com/office/drawing/2017/decorative" xmlns:a16="http://schemas.microsoft.com/office/drawing/2014/main" xmlns="">
      <p:transition spd="med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ssholder for tekst 1">
            <a:extLst>
              <a:ext uri="{FF2B5EF4-FFF2-40B4-BE49-F238E27FC236}">
                <a16:creationId xmlns:a16="http://schemas.microsoft.com/office/drawing/2014/main" id="{86DBF53F-3DD1-9E7A-5FF2-DFA3F1813CAC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endParaRPr lang="nb-NO"/>
          </a:p>
        </p:txBody>
      </p:sp>
      <p:sp>
        <p:nvSpPr>
          <p:cNvPr id="3" name="Tittel 2">
            <a:extLst>
              <a:ext uri="{FF2B5EF4-FFF2-40B4-BE49-F238E27FC236}">
                <a16:creationId xmlns:a16="http://schemas.microsoft.com/office/drawing/2014/main" id="{EC3CB771-01AC-7F9C-15F4-EE4267CC931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b-NO"/>
              <a:t>Forslag til Beslutning for Ledelsen</a:t>
            </a:r>
          </a:p>
        </p:txBody>
      </p:sp>
      <p:sp>
        <p:nvSpPr>
          <p:cNvPr id="4" name="Plassholder for innhold 3">
            <a:extLst>
              <a:ext uri="{FF2B5EF4-FFF2-40B4-BE49-F238E27FC236}">
                <a16:creationId xmlns:a16="http://schemas.microsoft.com/office/drawing/2014/main" id="{E06A8355-B808-3536-7580-BC6B840BEE4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nb-NO"/>
          </a:p>
        </p:txBody>
      </p:sp>
      <p:sp>
        <p:nvSpPr>
          <p:cNvPr id="5" name="Plassholder for lysbildenummer 4">
            <a:extLst>
              <a:ext uri="{FF2B5EF4-FFF2-40B4-BE49-F238E27FC236}">
                <a16:creationId xmlns:a16="http://schemas.microsoft.com/office/drawing/2014/main" id="{88FD4254-9598-671A-7527-C30F5783217E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/>
        <p:txBody>
          <a:bodyPr/>
          <a:lstStyle/>
          <a:p>
            <a:fld id="{608810A5-7811-344D-9AE9-EC83104FB54D}" type="slidenum">
              <a:rPr lang="en-GB" smtClean="0"/>
              <a:t>9</a:t>
            </a:fld>
            <a:endParaRPr lang="en-GB"/>
          </a:p>
        </p:txBody>
      </p:sp>
      <p:sp>
        <p:nvSpPr>
          <p:cNvPr id="6" name="Rektangel 5">
            <a:extLst>
              <a:ext uri="{FF2B5EF4-FFF2-40B4-BE49-F238E27FC236}">
                <a16:creationId xmlns:a16="http://schemas.microsoft.com/office/drawing/2014/main" id="{53E6EBFE-C6D9-B578-2AFE-62F5017F4BEA}"/>
              </a:ext>
            </a:extLst>
          </p:cNvPr>
          <p:cNvSpPr/>
          <p:nvPr/>
        </p:nvSpPr>
        <p:spPr>
          <a:xfrm>
            <a:off x="571500" y="1079500"/>
            <a:ext cx="11049000" cy="5461000"/>
          </a:xfrm>
          <a:prstGeom prst="rect">
            <a:avLst/>
          </a:prstGeom>
          <a:solidFill>
            <a:srgbClr val="FFFFFF"/>
          </a:solidFill>
          <a:ln w="38100">
            <a:solidFill>
              <a:srgbClr val="FACC1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108000" rIns="108000" bIns="108000" rtlCol="0" anchor="t" anchorCtr="0"/>
          <a:lstStyle/>
          <a:p>
            <a:pPr algn="l"/>
            <a:endParaRPr lang="nb-NO" sz="1600" dirty="0">
              <a:solidFill>
                <a:schemeClr val="bg1"/>
              </a:solidFill>
            </a:endParaRPr>
          </a:p>
        </p:txBody>
      </p:sp>
      <p:sp>
        <p:nvSpPr>
          <p:cNvPr id="7" name="Rektangel 6">
            <a:extLst>
              <a:ext uri="{FF2B5EF4-FFF2-40B4-BE49-F238E27FC236}">
                <a16:creationId xmlns:a16="http://schemas.microsoft.com/office/drawing/2014/main" id="{313F4831-A5F8-010A-E1A3-1935BD712596}"/>
              </a:ext>
            </a:extLst>
          </p:cNvPr>
          <p:cNvSpPr/>
          <p:nvPr/>
        </p:nvSpPr>
        <p:spPr>
          <a:xfrm>
            <a:off x="571500" y="1079500"/>
            <a:ext cx="11049000" cy="457200"/>
          </a:xfrm>
          <a:prstGeom prst="rect">
            <a:avLst/>
          </a:prstGeom>
          <a:solidFill>
            <a:srgbClr val="001848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108000" rIns="108000" bIns="108000" rtlCol="0" anchor="t" anchorCtr="0"/>
          <a:lstStyle/>
          <a:p>
            <a:pPr algn="l"/>
            <a:r>
              <a:rPr lang="nb-NO" sz="1350" b="1">
                <a:solidFill>
                  <a:srgbClr val="FFFFFF"/>
                </a:solidFill>
                <a:latin typeface="Segoe UI" panose="020B0502040204020203" pitchFamily="34" charset="0"/>
              </a:rPr>
              <a:t>Innstilling til godkjenning i Telenor Business / GIA Forum</a:t>
            </a:r>
            <a:endParaRPr lang="nb-NO" sz="1350" b="1" dirty="0">
              <a:solidFill>
                <a:srgbClr val="FFFFFF"/>
              </a:solidFill>
              <a:latin typeface="Segoe UI" panose="020B0502040204020203" pitchFamily="34" charset="0"/>
            </a:endParaRPr>
          </a:p>
        </p:txBody>
      </p:sp>
      <p:sp>
        <p:nvSpPr>
          <p:cNvPr id="8" name="TekstSylinder 7">
            <a:extLst>
              <a:ext uri="{FF2B5EF4-FFF2-40B4-BE49-F238E27FC236}">
                <a16:creationId xmlns:a16="http://schemas.microsoft.com/office/drawing/2014/main" id="{11CB371F-6D52-FCF2-CEA1-104F5F4116B7}"/>
              </a:ext>
            </a:extLst>
          </p:cNvPr>
          <p:cNvSpPr txBox="1"/>
          <p:nvPr/>
        </p:nvSpPr>
        <p:spPr>
          <a:xfrm>
            <a:off x="736600" y="1587500"/>
            <a:ext cx="10718800" cy="4345998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marL="0" marR="0" indent="0" algn="l" defTabSz="9144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nb-NO" sz="112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Arial" panose="020B0604020202020204" pitchFamily="34" charset="0"/>
              </a:rPr>
              <a:t>Det innstilles på at ledelsen fatter følgende vedtak og forutsetninger:
1. Godkjenning av forvaltningsmodell:
Forvaltningsrammeverket (Prevent-Detect-Act-Improve) og de 6 forvaltningskravene godkjennes som gjeldende standard for Telenor Business.
2. AI-agent mandat for stengelister og terminering:
For alle Free SIM etableres det AI agent kapabiliteter som, basert på gjeldende regelsett gitt av GIA forvaltningsregimet, utarbeider stengelister fortløpende som går til terminering.
3. Forretningskritisk forvaltning (Critical SIM):
Forretningskritisk forvaltning, (critical SIM), klassifiseres som forretningskritiske abonnement, og dermed håndteres med et strengere kontroll- og forvaltningsregime enn øvrige kategorier gjennom GCP flater / AI Agent kapabiliteter / SIM - forvaltning.
4. Håndheving av levetid for test-SIM:
Det innføres standard 6 måneders levetid og automatisk terminering for alle nye Test-1 abonnementer.
5. Looker &amp; Customer Operations forankring:
Google Cloud Looker etableres som offisiell oppfølgingsflate, og Customer Operations (Rørvik) gis mandat til månedlige bulk-saneringer etter stengelister fra AI-agentene.
6. IT-ressursforutsetning (IT / Technology):
Det forutsettes at det prioriteres inn IT ressurser hos IT Technology som sikrer korrekt forvaltning og kontroll av IT prosesser og agenter for å forvalte kontrollmekanismene.</a:t>
            </a:r>
            <a:endParaRPr kumimoji="0" lang="nb-NO" sz="1120" b="0" i="0" u="none" strike="noStrike" kern="1200" cap="none" spc="0" normalizeH="0" baseline="0" noProof="0" dirty="0" err="1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Segoe UI" panose="020B0502040204020203" pitchFamily="34" charset="0"/>
              <a:ea typeface="+mn-ea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20165514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:adec="http://schemas.microsoft.com/office/drawing/2017/decorative" xmlns:a16="http://schemas.microsoft.com/office/drawing/2014/main" xmlns="">
      <p:transition spd="med">
        <p:fade/>
      </p:transition>
    </mc:Fallback>
  </mc:AlternateContent>
</p:sld>
</file>

<file path=ppt/theme/theme1.xml><?xml version="1.0" encoding="utf-8"?>
<a:theme xmlns:a="http://schemas.openxmlformats.org/drawingml/2006/main" name="Telenor 2025">
  <a:themeElements>
    <a:clrScheme name="Telenor 2025 Office colour theme">
      <a:dk1>
        <a:srgbClr val="070451"/>
      </a:dk1>
      <a:lt1>
        <a:srgbClr val="FFFFFF"/>
      </a:lt1>
      <a:dk2>
        <a:srgbClr val="1C16C5"/>
      </a:dk2>
      <a:lt2>
        <a:srgbClr val="EBFFFF"/>
      </a:lt2>
      <a:accent1>
        <a:srgbClr val="00C8FF"/>
      </a:accent1>
      <a:accent2>
        <a:srgbClr val="2954FF"/>
      </a:accent2>
      <a:accent3>
        <a:srgbClr val="ADFFFE"/>
      </a:accent3>
      <a:accent4>
        <a:srgbClr val="B0FBB8"/>
      </a:accent4>
      <a:accent5>
        <a:srgbClr val="FEF6B8"/>
      </a:accent5>
      <a:accent6>
        <a:srgbClr val="FFB8D7"/>
      </a:accent6>
      <a:hlink>
        <a:srgbClr val="00C8FE"/>
      </a:hlink>
      <a:folHlink>
        <a:srgbClr val="00C8FE"/>
      </a:folHlink>
    </a:clrScheme>
    <a:fontScheme name="Test">
      <a:majorFont>
        <a:latin typeface="TelenorEvolution PPT"/>
        <a:ea typeface=""/>
        <a:cs typeface=""/>
      </a:majorFont>
      <a:minorFont>
        <a:latin typeface="TelenorEvolutionPPT-Light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chemeClr val="tx1"/>
        </a:solidFill>
        <a:ln>
          <a:noFill/>
        </a:ln>
      </a:spPr>
      <a:bodyPr lIns="108000" tIns="108000" rIns="108000" bIns="108000" rtlCol="0" anchor="t" anchorCtr="0"/>
      <a:lstStyle>
        <a:defPPr algn="l">
          <a:defRPr sz="1600" dirty="0">
            <a:solidFill>
              <a:schemeClr val="bg1"/>
            </a:solidFill>
          </a:defRPr>
        </a:defPPr>
      </a:lstStyle>
      <a:style>
        <a:lnRef idx="2">
          <a:schemeClr val="accent1">
            <a:shade val="15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>
          <a:solidFill>
            <a:schemeClr val="tx1"/>
          </a:solidFill>
          <a:tailEnd type="none"/>
        </a:ln>
      </a:spPr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  <a:txDef>
      <a:spPr>
        <a:noFill/>
      </a:spPr>
      <a:bodyPr wrap="none" lIns="0" tIns="0" rIns="0" bIns="0" rtlCol="0">
        <a:spAutoFit/>
      </a:bodyPr>
      <a:lstStyle>
        <a:defPPr marL="0" marR="0" indent="0" algn="l" defTabSz="914400" rtl="0" eaLnBrk="1" fontAlgn="auto" latinLnBrk="0" hangingPunct="1">
          <a:lnSpc>
            <a:spcPct val="11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600" b="0" i="0" u="none" strike="noStrike" kern="1200" cap="none" spc="0" normalizeH="0" baseline="0" noProof="0" dirty="0" err="1" smtClean="0">
            <a:ln>
              <a:noFill/>
            </a:ln>
            <a:solidFill>
              <a:schemeClr val="tx1"/>
            </a:solidFill>
            <a:effectLst/>
            <a:uLnTx/>
            <a:uFillTx/>
            <a:ea typeface="+mn-ea"/>
            <a:cs typeface="Arial" panose="020B0604020202020204" pitchFamily="34" charset="0"/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Telenor-mal-NO.pptx" id="{C1BBCD63-355D-4F5B-8E1C-673ECC7E7166}" vid="{33D4B2D0-0271-43FD-B671-5964AE226DAE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TelenorEvolution PPT">
      <a:majorFont>
        <a:latin typeface="TelenorEvolutionPPT-Bold"/>
        <a:ea typeface=""/>
        <a:cs typeface=""/>
      </a:majorFont>
      <a:minorFont>
        <a:latin typeface="TelenorEvolutionPPT-Light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3.xml><?xml version="1.0" encoding="utf-8"?>
<a:theme xmlns:a="http://schemas.openxmlformats.org/drawingml/2006/main" name="Office-tema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TelenorEvolution PPT">
      <a:majorFont>
        <a:latin typeface="TelenorEvolutionPPT-Bold"/>
        <a:ea typeface=""/>
        <a:cs typeface=""/>
      </a:majorFont>
      <a:minorFont>
        <a:latin typeface="TelenorEvolutionPPT-Light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367A0F02228F8548BE5CD6AF06EF2189" ma:contentTypeVersion="4" ma:contentTypeDescription="Create a new document." ma:contentTypeScope="" ma:versionID="5cc467db965d387c4d49a8b87bbe69eb">
  <xsd:schema xmlns:xsd="http://www.w3.org/2001/XMLSchema" xmlns:xs="http://www.w3.org/2001/XMLSchema" xmlns:p="http://schemas.microsoft.com/office/2006/metadata/properties" xmlns:ns2="46f2b503-baca-4175-bf9d-c69e87a494e7" targetNamespace="http://schemas.microsoft.com/office/2006/metadata/properties" ma:root="true" ma:fieldsID="233beabca6f80146fb330de4af5393ba" ns2:_="">
    <xsd:import namespace="46f2b503-baca-4175-bf9d-c69e87a494e7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ObjectDetectorVersion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46f2b503-baca-4175-bf9d-c69e87a494e7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ObjectDetectorVersions" ma:index="11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3F0FF392-0D84-4EA2-8196-6F9DD44543A5}">
  <ds:schemaRefs>
    <ds:schemaRef ds:uri="http://purl.org/dc/dcmitype/"/>
    <ds:schemaRef ds:uri="http://www.w3.org/XML/1998/namespace"/>
    <ds:schemaRef ds:uri="http://schemas.microsoft.com/office/infopath/2007/PartnerControls"/>
    <ds:schemaRef ds:uri="http://purl.org/dc/elements/1.1/"/>
    <ds:schemaRef ds:uri="http://schemas.microsoft.com/office/2006/documentManagement/types"/>
    <ds:schemaRef ds:uri="http://purl.org/dc/terms/"/>
    <ds:schemaRef ds:uri="http://schemas.openxmlformats.org/package/2006/metadata/core-properties"/>
    <ds:schemaRef ds:uri="46f2b503-baca-4175-bf9d-c69e87a494e7"/>
    <ds:schemaRef ds:uri="http://schemas.microsoft.com/office/2006/metadata/properties"/>
  </ds:schemaRefs>
</ds:datastoreItem>
</file>

<file path=customXml/itemProps2.xml><?xml version="1.0" encoding="utf-8"?>
<ds:datastoreItem xmlns:ds="http://schemas.openxmlformats.org/officeDocument/2006/customXml" ds:itemID="{A113B0C4-3245-4F01-8BF4-033F411AD72C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5B9B927C-C923-413F-90E4-F130BE5846BF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46f2b503-baca-4175-bf9d-c69e87a494e7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Metadata/LabelInfo.xml><?xml version="1.0" encoding="utf-8"?>
<clbl:labelList xmlns:clbl="http://schemas.microsoft.com/office/2020/mipLabelMetadata">
  <clbl:label id="{f604d2c9-1577-460e-b668-57374a0216c3}" enabled="1" method="Standard" siteId="{1676489c-5c72-46b7-ba63-9ab90c4aad44}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emplate>Telenor-mal-NO</Template>
  <TotalTime>3138</TotalTime>
  <Words>1329</Words>
  <Application>Microsoft Office PowerPoint</Application>
  <PresentationFormat>Widescreen</PresentationFormat>
  <Paragraphs>81</Paragraphs>
  <Slides>9</Slides>
  <Notes>0</Notes>
  <HiddenSlides>0</HiddenSlides>
  <MMClips>0</MMClips>
  <ScaleCrop>false</ScaleCrop>
  <HeadingPairs>
    <vt:vector size="6" baseType="variant">
      <vt:variant>
        <vt:lpstr>Brukte skrifter</vt:lpstr>
      </vt:variant>
      <vt:variant>
        <vt:i4>5</vt:i4>
      </vt:variant>
      <vt:variant>
        <vt:lpstr>Tema</vt:lpstr>
      </vt:variant>
      <vt:variant>
        <vt:i4>1</vt:i4>
      </vt:variant>
      <vt:variant>
        <vt:lpstr>Lysbildetitler</vt:lpstr>
      </vt:variant>
      <vt:variant>
        <vt:i4>9</vt:i4>
      </vt:variant>
    </vt:vector>
  </HeadingPairs>
  <TitlesOfParts>
    <vt:vector size="15" baseType="lpstr">
      <vt:lpstr>Segoe UI</vt:lpstr>
      <vt:lpstr>Arial</vt:lpstr>
      <vt:lpstr>TelenorEvolution PPT</vt:lpstr>
      <vt:lpstr>TelenorEvolutionPPT-Light</vt:lpstr>
      <vt:lpstr>Calibri</vt:lpstr>
      <vt:lpstr>Telenor 2025</vt:lpstr>
      <vt:lpstr>PowerPoint-presentasjon</vt:lpstr>
      <vt:lpstr>PowerPoint-presentasjon</vt:lpstr>
      <vt:lpstr>PowerPoint-presentasjon</vt:lpstr>
      <vt:lpstr>PowerPoint-presentasjon</vt:lpstr>
      <vt:lpstr>PowerPoint-presentasjon</vt:lpstr>
      <vt:lpstr>PowerPoint-presentasjon</vt:lpstr>
      <vt:lpstr>PowerPoint-presentasjon</vt:lpstr>
      <vt:lpstr>PowerPoint-presentasjon</vt:lpstr>
      <vt:lpstr>Forslag til Beslutning for Ledelsen</vt:lpstr>
    </vt:vector>
  </TitlesOfParts>
  <Company>Telenor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Marius Johansen</dc:creator>
  <cp:lastModifiedBy>Tor Marstein</cp:lastModifiedBy>
  <cp:revision>7</cp:revision>
  <dcterms:created xsi:type="dcterms:W3CDTF">2025-11-04T11:05:11Z</dcterms:created>
  <dcterms:modified xsi:type="dcterms:W3CDTF">2026-09-18T11:35:42Z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50821336-263d-4940-a74c-ab7373b99eed_Enabled">
    <vt:lpwstr>true</vt:lpwstr>
  </property>
  <property fmtid="{D5CDD505-2E9C-101B-9397-08002B2CF9AE}" pid="3" name="MSIP_Label_50821336-263d-4940-a74c-ab7373b99eed_SetDate">
    <vt:lpwstr>2025-06-18T09:57:08Z</vt:lpwstr>
  </property>
  <property fmtid="{D5CDD505-2E9C-101B-9397-08002B2CF9AE}" pid="4" name="MSIP_Label_50821336-263d-4940-a74c-ab7373b99eed_Method">
    <vt:lpwstr>Standard</vt:lpwstr>
  </property>
  <property fmtid="{D5CDD505-2E9C-101B-9397-08002B2CF9AE}" pid="5" name="MSIP_Label_50821336-263d-4940-a74c-ab7373b99eed_Name">
    <vt:lpwstr>Internal</vt:lpwstr>
  </property>
  <property fmtid="{D5CDD505-2E9C-101B-9397-08002B2CF9AE}" pid="6" name="MSIP_Label_50821336-263d-4940-a74c-ab7373b99eed_SiteId">
    <vt:lpwstr>6735929c-9dbf-473b-9fc6-5fbdcd2c9fc4</vt:lpwstr>
  </property>
  <property fmtid="{D5CDD505-2E9C-101B-9397-08002B2CF9AE}" pid="7" name="MSIP_Label_50821336-263d-4940-a74c-ab7373b99eed_ActionId">
    <vt:lpwstr>87aee2b2-f572-435d-bbe9-d9f454cd0e4e</vt:lpwstr>
  </property>
  <property fmtid="{D5CDD505-2E9C-101B-9397-08002B2CF9AE}" pid="8" name="MSIP_Label_50821336-263d-4940-a74c-ab7373b99eed_ContentBits">
    <vt:lpwstr>0</vt:lpwstr>
  </property>
  <property fmtid="{D5CDD505-2E9C-101B-9397-08002B2CF9AE}" pid="9" name="MSIP_Label_50821336-263d-4940-a74c-ab7373b99eed_Tag">
    <vt:lpwstr>50, 3, 0, 1</vt:lpwstr>
  </property>
  <property fmtid="{D5CDD505-2E9C-101B-9397-08002B2CF9AE}" pid="10" name="ContentTypeId">
    <vt:lpwstr>0x010100367A0F02228F8548BE5CD6AF06EF2189</vt:lpwstr>
  </property>
  <property fmtid="{D5CDD505-2E9C-101B-9397-08002B2CF9AE}" pid="11" name="MediaServiceImageTags">
    <vt:lpwstr/>
  </property>
  <property fmtid="{D5CDD505-2E9C-101B-9397-08002B2CF9AE}" pid="12" name="ClassificationContentMarkingFooterLocations">
    <vt:lpwstr>Telenor 2025:12</vt:lpwstr>
  </property>
  <property fmtid="{D5CDD505-2E9C-101B-9397-08002B2CF9AE}" pid="13" name="ClassificationContentMarkingFooterText">
    <vt:lpwstr>Sensitivity: Internal</vt:lpwstr>
  </property>
</Properties>
</file>