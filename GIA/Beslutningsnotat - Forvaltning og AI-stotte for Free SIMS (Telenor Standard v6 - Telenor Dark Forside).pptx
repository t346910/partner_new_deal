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embeddedFontLst>
    <p:embeddedFont>
      <p:font typeface="Segoe UI" panose="020B0502040204020203" pitchFamily="34" charset="0"/>
      <p:regular r:id="rId16"/>
      <p:bold r:id="rId17"/>
      <p:italic r:id="rId18"/>
      <p:boldItalic r:id="rId19"/>
    </p:embeddedFont>
    <p:embeddedFont>
      <p:font typeface="TelenorEvolution PPT" pitchFamily="2" charset="0"/>
      <p:regular r:id="rId20"/>
      <p:bold r:id="rId21"/>
      <p:italic r:id="rId22"/>
      <p:boldItalic r:id="rId23"/>
    </p:embeddedFont>
    <p:embeddedFont>
      <p:font typeface="TelenorEvolutionPPT-Light" pitchFamily="2" charset="0"/>
      <p:regular r:id="rId24"/>
      <p:bold r:id="rId25"/>
      <p:italic r:id="rId26"/>
      <p:boldItalic r:id="rId27"/>
    </p:embeddedFont>
  </p:embeddedFontLst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700"/>
    <a:srgbClr val="C0C0C0"/>
    <a:srgbClr val="CD7F32"/>
    <a:srgbClr val="ADFFFE"/>
    <a:srgbClr val="FFD0AD"/>
    <a:srgbClr val="F6FFF7"/>
    <a:srgbClr val="FFFDEC"/>
    <a:srgbClr val="FFF9F6"/>
    <a:srgbClr val="FFF5FA"/>
    <a:srgbClr val="FFD0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Ingen stil, tabellrutenett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Ingen stil, ingen rutenett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ys stil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ys stil 2 – utheving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67" d="100"/>
          <a:sy n="67" d="100"/>
        </p:scale>
        <p:origin x="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192D7BEB-D096-76FF-553B-849C0BA62C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B3E5A3A9-4556-3B71-70C0-771DAA4246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6EA20-0840-4B60-A7DF-47983B442C9F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2C871261-EFDF-13D4-5403-7C38F73D7B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FD8168DE-04AE-0909-7A08-E28AF70F0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E3234-8599-4DD5-94C8-355D0E04706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9546292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C1E7B-BF52-F34C-A8A5-3EDA31C48EEC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"/>
              <a:t>Klikk for å redigere maltekststiler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A2A1D-4381-7944-A115-0AF78503C2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770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llo.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noProof="0" dirty="0"/>
              <a:t>Klikk for å redigere</a:t>
            </a:r>
          </a:p>
          <a:p>
            <a:pPr lvl="1"/>
            <a:r>
              <a:rPr lang="nb" noProof="0" dirty="0"/>
              <a:t>Andre nivå</a:t>
            </a:r>
            <a:endParaRPr lang="nb-NO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23DDE6-ECA6-4DD5-40CF-3446748F55EC}"/>
              </a:ext>
            </a:extLst>
          </p:cNvPr>
          <p:cNvSpPr txBox="1"/>
          <p:nvPr userDrawn="1"/>
        </p:nvSpPr>
        <p:spPr>
          <a:xfrm>
            <a:off x="555674" y="-338562"/>
            <a:ext cx="5482270" cy="36892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4000" b="1" i="1" u="none" strike="noStrike" kern="1200" cap="none" spc="-40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Hei.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1A1DC-DE9F-C67C-ADF3-64BBE23D76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D19AB46E-DC85-4C4D-9656-6951CE292F4E}" type="datetime1">
              <a:rPr lang="nb-NO" noProof="0" smtClean="0"/>
              <a:t>18.09.2026</a:t>
            </a:fld>
            <a:endParaRPr lang="nb-NO" noProof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74D820D-5D8B-6088-1CEE-FC8EF9121C8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nb-NO" noProof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D96880-8CDF-F2CC-FB31-E84207A7D1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nb-NO" noProof="0" smtClean="0"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142874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.">
    <p:bg>
      <p:bgPr>
        <a:solidFill>
          <a:srgbClr val="AD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EAA559D7-5EA6-7649-8DFD-45DD6CA907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D7727-D349-2463-87DF-1011E94FE8B7}"/>
              </a:ext>
            </a:extLst>
          </p:cNvPr>
          <p:cNvSpPr txBox="1"/>
          <p:nvPr userDrawn="1"/>
        </p:nvSpPr>
        <p:spPr>
          <a:xfrm>
            <a:off x="315644" y="-41795"/>
            <a:ext cx="8962390" cy="347018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2000" b="1" i="1" u="none" strike="noStrike" kern="1200" cap="none" spc="-6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Pause.</a:t>
            </a:r>
          </a:p>
        </p:txBody>
      </p:sp>
    </p:spTree>
    <p:extLst>
      <p:ext uri="{BB962C8B-B14F-4D97-AF65-F5344CB8AC3E}">
        <p14:creationId xmlns:p14="http://schemas.microsoft.com/office/powerpoint/2010/main" val="393152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s.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EAA559D7-5EA6-7649-8DFD-45DD6CA907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D7727-D349-2463-87DF-1011E94FE8B7}"/>
              </a:ext>
            </a:extLst>
          </p:cNvPr>
          <p:cNvSpPr txBox="1"/>
          <p:nvPr userDrawn="1"/>
        </p:nvSpPr>
        <p:spPr>
          <a:xfrm>
            <a:off x="315644" y="-41795"/>
            <a:ext cx="7290457" cy="3381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2000" b="1" i="1" u="none" strike="noStrike" kern="1200" cap="none" spc="-600" normalizeH="0" baseline="0" noProof="0" dirty="0">
                <a:ln>
                  <a:noFill/>
                </a:ln>
                <a:solidFill>
                  <a:srgbClr val="FFD0AD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Takk.</a:t>
            </a:r>
          </a:p>
        </p:txBody>
      </p:sp>
    </p:spTree>
    <p:extLst>
      <p:ext uri="{BB962C8B-B14F-4D97-AF65-F5344CB8AC3E}">
        <p14:creationId xmlns:p14="http://schemas.microsoft.com/office/powerpoint/2010/main" val="3973189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uge text.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7621B13F-E3A6-644F-8740-2496410369E6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2998EC9-4000-1DFF-DDF9-60C3EAAED5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4512" y="14815"/>
            <a:ext cx="11465935" cy="3392946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1700" b="1" i="1" spc="-5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nb"/>
              <a:t>Tekst.</a:t>
            </a:r>
            <a:endParaRPr lang="nb-NO"/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E177C96C-CD10-90E5-8D7E-481E97A5E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7" name="Avrundet rektangel 4">
              <a:extLst>
                <a:ext uri="{FF2B5EF4-FFF2-40B4-BE49-F238E27FC236}">
                  <a16:creationId xmlns:a16="http://schemas.microsoft.com/office/drawing/2014/main" id="{3A066574-39BF-6AD1-67AA-BD43F5470D4E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 sz="100"/>
            </a:p>
          </p:txBody>
        </p:sp>
        <p:sp>
          <p:nvSpPr>
            <p:cNvPr id="8" name="TekstSylinder 48">
              <a:extLst>
                <a:ext uri="{FF2B5EF4-FFF2-40B4-BE49-F238E27FC236}">
                  <a16:creationId xmlns:a16="http://schemas.microsoft.com/office/drawing/2014/main" id="{C27BCCF6-473F-8395-894E-FDCDCCA6D196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1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9" name="Ellipse 29">
              <a:extLst>
                <a:ext uri="{FF2B5EF4-FFF2-40B4-BE49-F238E27FC236}">
                  <a16:creationId xmlns:a16="http://schemas.microsoft.com/office/drawing/2014/main" id="{6F593B8D-8495-EE2C-7F1C-99E0EFB5A7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2" name="Ellipse 30">
              <a:extLst>
                <a:ext uri="{FF2B5EF4-FFF2-40B4-BE49-F238E27FC236}">
                  <a16:creationId xmlns:a16="http://schemas.microsoft.com/office/drawing/2014/main" id="{5F66878E-8E6A-75B4-1601-E9E695CA37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3" name="Ellipse 31">
              <a:extLst>
                <a:ext uri="{FF2B5EF4-FFF2-40B4-BE49-F238E27FC236}">
                  <a16:creationId xmlns:a16="http://schemas.microsoft.com/office/drawing/2014/main" id="{5D16137F-EB09-AD29-26A8-B10E1AF9D2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4" name="Ellipse 33">
              <a:extLst>
                <a:ext uri="{FF2B5EF4-FFF2-40B4-BE49-F238E27FC236}">
                  <a16:creationId xmlns:a16="http://schemas.microsoft.com/office/drawing/2014/main" id="{1D6B8FE8-07F7-F95B-3815-6E09FE6C3A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5" name="Ellipse 34">
              <a:extLst>
                <a:ext uri="{FF2B5EF4-FFF2-40B4-BE49-F238E27FC236}">
                  <a16:creationId xmlns:a16="http://schemas.microsoft.com/office/drawing/2014/main" id="{03944979-3C83-A816-0090-A3F31EA446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6" name="TekstSylinder 50">
              <a:extLst>
                <a:ext uri="{FF2B5EF4-FFF2-40B4-BE49-F238E27FC236}">
                  <a16:creationId xmlns:a16="http://schemas.microsoft.com/office/drawing/2014/main" id="{AEDA0EB0-5939-7F60-FE10-1E704EE4CC93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</a:p>
            <a:p>
              <a:pPr lvl="0">
                <a:lnSpc>
                  <a:spcPct val="110000"/>
                </a:lnSpc>
              </a:pPr>
              <a:r>
                <a:rPr lang="nb" sz="800" b="0" i="0" noProof="1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17" name="Rett linje 53">
              <a:extLst>
                <a:ext uri="{FF2B5EF4-FFF2-40B4-BE49-F238E27FC236}">
                  <a16:creationId xmlns:a16="http://schemas.microsoft.com/office/drawing/2014/main" id="{55375B1C-7ADB-C9AD-610D-D5A26D8F0EC4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ett linje 53">
              <a:extLst>
                <a:ext uri="{FF2B5EF4-FFF2-40B4-BE49-F238E27FC236}">
                  <a16:creationId xmlns:a16="http://schemas.microsoft.com/office/drawing/2014/main" id="{33E48FD0-9A45-A4B4-33D6-72CB77C9E184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75">
              <a:extLst>
                <a:ext uri="{FF2B5EF4-FFF2-40B4-BE49-F238E27FC236}">
                  <a16:creationId xmlns:a16="http://schemas.microsoft.com/office/drawing/2014/main" id="{C70BCBD9-2113-AAA8-FE26-EBBDC360213E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36" name="Rett linje 54">
                <a:extLst>
                  <a:ext uri="{FF2B5EF4-FFF2-40B4-BE49-F238E27FC236}">
                    <a16:creationId xmlns:a16="http://schemas.microsoft.com/office/drawing/2014/main" id="{BAE0610D-0840-A7E6-ADFE-A40D3DDC6D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kstSylinder 61">
                <a:extLst>
                  <a:ext uri="{FF2B5EF4-FFF2-40B4-BE49-F238E27FC236}">
                    <a16:creationId xmlns:a16="http://schemas.microsoft.com/office/drawing/2014/main" id="{4784EEC4-66C8-F9A1-5FA5-782C20B2E6FD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</a:p>
            </p:txBody>
          </p:sp>
        </p:grpSp>
        <p:grpSp>
          <p:nvGrpSpPr>
            <p:cNvPr id="20" name="Group 8">
              <a:extLst>
                <a:ext uri="{FF2B5EF4-FFF2-40B4-BE49-F238E27FC236}">
                  <a16:creationId xmlns:a16="http://schemas.microsoft.com/office/drawing/2014/main" id="{4ED02AC7-42EF-175F-1BB0-B548A33B1764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29" name="Group 14">
                <a:extLst>
                  <a:ext uri="{FF2B5EF4-FFF2-40B4-BE49-F238E27FC236}">
                    <a16:creationId xmlns:a16="http://schemas.microsoft.com/office/drawing/2014/main" id="{8C61E1D3-9DA9-A5BE-55BF-AB1C9B3E12EE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31" name="Ellipse 74">
                  <a:extLst>
                    <a:ext uri="{FF2B5EF4-FFF2-40B4-BE49-F238E27FC236}">
                      <a16:creationId xmlns:a16="http://schemas.microsoft.com/office/drawing/2014/main" id="{2248B696-CDFF-D7C6-AC24-CC0B9B3A818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2" name="Ellipse 75">
                  <a:extLst>
                    <a:ext uri="{FF2B5EF4-FFF2-40B4-BE49-F238E27FC236}">
                      <a16:creationId xmlns:a16="http://schemas.microsoft.com/office/drawing/2014/main" id="{19689632-940A-1FE0-0489-B113EBBF6E0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3" name="Ellipse 76">
                  <a:extLst>
                    <a:ext uri="{FF2B5EF4-FFF2-40B4-BE49-F238E27FC236}">
                      <a16:creationId xmlns:a16="http://schemas.microsoft.com/office/drawing/2014/main" id="{603FD40E-D8FE-46AA-4A8D-BF5116103C3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4" name="Ellipse 77">
                  <a:extLst>
                    <a:ext uri="{FF2B5EF4-FFF2-40B4-BE49-F238E27FC236}">
                      <a16:creationId xmlns:a16="http://schemas.microsoft.com/office/drawing/2014/main" id="{E59041D8-73F0-51F4-5FD7-B65E27E635B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5" name="Ellipse 78">
                  <a:extLst>
                    <a:ext uri="{FF2B5EF4-FFF2-40B4-BE49-F238E27FC236}">
                      <a16:creationId xmlns:a16="http://schemas.microsoft.com/office/drawing/2014/main" id="{16798283-4666-6C92-5F88-CDBBB58D30C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30" name="TextBox 13">
                <a:extLst>
                  <a:ext uri="{FF2B5EF4-FFF2-40B4-BE49-F238E27FC236}">
                    <a16:creationId xmlns:a16="http://schemas.microsoft.com/office/drawing/2014/main" id="{7E761EED-D13B-925B-CE65-AF443CC52C6E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21" name="Group 7">
              <a:extLst>
                <a:ext uri="{FF2B5EF4-FFF2-40B4-BE49-F238E27FC236}">
                  <a16:creationId xmlns:a16="http://schemas.microsoft.com/office/drawing/2014/main" id="{A5AC3876-640C-7C2A-7754-DE08E6C719B4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2" name="Group 19">
                <a:extLst>
                  <a:ext uri="{FF2B5EF4-FFF2-40B4-BE49-F238E27FC236}">
                    <a16:creationId xmlns:a16="http://schemas.microsoft.com/office/drawing/2014/main" id="{93574B12-CF31-E790-3BAD-E44F553E74FC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24" name="Ellipse 56">
                  <a:extLst>
                    <a:ext uri="{FF2B5EF4-FFF2-40B4-BE49-F238E27FC236}">
                      <a16:creationId xmlns:a16="http://schemas.microsoft.com/office/drawing/2014/main" id="{0A74A497-B514-2740-B3CB-18363A644F8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5" name="Ellipse 57">
                  <a:extLst>
                    <a:ext uri="{FF2B5EF4-FFF2-40B4-BE49-F238E27FC236}">
                      <a16:creationId xmlns:a16="http://schemas.microsoft.com/office/drawing/2014/main" id="{C18EF6C0-FBF7-AB85-8743-FAA7683A69B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6" name="Ellipse 58">
                  <a:extLst>
                    <a:ext uri="{FF2B5EF4-FFF2-40B4-BE49-F238E27FC236}">
                      <a16:creationId xmlns:a16="http://schemas.microsoft.com/office/drawing/2014/main" id="{07711566-18A3-75C3-B81E-28EC7C0A31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7" name="Ellipse 59">
                  <a:extLst>
                    <a:ext uri="{FF2B5EF4-FFF2-40B4-BE49-F238E27FC236}">
                      <a16:creationId xmlns:a16="http://schemas.microsoft.com/office/drawing/2014/main" id="{CDCB6CAA-B918-46D6-9D2B-890F64709A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8" name="Ellipse 60">
                  <a:extLst>
                    <a:ext uri="{FF2B5EF4-FFF2-40B4-BE49-F238E27FC236}">
                      <a16:creationId xmlns:a16="http://schemas.microsoft.com/office/drawing/2014/main" id="{388B21CA-FB39-78AD-6D8E-3520AD485CE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23" name="TextBox 15">
                <a:extLst>
                  <a:ext uri="{FF2B5EF4-FFF2-40B4-BE49-F238E27FC236}">
                    <a16:creationId xmlns:a16="http://schemas.microsoft.com/office/drawing/2014/main" id="{47E0C22B-0A3B-73DA-6AC8-FD86368B5440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38" name="TekstSylinder 50">
            <a:extLst>
              <a:ext uri="{FF2B5EF4-FFF2-40B4-BE49-F238E27FC236}">
                <a16:creationId xmlns:a16="http://schemas.microsoft.com/office/drawing/2014/main" id="{062F6A8E-A2BA-E00B-EE6B-C897DA3B6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286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CD5C1-50FD-5C84-4C13-D3C6827A39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70" y="540001"/>
            <a:ext cx="11111046" cy="2900361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8000" b="1" i="1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FB782-23B5-EA5B-5A17-97533B40A8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71" y="3430800"/>
            <a:ext cx="9453205" cy="18288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nb"/>
              <a:t>Undertittel, navn, dato</a:t>
            </a:r>
            <a:endParaRPr lang="nb-NO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E14C306B-B2D9-0FE6-7C7C-4362733BE422}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9D37133-9D8E-FF17-61DF-17D3228F51EC}"/>
              </a:ext>
            </a:extLst>
          </p:cNvPr>
          <p:cNvSpPr/>
          <p:nvPr/>
        </p:nvSpPr>
        <p:spPr>
          <a:xfrm>
            <a:off x="540071" y="6070713"/>
            <a:ext cx="976942" cy="258650"/>
          </a:xfrm>
          <a:custGeom>
            <a:avLst/>
            <a:gdLst>
              <a:gd name="connsiteX0" fmla="*/ 785859 w 976815"/>
              <a:gd name="connsiteY0" fmla="*/ 83254 h 258650"/>
              <a:gd name="connsiteX1" fmla="*/ 733522 w 976815"/>
              <a:gd name="connsiteY1" fmla="*/ 135944 h 258650"/>
              <a:gd name="connsiteX2" fmla="*/ 733522 w 976815"/>
              <a:gd name="connsiteY2" fmla="*/ 189256 h 258650"/>
              <a:gd name="connsiteX3" fmla="*/ 785859 w 976815"/>
              <a:gd name="connsiteY3" fmla="*/ 242212 h 258650"/>
              <a:gd name="connsiteX4" fmla="*/ 838818 w 976815"/>
              <a:gd name="connsiteY4" fmla="*/ 189256 h 258650"/>
              <a:gd name="connsiteX5" fmla="*/ 838818 w 976815"/>
              <a:gd name="connsiteY5" fmla="*/ 135944 h 258650"/>
              <a:gd name="connsiteX6" fmla="*/ 785859 w 976815"/>
              <a:gd name="connsiteY6" fmla="*/ 83254 h 258650"/>
              <a:gd name="connsiteX7" fmla="*/ 434248 w 976815"/>
              <a:gd name="connsiteY7" fmla="*/ 82632 h 258650"/>
              <a:gd name="connsiteX8" fmla="*/ 385021 w 976815"/>
              <a:gd name="connsiteY8" fmla="*/ 135589 h 258650"/>
              <a:gd name="connsiteX9" fmla="*/ 385021 w 976815"/>
              <a:gd name="connsiteY9" fmla="*/ 156647 h 258650"/>
              <a:gd name="connsiteX10" fmla="*/ 485608 w 976815"/>
              <a:gd name="connsiteY10" fmla="*/ 156647 h 258650"/>
              <a:gd name="connsiteX11" fmla="*/ 485608 w 976815"/>
              <a:gd name="connsiteY11" fmla="*/ 136655 h 258650"/>
              <a:gd name="connsiteX12" fmla="*/ 485519 w 976815"/>
              <a:gd name="connsiteY12" fmla="*/ 136655 h 258650"/>
              <a:gd name="connsiteX13" fmla="*/ 434248 w 976815"/>
              <a:gd name="connsiteY13" fmla="*/ 82632 h 258650"/>
              <a:gd name="connsiteX14" fmla="*/ 182158 w 976815"/>
              <a:gd name="connsiteY14" fmla="*/ 82632 h 258650"/>
              <a:gd name="connsiteX15" fmla="*/ 132931 w 976815"/>
              <a:gd name="connsiteY15" fmla="*/ 135589 h 258650"/>
              <a:gd name="connsiteX16" fmla="*/ 132931 w 976815"/>
              <a:gd name="connsiteY16" fmla="*/ 156647 h 258650"/>
              <a:gd name="connsiteX17" fmla="*/ 233518 w 976815"/>
              <a:gd name="connsiteY17" fmla="*/ 156647 h 258650"/>
              <a:gd name="connsiteX18" fmla="*/ 233518 w 976815"/>
              <a:gd name="connsiteY18" fmla="*/ 136655 h 258650"/>
              <a:gd name="connsiteX19" fmla="*/ 233429 w 976815"/>
              <a:gd name="connsiteY19" fmla="*/ 136655 h 258650"/>
              <a:gd name="connsiteX20" fmla="*/ 182158 w 976815"/>
              <a:gd name="connsiteY20" fmla="*/ 82632 h 258650"/>
              <a:gd name="connsiteX21" fmla="*/ 907861 w 976815"/>
              <a:gd name="connsiteY21" fmla="*/ 69038 h 258650"/>
              <a:gd name="connsiteX22" fmla="*/ 916391 w 976815"/>
              <a:gd name="connsiteY22" fmla="*/ 71082 h 258650"/>
              <a:gd name="connsiteX23" fmla="*/ 916391 w 976815"/>
              <a:gd name="connsiteY23" fmla="*/ 112220 h 258650"/>
              <a:gd name="connsiteX24" fmla="*/ 968018 w 976815"/>
              <a:gd name="connsiteY24" fmla="*/ 69749 h 258650"/>
              <a:gd name="connsiteX25" fmla="*/ 974771 w 976815"/>
              <a:gd name="connsiteY25" fmla="*/ 69749 h 258650"/>
              <a:gd name="connsiteX26" fmla="*/ 976815 w 976815"/>
              <a:gd name="connsiteY26" fmla="*/ 79611 h 258650"/>
              <a:gd name="connsiteX27" fmla="*/ 974060 w 976815"/>
              <a:gd name="connsiteY27" fmla="*/ 88763 h 258650"/>
              <a:gd name="connsiteX28" fmla="*/ 963219 w 976815"/>
              <a:gd name="connsiteY28" fmla="*/ 88763 h 258650"/>
              <a:gd name="connsiteX29" fmla="*/ 963219 w 976815"/>
              <a:gd name="connsiteY29" fmla="*/ 88674 h 258650"/>
              <a:gd name="connsiteX30" fmla="*/ 917013 w 976815"/>
              <a:gd name="connsiteY30" fmla="*/ 130791 h 258650"/>
              <a:gd name="connsiteX31" fmla="*/ 917013 w 976815"/>
              <a:gd name="connsiteY31" fmla="*/ 253852 h 258650"/>
              <a:gd name="connsiteX32" fmla="*/ 907861 w 976815"/>
              <a:gd name="connsiteY32" fmla="*/ 255896 h 258650"/>
              <a:gd name="connsiteX33" fmla="*/ 899064 w 976815"/>
              <a:gd name="connsiteY33" fmla="*/ 253852 h 258650"/>
              <a:gd name="connsiteX34" fmla="*/ 899064 w 976815"/>
              <a:gd name="connsiteY34" fmla="*/ 71082 h 258650"/>
              <a:gd name="connsiteX35" fmla="*/ 907861 w 976815"/>
              <a:gd name="connsiteY35" fmla="*/ 69038 h 258650"/>
              <a:gd name="connsiteX36" fmla="*/ 785859 w 976815"/>
              <a:gd name="connsiteY36" fmla="*/ 66639 h 258650"/>
              <a:gd name="connsiteX37" fmla="*/ 857212 w 976815"/>
              <a:gd name="connsiteY37" fmla="*/ 132923 h 258650"/>
              <a:gd name="connsiteX38" fmla="*/ 857212 w 976815"/>
              <a:gd name="connsiteY38" fmla="*/ 192366 h 258650"/>
              <a:gd name="connsiteX39" fmla="*/ 785859 w 976815"/>
              <a:gd name="connsiteY39" fmla="*/ 258650 h 258650"/>
              <a:gd name="connsiteX40" fmla="*/ 715217 w 976815"/>
              <a:gd name="connsiteY40" fmla="*/ 192366 h 258650"/>
              <a:gd name="connsiteX41" fmla="*/ 715217 w 976815"/>
              <a:gd name="connsiteY41" fmla="*/ 132923 h 258650"/>
              <a:gd name="connsiteX42" fmla="*/ 785859 w 976815"/>
              <a:gd name="connsiteY42" fmla="*/ 66639 h 258650"/>
              <a:gd name="connsiteX43" fmla="*/ 627870 w 976815"/>
              <a:gd name="connsiteY43" fmla="*/ 66639 h 258650"/>
              <a:gd name="connsiteX44" fmla="*/ 676120 w 976815"/>
              <a:gd name="connsiteY44" fmla="*/ 121017 h 258650"/>
              <a:gd name="connsiteX45" fmla="*/ 676120 w 976815"/>
              <a:gd name="connsiteY45" fmla="*/ 253852 h 258650"/>
              <a:gd name="connsiteX46" fmla="*/ 666967 w 976815"/>
              <a:gd name="connsiteY46" fmla="*/ 255896 h 258650"/>
              <a:gd name="connsiteX47" fmla="*/ 657815 w 976815"/>
              <a:gd name="connsiteY47" fmla="*/ 253852 h 258650"/>
              <a:gd name="connsiteX48" fmla="*/ 657815 w 976815"/>
              <a:gd name="connsiteY48" fmla="*/ 129103 h 258650"/>
              <a:gd name="connsiteX49" fmla="*/ 622449 w 976815"/>
              <a:gd name="connsiteY49" fmla="*/ 84943 h 258650"/>
              <a:gd name="connsiteX50" fmla="*/ 563981 w 976815"/>
              <a:gd name="connsiteY50" fmla="*/ 124393 h 258650"/>
              <a:gd name="connsiteX51" fmla="*/ 563981 w 976815"/>
              <a:gd name="connsiteY51" fmla="*/ 253852 h 258650"/>
              <a:gd name="connsiteX52" fmla="*/ 554828 w 976815"/>
              <a:gd name="connsiteY52" fmla="*/ 255896 h 258650"/>
              <a:gd name="connsiteX53" fmla="*/ 545676 w 976815"/>
              <a:gd name="connsiteY53" fmla="*/ 253852 h 258650"/>
              <a:gd name="connsiteX54" fmla="*/ 545676 w 976815"/>
              <a:gd name="connsiteY54" fmla="*/ 71082 h 258650"/>
              <a:gd name="connsiteX55" fmla="*/ 554828 w 976815"/>
              <a:gd name="connsiteY55" fmla="*/ 69038 h 258650"/>
              <a:gd name="connsiteX56" fmla="*/ 563625 w 976815"/>
              <a:gd name="connsiteY56" fmla="*/ 71082 h 258650"/>
              <a:gd name="connsiteX57" fmla="*/ 563625 w 976815"/>
              <a:gd name="connsiteY57" fmla="*/ 104046 h 258650"/>
              <a:gd name="connsiteX58" fmla="*/ 627870 w 976815"/>
              <a:gd name="connsiteY58" fmla="*/ 66639 h 258650"/>
              <a:gd name="connsiteX59" fmla="*/ 434337 w 976815"/>
              <a:gd name="connsiteY59" fmla="*/ 66550 h 258650"/>
              <a:gd name="connsiteX60" fmla="*/ 504002 w 976815"/>
              <a:gd name="connsiteY60" fmla="*/ 138254 h 258650"/>
              <a:gd name="connsiteX61" fmla="*/ 504002 w 976815"/>
              <a:gd name="connsiteY61" fmla="*/ 171574 h 258650"/>
              <a:gd name="connsiteX62" fmla="*/ 385021 w 976815"/>
              <a:gd name="connsiteY62" fmla="*/ 171574 h 258650"/>
              <a:gd name="connsiteX63" fmla="*/ 385021 w 976815"/>
              <a:gd name="connsiteY63" fmla="*/ 189256 h 258650"/>
              <a:gd name="connsiteX64" fmla="*/ 437358 w 976815"/>
              <a:gd name="connsiteY64" fmla="*/ 241946 h 258650"/>
              <a:gd name="connsiteX65" fmla="*/ 493072 w 976815"/>
              <a:gd name="connsiteY65" fmla="*/ 227640 h 258650"/>
              <a:gd name="connsiteX66" fmla="*/ 500892 w 976815"/>
              <a:gd name="connsiteY66" fmla="*/ 242923 h 258650"/>
              <a:gd name="connsiteX67" fmla="*/ 438069 w 976815"/>
              <a:gd name="connsiteY67" fmla="*/ 258561 h 258650"/>
              <a:gd name="connsiteX68" fmla="*/ 366716 w 976815"/>
              <a:gd name="connsiteY68" fmla="*/ 190589 h 258650"/>
              <a:gd name="connsiteX69" fmla="*/ 366716 w 976815"/>
              <a:gd name="connsiteY69" fmla="*/ 134522 h 258650"/>
              <a:gd name="connsiteX70" fmla="*/ 434337 w 976815"/>
              <a:gd name="connsiteY70" fmla="*/ 66550 h 258650"/>
              <a:gd name="connsiteX71" fmla="*/ 182247 w 976815"/>
              <a:gd name="connsiteY71" fmla="*/ 66550 h 258650"/>
              <a:gd name="connsiteX72" fmla="*/ 251912 w 976815"/>
              <a:gd name="connsiteY72" fmla="*/ 138254 h 258650"/>
              <a:gd name="connsiteX73" fmla="*/ 251912 w 976815"/>
              <a:gd name="connsiteY73" fmla="*/ 171574 h 258650"/>
              <a:gd name="connsiteX74" fmla="*/ 132931 w 976815"/>
              <a:gd name="connsiteY74" fmla="*/ 171574 h 258650"/>
              <a:gd name="connsiteX75" fmla="*/ 132931 w 976815"/>
              <a:gd name="connsiteY75" fmla="*/ 189256 h 258650"/>
              <a:gd name="connsiteX76" fmla="*/ 185268 w 976815"/>
              <a:gd name="connsiteY76" fmla="*/ 241946 h 258650"/>
              <a:gd name="connsiteX77" fmla="*/ 240982 w 976815"/>
              <a:gd name="connsiteY77" fmla="*/ 227640 h 258650"/>
              <a:gd name="connsiteX78" fmla="*/ 248802 w 976815"/>
              <a:gd name="connsiteY78" fmla="*/ 242923 h 258650"/>
              <a:gd name="connsiteX79" fmla="*/ 185979 w 976815"/>
              <a:gd name="connsiteY79" fmla="*/ 258561 h 258650"/>
              <a:gd name="connsiteX80" fmla="*/ 114626 w 976815"/>
              <a:gd name="connsiteY80" fmla="*/ 190589 h 258650"/>
              <a:gd name="connsiteX81" fmla="*/ 114626 w 976815"/>
              <a:gd name="connsiteY81" fmla="*/ 134522 h 258650"/>
              <a:gd name="connsiteX82" fmla="*/ 182247 w 976815"/>
              <a:gd name="connsiteY82" fmla="*/ 66550 h 258650"/>
              <a:gd name="connsiteX83" fmla="*/ 37409 w 976815"/>
              <a:gd name="connsiteY83" fmla="*/ 28877 h 258650"/>
              <a:gd name="connsiteX84" fmla="*/ 46562 w 976815"/>
              <a:gd name="connsiteY84" fmla="*/ 30921 h 258650"/>
              <a:gd name="connsiteX85" fmla="*/ 46562 w 976815"/>
              <a:gd name="connsiteY85" fmla="*/ 75436 h 258650"/>
              <a:gd name="connsiteX86" fmla="*/ 86637 w 976815"/>
              <a:gd name="connsiteY86" fmla="*/ 75436 h 258650"/>
              <a:gd name="connsiteX87" fmla="*/ 88680 w 976815"/>
              <a:gd name="connsiteY87" fmla="*/ 83255 h 258650"/>
              <a:gd name="connsiteX88" fmla="*/ 86637 w 976815"/>
              <a:gd name="connsiteY88" fmla="*/ 90719 h 258650"/>
              <a:gd name="connsiteX89" fmla="*/ 46562 w 976815"/>
              <a:gd name="connsiteY89" fmla="*/ 90719 h 258650"/>
              <a:gd name="connsiteX90" fmla="*/ 46562 w 976815"/>
              <a:gd name="connsiteY90" fmla="*/ 218756 h 258650"/>
              <a:gd name="connsiteX91" fmla="*/ 67621 w 976815"/>
              <a:gd name="connsiteY91" fmla="*/ 238481 h 258650"/>
              <a:gd name="connsiteX92" fmla="*/ 86281 w 976815"/>
              <a:gd name="connsiteY92" fmla="*/ 238481 h 258650"/>
              <a:gd name="connsiteX93" fmla="*/ 89302 w 976815"/>
              <a:gd name="connsiteY93" fmla="*/ 245945 h 258650"/>
              <a:gd name="connsiteX94" fmla="*/ 86281 w 976815"/>
              <a:gd name="connsiteY94" fmla="*/ 254474 h 258650"/>
              <a:gd name="connsiteX95" fmla="*/ 63267 w 976815"/>
              <a:gd name="connsiteY95" fmla="*/ 254474 h 258650"/>
              <a:gd name="connsiteX96" fmla="*/ 28257 w 976815"/>
              <a:gd name="connsiteY96" fmla="*/ 219466 h 258650"/>
              <a:gd name="connsiteX97" fmla="*/ 28257 w 976815"/>
              <a:gd name="connsiteY97" fmla="*/ 90719 h 258650"/>
              <a:gd name="connsiteX98" fmla="*/ 2399 w 976815"/>
              <a:gd name="connsiteY98" fmla="*/ 90719 h 258650"/>
              <a:gd name="connsiteX99" fmla="*/ 0 w 976815"/>
              <a:gd name="connsiteY99" fmla="*/ 83255 h 258650"/>
              <a:gd name="connsiteX100" fmla="*/ 2399 w 976815"/>
              <a:gd name="connsiteY100" fmla="*/ 75436 h 258650"/>
              <a:gd name="connsiteX101" fmla="*/ 28257 w 976815"/>
              <a:gd name="connsiteY101" fmla="*/ 75436 h 258650"/>
              <a:gd name="connsiteX102" fmla="*/ 28257 w 976815"/>
              <a:gd name="connsiteY102" fmla="*/ 30921 h 258650"/>
              <a:gd name="connsiteX103" fmla="*/ 37409 w 976815"/>
              <a:gd name="connsiteY103" fmla="*/ 28877 h 258650"/>
              <a:gd name="connsiteX104" fmla="*/ 302027 w 976815"/>
              <a:gd name="connsiteY104" fmla="*/ 0 h 258650"/>
              <a:gd name="connsiteX105" fmla="*/ 311180 w 976815"/>
              <a:gd name="connsiteY105" fmla="*/ 2044 h 258650"/>
              <a:gd name="connsiteX106" fmla="*/ 311180 w 976815"/>
              <a:gd name="connsiteY106" fmla="*/ 218756 h 258650"/>
              <a:gd name="connsiteX107" fmla="*/ 332595 w 976815"/>
              <a:gd name="connsiteY107" fmla="*/ 238836 h 258650"/>
              <a:gd name="connsiteX108" fmla="*/ 341747 w 976815"/>
              <a:gd name="connsiteY108" fmla="*/ 238836 h 258650"/>
              <a:gd name="connsiteX109" fmla="*/ 344768 w 976815"/>
              <a:gd name="connsiteY109" fmla="*/ 246300 h 258650"/>
              <a:gd name="connsiteX110" fmla="*/ 341747 w 976815"/>
              <a:gd name="connsiteY110" fmla="*/ 254475 h 258650"/>
              <a:gd name="connsiteX111" fmla="*/ 327885 w 976815"/>
              <a:gd name="connsiteY111" fmla="*/ 254475 h 258650"/>
              <a:gd name="connsiteX112" fmla="*/ 292875 w 976815"/>
              <a:gd name="connsiteY112" fmla="*/ 219467 h 258650"/>
              <a:gd name="connsiteX113" fmla="*/ 292875 w 976815"/>
              <a:gd name="connsiteY113" fmla="*/ 2044 h 258650"/>
              <a:gd name="connsiteX114" fmla="*/ 302027 w 976815"/>
              <a:gd name="connsiteY114" fmla="*/ 0 h 25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976815" h="258650">
                <a:moveTo>
                  <a:pt x="785859" y="83254"/>
                </a:moveTo>
                <a:cubicBezTo>
                  <a:pt x="753248" y="83254"/>
                  <a:pt x="733522" y="97204"/>
                  <a:pt x="733522" y="135944"/>
                </a:cubicBezTo>
                <a:lnTo>
                  <a:pt x="733522" y="189256"/>
                </a:lnTo>
                <a:cubicBezTo>
                  <a:pt x="733522" y="227640"/>
                  <a:pt x="753248" y="242212"/>
                  <a:pt x="785859" y="242212"/>
                </a:cubicBezTo>
                <a:cubicBezTo>
                  <a:pt x="818825" y="242212"/>
                  <a:pt x="838818" y="228262"/>
                  <a:pt x="838818" y="189256"/>
                </a:cubicBezTo>
                <a:lnTo>
                  <a:pt x="838818" y="135944"/>
                </a:lnTo>
                <a:cubicBezTo>
                  <a:pt x="838907" y="97560"/>
                  <a:pt x="818825" y="83254"/>
                  <a:pt x="785859" y="83254"/>
                </a:cubicBezTo>
                <a:close/>
                <a:moveTo>
                  <a:pt x="434248" y="82632"/>
                </a:moveTo>
                <a:cubicBezTo>
                  <a:pt x="407413" y="82632"/>
                  <a:pt x="385021" y="100314"/>
                  <a:pt x="385021" y="135589"/>
                </a:cubicBezTo>
                <a:lnTo>
                  <a:pt x="385021" y="156647"/>
                </a:lnTo>
                <a:lnTo>
                  <a:pt x="485608" y="156647"/>
                </a:lnTo>
                <a:lnTo>
                  <a:pt x="485608" y="136655"/>
                </a:lnTo>
                <a:lnTo>
                  <a:pt x="485519" y="136655"/>
                </a:lnTo>
                <a:cubicBezTo>
                  <a:pt x="485519" y="100314"/>
                  <a:pt x="462061" y="82632"/>
                  <a:pt x="434248" y="82632"/>
                </a:cubicBezTo>
                <a:close/>
                <a:moveTo>
                  <a:pt x="182158" y="82632"/>
                </a:moveTo>
                <a:cubicBezTo>
                  <a:pt x="155323" y="82632"/>
                  <a:pt x="132931" y="100314"/>
                  <a:pt x="132931" y="135589"/>
                </a:cubicBezTo>
                <a:lnTo>
                  <a:pt x="132931" y="156647"/>
                </a:lnTo>
                <a:lnTo>
                  <a:pt x="233518" y="156647"/>
                </a:lnTo>
                <a:lnTo>
                  <a:pt x="233518" y="136655"/>
                </a:lnTo>
                <a:lnTo>
                  <a:pt x="233429" y="136655"/>
                </a:lnTo>
                <a:cubicBezTo>
                  <a:pt x="233429" y="100314"/>
                  <a:pt x="209971" y="82632"/>
                  <a:pt x="182158" y="82632"/>
                </a:cubicBezTo>
                <a:close/>
                <a:moveTo>
                  <a:pt x="907861" y="69038"/>
                </a:moveTo>
                <a:cubicBezTo>
                  <a:pt x="911237" y="69038"/>
                  <a:pt x="916391" y="69038"/>
                  <a:pt x="916391" y="71082"/>
                </a:cubicBezTo>
                <a:lnTo>
                  <a:pt x="916391" y="112220"/>
                </a:lnTo>
                <a:cubicBezTo>
                  <a:pt x="936740" y="81300"/>
                  <a:pt x="947669" y="69749"/>
                  <a:pt x="968018" y="69749"/>
                </a:cubicBezTo>
                <a:lnTo>
                  <a:pt x="974771" y="69749"/>
                </a:lnTo>
                <a:cubicBezTo>
                  <a:pt x="976815" y="69749"/>
                  <a:pt x="976815" y="76235"/>
                  <a:pt x="976815" y="79611"/>
                </a:cubicBezTo>
                <a:cubicBezTo>
                  <a:pt x="976815" y="82988"/>
                  <a:pt x="976104" y="88763"/>
                  <a:pt x="974060" y="88763"/>
                </a:cubicBezTo>
                <a:lnTo>
                  <a:pt x="963219" y="88763"/>
                </a:lnTo>
                <a:lnTo>
                  <a:pt x="963219" y="88674"/>
                </a:lnTo>
                <a:cubicBezTo>
                  <a:pt x="948291" y="88674"/>
                  <a:pt x="935673" y="102269"/>
                  <a:pt x="917013" y="130791"/>
                </a:cubicBezTo>
                <a:lnTo>
                  <a:pt x="917013" y="253852"/>
                </a:lnTo>
                <a:cubicBezTo>
                  <a:pt x="917013" y="255896"/>
                  <a:pt x="911237" y="255896"/>
                  <a:pt x="907861" y="255896"/>
                </a:cubicBezTo>
                <a:cubicBezTo>
                  <a:pt x="904484" y="255896"/>
                  <a:pt x="899064" y="255896"/>
                  <a:pt x="899064" y="253852"/>
                </a:cubicBezTo>
                <a:lnTo>
                  <a:pt x="899064" y="71082"/>
                </a:lnTo>
                <a:cubicBezTo>
                  <a:pt x="899064" y="69038"/>
                  <a:pt x="904484" y="69038"/>
                  <a:pt x="907861" y="69038"/>
                </a:cubicBezTo>
                <a:close/>
                <a:moveTo>
                  <a:pt x="785859" y="66639"/>
                </a:moveTo>
                <a:cubicBezTo>
                  <a:pt x="831088" y="66639"/>
                  <a:pt x="857212" y="90096"/>
                  <a:pt x="857212" y="132923"/>
                </a:cubicBezTo>
                <a:lnTo>
                  <a:pt x="857212" y="192366"/>
                </a:lnTo>
                <a:cubicBezTo>
                  <a:pt x="857212" y="234837"/>
                  <a:pt x="831088" y="258650"/>
                  <a:pt x="785859" y="258650"/>
                </a:cubicBezTo>
                <a:cubicBezTo>
                  <a:pt x="741075" y="258561"/>
                  <a:pt x="715217" y="234837"/>
                  <a:pt x="715217" y="192366"/>
                </a:cubicBezTo>
                <a:lnTo>
                  <a:pt x="715217" y="132923"/>
                </a:lnTo>
                <a:cubicBezTo>
                  <a:pt x="715217" y="90096"/>
                  <a:pt x="741075" y="66639"/>
                  <a:pt x="785859" y="66639"/>
                </a:cubicBezTo>
                <a:close/>
                <a:moveTo>
                  <a:pt x="627870" y="66639"/>
                </a:moveTo>
                <a:cubicBezTo>
                  <a:pt x="657459" y="66639"/>
                  <a:pt x="676120" y="88763"/>
                  <a:pt x="676120" y="121017"/>
                </a:cubicBezTo>
                <a:lnTo>
                  <a:pt x="676120" y="253852"/>
                </a:lnTo>
                <a:cubicBezTo>
                  <a:pt x="676120" y="255896"/>
                  <a:pt x="670344" y="255896"/>
                  <a:pt x="666967" y="255896"/>
                </a:cubicBezTo>
                <a:cubicBezTo>
                  <a:pt x="663591" y="255896"/>
                  <a:pt x="657815" y="255896"/>
                  <a:pt x="657815" y="253852"/>
                </a:cubicBezTo>
                <a:lnTo>
                  <a:pt x="657815" y="129103"/>
                </a:lnTo>
                <a:cubicBezTo>
                  <a:pt x="657815" y="98893"/>
                  <a:pt x="644575" y="84943"/>
                  <a:pt x="622449" y="84943"/>
                </a:cubicBezTo>
                <a:cubicBezTo>
                  <a:pt x="598991" y="84943"/>
                  <a:pt x="577221" y="105023"/>
                  <a:pt x="563981" y="124393"/>
                </a:cubicBezTo>
                <a:lnTo>
                  <a:pt x="563981" y="253852"/>
                </a:lnTo>
                <a:cubicBezTo>
                  <a:pt x="563981" y="255896"/>
                  <a:pt x="558205" y="255896"/>
                  <a:pt x="554828" y="255896"/>
                </a:cubicBezTo>
                <a:cubicBezTo>
                  <a:pt x="551452" y="255896"/>
                  <a:pt x="545676" y="255896"/>
                  <a:pt x="545676" y="253852"/>
                </a:cubicBezTo>
                <a:lnTo>
                  <a:pt x="545676" y="71082"/>
                </a:lnTo>
                <a:cubicBezTo>
                  <a:pt x="545676" y="69038"/>
                  <a:pt x="551452" y="69038"/>
                  <a:pt x="554828" y="69038"/>
                </a:cubicBezTo>
                <a:cubicBezTo>
                  <a:pt x="558205" y="69038"/>
                  <a:pt x="563625" y="69038"/>
                  <a:pt x="563625" y="71082"/>
                </a:cubicBezTo>
                <a:lnTo>
                  <a:pt x="563625" y="104046"/>
                </a:lnTo>
                <a:cubicBezTo>
                  <a:pt x="578198" y="83343"/>
                  <a:pt x="600679" y="66639"/>
                  <a:pt x="627870" y="66639"/>
                </a:cubicBezTo>
                <a:close/>
                <a:moveTo>
                  <a:pt x="434337" y="66550"/>
                </a:moveTo>
                <a:cubicBezTo>
                  <a:pt x="475745" y="66550"/>
                  <a:pt x="504002" y="93028"/>
                  <a:pt x="504002" y="138254"/>
                </a:cubicBezTo>
                <a:lnTo>
                  <a:pt x="504002" y="171574"/>
                </a:lnTo>
                <a:lnTo>
                  <a:pt x="385021" y="171574"/>
                </a:lnTo>
                <a:lnTo>
                  <a:pt x="385021" y="189256"/>
                </a:lnTo>
                <a:cubicBezTo>
                  <a:pt x="385021" y="221865"/>
                  <a:pt x="402348" y="241946"/>
                  <a:pt x="437358" y="241946"/>
                </a:cubicBezTo>
                <a:cubicBezTo>
                  <a:pt x="463838" y="241946"/>
                  <a:pt x="479832" y="234837"/>
                  <a:pt x="493072" y="227640"/>
                </a:cubicBezTo>
                <a:cubicBezTo>
                  <a:pt x="495827" y="226307"/>
                  <a:pt x="504268" y="240879"/>
                  <a:pt x="500892" y="242923"/>
                </a:cubicBezTo>
                <a:cubicBezTo>
                  <a:pt x="483564" y="252786"/>
                  <a:pt x="462149" y="258561"/>
                  <a:pt x="438069" y="258561"/>
                </a:cubicBezTo>
                <a:cubicBezTo>
                  <a:pt x="393196" y="258561"/>
                  <a:pt x="366716" y="233416"/>
                  <a:pt x="366716" y="190589"/>
                </a:cubicBezTo>
                <a:lnTo>
                  <a:pt x="366716" y="134522"/>
                </a:lnTo>
                <a:cubicBezTo>
                  <a:pt x="366716" y="93117"/>
                  <a:pt x="395950" y="66550"/>
                  <a:pt x="434337" y="66550"/>
                </a:cubicBezTo>
                <a:close/>
                <a:moveTo>
                  <a:pt x="182247" y="66550"/>
                </a:moveTo>
                <a:cubicBezTo>
                  <a:pt x="223655" y="66550"/>
                  <a:pt x="251912" y="93028"/>
                  <a:pt x="251912" y="138254"/>
                </a:cubicBezTo>
                <a:lnTo>
                  <a:pt x="251912" y="171574"/>
                </a:lnTo>
                <a:lnTo>
                  <a:pt x="132931" y="171574"/>
                </a:lnTo>
                <a:lnTo>
                  <a:pt x="132931" y="189256"/>
                </a:lnTo>
                <a:cubicBezTo>
                  <a:pt x="132931" y="221865"/>
                  <a:pt x="150258" y="241946"/>
                  <a:pt x="185268" y="241946"/>
                </a:cubicBezTo>
                <a:cubicBezTo>
                  <a:pt x="211748" y="241946"/>
                  <a:pt x="227742" y="234837"/>
                  <a:pt x="240982" y="227640"/>
                </a:cubicBezTo>
                <a:cubicBezTo>
                  <a:pt x="243737" y="226307"/>
                  <a:pt x="252178" y="240879"/>
                  <a:pt x="248802" y="242923"/>
                </a:cubicBezTo>
                <a:cubicBezTo>
                  <a:pt x="231474" y="252786"/>
                  <a:pt x="210059" y="258561"/>
                  <a:pt x="185979" y="258561"/>
                </a:cubicBezTo>
                <a:cubicBezTo>
                  <a:pt x="141106" y="258561"/>
                  <a:pt x="114626" y="233416"/>
                  <a:pt x="114626" y="190589"/>
                </a:cubicBezTo>
                <a:lnTo>
                  <a:pt x="114626" y="134522"/>
                </a:lnTo>
                <a:cubicBezTo>
                  <a:pt x="114626" y="93117"/>
                  <a:pt x="143860" y="66550"/>
                  <a:pt x="182247" y="66550"/>
                </a:cubicBezTo>
                <a:close/>
                <a:moveTo>
                  <a:pt x="37409" y="28877"/>
                </a:moveTo>
                <a:cubicBezTo>
                  <a:pt x="40786" y="28877"/>
                  <a:pt x="46562" y="28877"/>
                  <a:pt x="46562" y="30921"/>
                </a:cubicBezTo>
                <a:lnTo>
                  <a:pt x="46562" y="75436"/>
                </a:lnTo>
                <a:lnTo>
                  <a:pt x="86637" y="75436"/>
                </a:lnTo>
                <a:cubicBezTo>
                  <a:pt x="88680" y="75436"/>
                  <a:pt x="88680" y="79168"/>
                  <a:pt x="88680" y="83255"/>
                </a:cubicBezTo>
                <a:cubicBezTo>
                  <a:pt x="88680" y="87342"/>
                  <a:pt x="88680" y="90719"/>
                  <a:pt x="86637" y="90719"/>
                </a:cubicBezTo>
                <a:lnTo>
                  <a:pt x="46562" y="90719"/>
                </a:lnTo>
                <a:lnTo>
                  <a:pt x="46562" y="218756"/>
                </a:lnTo>
                <a:cubicBezTo>
                  <a:pt x="46562" y="233061"/>
                  <a:pt x="52693" y="238481"/>
                  <a:pt x="67621" y="238481"/>
                </a:cubicBezTo>
                <a:lnTo>
                  <a:pt x="86281" y="238481"/>
                </a:lnTo>
                <a:cubicBezTo>
                  <a:pt x="88680" y="238481"/>
                  <a:pt x="89302" y="239192"/>
                  <a:pt x="89302" y="245945"/>
                </a:cubicBezTo>
                <a:cubicBezTo>
                  <a:pt x="89302" y="253408"/>
                  <a:pt x="88591" y="254474"/>
                  <a:pt x="86281" y="254474"/>
                </a:cubicBezTo>
                <a:lnTo>
                  <a:pt x="63267" y="254474"/>
                </a:lnTo>
                <a:cubicBezTo>
                  <a:pt x="37765" y="254474"/>
                  <a:pt x="28257" y="239547"/>
                  <a:pt x="28257" y="219466"/>
                </a:cubicBezTo>
                <a:lnTo>
                  <a:pt x="28257" y="90719"/>
                </a:lnTo>
                <a:lnTo>
                  <a:pt x="2399" y="90719"/>
                </a:lnTo>
                <a:cubicBezTo>
                  <a:pt x="0" y="90719"/>
                  <a:pt x="0" y="86631"/>
                  <a:pt x="0" y="83255"/>
                </a:cubicBezTo>
                <a:cubicBezTo>
                  <a:pt x="0" y="79879"/>
                  <a:pt x="0" y="75436"/>
                  <a:pt x="2399" y="75436"/>
                </a:cubicBezTo>
                <a:lnTo>
                  <a:pt x="28257" y="75436"/>
                </a:lnTo>
                <a:lnTo>
                  <a:pt x="28257" y="30921"/>
                </a:lnTo>
                <a:cubicBezTo>
                  <a:pt x="28257" y="28877"/>
                  <a:pt x="34033" y="28877"/>
                  <a:pt x="37409" y="28877"/>
                </a:cubicBezTo>
                <a:close/>
                <a:moveTo>
                  <a:pt x="302027" y="0"/>
                </a:moveTo>
                <a:cubicBezTo>
                  <a:pt x="305404" y="0"/>
                  <a:pt x="311180" y="0"/>
                  <a:pt x="311180" y="2044"/>
                </a:cubicBezTo>
                <a:lnTo>
                  <a:pt x="311180" y="218756"/>
                </a:lnTo>
                <a:cubicBezTo>
                  <a:pt x="311180" y="233061"/>
                  <a:pt x="317666" y="238836"/>
                  <a:pt x="332595" y="238836"/>
                </a:cubicBezTo>
                <a:lnTo>
                  <a:pt x="341747" y="238836"/>
                </a:lnTo>
                <a:cubicBezTo>
                  <a:pt x="344146" y="238836"/>
                  <a:pt x="344768" y="239547"/>
                  <a:pt x="344768" y="246300"/>
                </a:cubicBezTo>
                <a:cubicBezTo>
                  <a:pt x="344768" y="253764"/>
                  <a:pt x="344057" y="254475"/>
                  <a:pt x="341747" y="254475"/>
                </a:cubicBezTo>
                <a:lnTo>
                  <a:pt x="327885" y="254475"/>
                </a:lnTo>
                <a:cubicBezTo>
                  <a:pt x="302738" y="254475"/>
                  <a:pt x="292875" y="239547"/>
                  <a:pt x="292875" y="219467"/>
                </a:cubicBezTo>
                <a:lnTo>
                  <a:pt x="292875" y="2044"/>
                </a:lnTo>
                <a:cubicBezTo>
                  <a:pt x="292875" y="0"/>
                  <a:pt x="298651" y="0"/>
                  <a:pt x="302027" y="0"/>
                </a:cubicBezTo>
                <a:close/>
              </a:path>
            </a:pathLst>
          </a:custGeom>
          <a:solidFill>
            <a:schemeClr val="tx1"/>
          </a:solidFill>
          <a:ln w="8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8B5E5-14C5-3F2F-7B10-77DFE72F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64C1DA1E-86FF-E14D-8189-C2E8151B1F46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A77D2-5589-83C4-2C58-5C51BD9B4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398EE1-E559-ADB5-5FA2-D812B089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006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Tex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8D10D3-00D9-AD32-6852-D7B7B28C9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795" y="446"/>
            <a:ext cx="12191207" cy="68575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3CD5C1-50FD-5C84-4C13-D3C6827A39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70" y="540001"/>
            <a:ext cx="11111046" cy="2900361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8000" b="1" i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FB782-23B5-EA5B-5A17-97533B40A8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71" y="3429000"/>
            <a:ext cx="9453205" cy="18288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nb"/>
              <a:t>Undertittel, navn, dato</a:t>
            </a:r>
            <a:endParaRPr lang="nb-NO"/>
          </a:p>
        </p:txBody>
      </p:sp>
      <p:sp>
        <p:nvSpPr>
          <p:cNvPr id="6" name="Graphic 8">
            <a:extLst>
              <a:ext uri="{FF2B5EF4-FFF2-40B4-BE49-F238E27FC236}">
                <a16:creationId xmlns:a16="http://schemas.microsoft.com/office/drawing/2014/main" id="{D6F46375-4BAC-E436-943C-7CBECACF1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EA2525B-1F90-06DF-E4CD-55E0E335D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71" y="6070713"/>
            <a:ext cx="976942" cy="258650"/>
          </a:xfrm>
          <a:custGeom>
            <a:avLst/>
            <a:gdLst>
              <a:gd name="connsiteX0" fmla="*/ 785859 w 976815"/>
              <a:gd name="connsiteY0" fmla="*/ 83254 h 258650"/>
              <a:gd name="connsiteX1" fmla="*/ 733522 w 976815"/>
              <a:gd name="connsiteY1" fmla="*/ 135944 h 258650"/>
              <a:gd name="connsiteX2" fmla="*/ 733522 w 976815"/>
              <a:gd name="connsiteY2" fmla="*/ 189256 h 258650"/>
              <a:gd name="connsiteX3" fmla="*/ 785859 w 976815"/>
              <a:gd name="connsiteY3" fmla="*/ 242212 h 258650"/>
              <a:gd name="connsiteX4" fmla="*/ 838818 w 976815"/>
              <a:gd name="connsiteY4" fmla="*/ 189256 h 258650"/>
              <a:gd name="connsiteX5" fmla="*/ 838818 w 976815"/>
              <a:gd name="connsiteY5" fmla="*/ 135944 h 258650"/>
              <a:gd name="connsiteX6" fmla="*/ 785859 w 976815"/>
              <a:gd name="connsiteY6" fmla="*/ 83254 h 258650"/>
              <a:gd name="connsiteX7" fmla="*/ 434248 w 976815"/>
              <a:gd name="connsiteY7" fmla="*/ 82632 h 258650"/>
              <a:gd name="connsiteX8" fmla="*/ 385021 w 976815"/>
              <a:gd name="connsiteY8" fmla="*/ 135589 h 258650"/>
              <a:gd name="connsiteX9" fmla="*/ 385021 w 976815"/>
              <a:gd name="connsiteY9" fmla="*/ 156647 h 258650"/>
              <a:gd name="connsiteX10" fmla="*/ 485608 w 976815"/>
              <a:gd name="connsiteY10" fmla="*/ 156647 h 258650"/>
              <a:gd name="connsiteX11" fmla="*/ 485608 w 976815"/>
              <a:gd name="connsiteY11" fmla="*/ 136655 h 258650"/>
              <a:gd name="connsiteX12" fmla="*/ 485519 w 976815"/>
              <a:gd name="connsiteY12" fmla="*/ 136655 h 258650"/>
              <a:gd name="connsiteX13" fmla="*/ 434248 w 976815"/>
              <a:gd name="connsiteY13" fmla="*/ 82632 h 258650"/>
              <a:gd name="connsiteX14" fmla="*/ 182158 w 976815"/>
              <a:gd name="connsiteY14" fmla="*/ 82632 h 258650"/>
              <a:gd name="connsiteX15" fmla="*/ 132931 w 976815"/>
              <a:gd name="connsiteY15" fmla="*/ 135589 h 258650"/>
              <a:gd name="connsiteX16" fmla="*/ 132931 w 976815"/>
              <a:gd name="connsiteY16" fmla="*/ 156647 h 258650"/>
              <a:gd name="connsiteX17" fmla="*/ 233518 w 976815"/>
              <a:gd name="connsiteY17" fmla="*/ 156647 h 258650"/>
              <a:gd name="connsiteX18" fmla="*/ 233518 w 976815"/>
              <a:gd name="connsiteY18" fmla="*/ 136655 h 258650"/>
              <a:gd name="connsiteX19" fmla="*/ 233429 w 976815"/>
              <a:gd name="connsiteY19" fmla="*/ 136655 h 258650"/>
              <a:gd name="connsiteX20" fmla="*/ 182158 w 976815"/>
              <a:gd name="connsiteY20" fmla="*/ 82632 h 258650"/>
              <a:gd name="connsiteX21" fmla="*/ 907861 w 976815"/>
              <a:gd name="connsiteY21" fmla="*/ 69038 h 258650"/>
              <a:gd name="connsiteX22" fmla="*/ 916391 w 976815"/>
              <a:gd name="connsiteY22" fmla="*/ 71082 h 258650"/>
              <a:gd name="connsiteX23" fmla="*/ 916391 w 976815"/>
              <a:gd name="connsiteY23" fmla="*/ 112220 h 258650"/>
              <a:gd name="connsiteX24" fmla="*/ 968018 w 976815"/>
              <a:gd name="connsiteY24" fmla="*/ 69749 h 258650"/>
              <a:gd name="connsiteX25" fmla="*/ 974771 w 976815"/>
              <a:gd name="connsiteY25" fmla="*/ 69749 h 258650"/>
              <a:gd name="connsiteX26" fmla="*/ 976815 w 976815"/>
              <a:gd name="connsiteY26" fmla="*/ 79611 h 258650"/>
              <a:gd name="connsiteX27" fmla="*/ 974060 w 976815"/>
              <a:gd name="connsiteY27" fmla="*/ 88763 h 258650"/>
              <a:gd name="connsiteX28" fmla="*/ 963219 w 976815"/>
              <a:gd name="connsiteY28" fmla="*/ 88763 h 258650"/>
              <a:gd name="connsiteX29" fmla="*/ 963219 w 976815"/>
              <a:gd name="connsiteY29" fmla="*/ 88674 h 258650"/>
              <a:gd name="connsiteX30" fmla="*/ 917013 w 976815"/>
              <a:gd name="connsiteY30" fmla="*/ 130791 h 258650"/>
              <a:gd name="connsiteX31" fmla="*/ 917013 w 976815"/>
              <a:gd name="connsiteY31" fmla="*/ 253852 h 258650"/>
              <a:gd name="connsiteX32" fmla="*/ 907861 w 976815"/>
              <a:gd name="connsiteY32" fmla="*/ 255896 h 258650"/>
              <a:gd name="connsiteX33" fmla="*/ 899064 w 976815"/>
              <a:gd name="connsiteY33" fmla="*/ 253852 h 258650"/>
              <a:gd name="connsiteX34" fmla="*/ 899064 w 976815"/>
              <a:gd name="connsiteY34" fmla="*/ 71082 h 258650"/>
              <a:gd name="connsiteX35" fmla="*/ 907861 w 976815"/>
              <a:gd name="connsiteY35" fmla="*/ 69038 h 258650"/>
              <a:gd name="connsiteX36" fmla="*/ 785859 w 976815"/>
              <a:gd name="connsiteY36" fmla="*/ 66639 h 258650"/>
              <a:gd name="connsiteX37" fmla="*/ 857212 w 976815"/>
              <a:gd name="connsiteY37" fmla="*/ 132923 h 258650"/>
              <a:gd name="connsiteX38" fmla="*/ 857212 w 976815"/>
              <a:gd name="connsiteY38" fmla="*/ 192366 h 258650"/>
              <a:gd name="connsiteX39" fmla="*/ 785859 w 976815"/>
              <a:gd name="connsiteY39" fmla="*/ 258650 h 258650"/>
              <a:gd name="connsiteX40" fmla="*/ 715217 w 976815"/>
              <a:gd name="connsiteY40" fmla="*/ 192366 h 258650"/>
              <a:gd name="connsiteX41" fmla="*/ 715217 w 976815"/>
              <a:gd name="connsiteY41" fmla="*/ 132923 h 258650"/>
              <a:gd name="connsiteX42" fmla="*/ 785859 w 976815"/>
              <a:gd name="connsiteY42" fmla="*/ 66639 h 258650"/>
              <a:gd name="connsiteX43" fmla="*/ 627870 w 976815"/>
              <a:gd name="connsiteY43" fmla="*/ 66639 h 258650"/>
              <a:gd name="connsiteX44" fmla="*/ 676120 w 976815"/>
              <a:gd name="connsiteY44" fmla="*/ 121017 h 258650"/>
              <a:gd name="connsiteX45" fmla="*/ 676120 w 976815"/>
              <a:gd name="connsiteY45" fmla="*/ 253852 h 258650"/>
              <a:gd name="connsiteX46" fmla="*/ 666967 w 976815"/>
              <a:gd name="connsiteY46" fmla="*/ 255896 h 258650"/>
              <a:gd name="connsiteX47" fmla="*/ 657815 w 976815"/>
              <a:gd name="connsiteY47" fmla="*/ 253852 h 258650"/>
              <a:gd name="connsiteX48" fmla="*/ 657815 w 976815"/>
              <a:gd name="connsiteY48" fmla="*/ 129103 h 258650"/>
              <a:gd name="connsiteX49" fmla="*/ 622449 w 976815"/>
              <a:gd name="connsiteY49" fmla="*/ 84943 h 258650"/>
              <a:gd name="connsiteX50" fmla="*/ 563981 w 976815"/>
              <a:gd name="connsiteY50" fmla="*/ 124393 h 258650"/>
              <a:gd name="connsiteX51" fmla="*/ 563981 w 976815"/>
              <a:gd name="connsiteY51" fmla="*/ 253852 h 258650"/>
              <a:gd name="connsiteX52" fmla="*/ 554828 w 976815"/>
              <a:gd name="connsiteY52" fmla="*/ 255896 h 258650"/>
              <a:gd name="connsiteX53" fmla="*/ 545676 w 976815"/>
              <a:gd name="connsiteY53" fmla="*/ 253852 h 258650"/>
              <a:gd name="connsiteX54" fmla="*/ 545676 w 976815"/>
              <a:gd name="connsiteY54" fmla="*/ 71082 h 258650"/>
              <a:gd name="connsiteX55" fmla="*/ 554828 w 976815"/>
              <a:gd name="connsiteY55" fmla="*/ 69038 h 258650"/>
              <a:gd name="connsiteX56" fmla="*/ 563625 w 976815"/>
              <a:gd name="connsiteY56" fmla="*/ 71082 h 258650"/>
              <a:gd name="connsiteX57" fmla="*/ 563625 w 976815"/>
              <a:gd name="connsiteY57" fmla="*/ 104046 h 258650"/>
              <a:gd name="connsiteX58" fmla="*/ 627870 w 976815"/>
              <a:gd name="connsiteY58" fmla="*/ 66639 h 258650"/>
              <a:gd name="connsiteX59" fmla="*/ 434337 w 976815"/>
              <a:gd name="connsiteY59" fmla="*/ 66550 h 258650"/>
              <a:gd name="connsiteX60" fmla="*/ 504002 w 976815"/>
              <a:gd name="connsiteY60" fmla="*/ 138254 h 258650"/>
              <a:gd name="connsiteX61" fmla="*/ 504002 w 976815"/>
              <a:gd name="connsiteY61" fmla="*/ 171574 h 258650"/>
              <a:gd name="connsiteX62" fmla="*/ 385021 w 976815"/>
              <a:gd name="connsiteY62" fmla="*/ 171574 h 258650"/>
              <a:gd name="connsiteX63" fmla="*/ 385021 w 976815"/>
              <a:gd name="connsiteY63" fmla="*/ 189256 h 258650"/>
              <a:gd name="connsiteX64" fmla="*/ 437358 w 976815"/>
              <a:gd name="connsiteY64" fmla="*/ 241946 h 258650"/>
              <a:gd name="connsiteX65" fmla="*/ 493072 w 976815"/>
              <a:gd name="connsiteY65" fmla="*/ 227640 h 258650"/>
              <a:gd name="connsiteX66" fmla="*/ 500892 w 976815"/>
              <a:gd name="connsiteY66" fmla="*/ 242923 h 258650"/>
              <a:gd name="connsiteX67" fmla="*/ 438069 w 976815"/>
              <a:gd name="connsiteY67" fmla="*/ 258561 h 258650"/>
              <a:gd name="connsiteX68" fmla="*/ 366716 w 976815"/>
              <a:gd name="connsiteY68" fmla="*/ 190589 h 258650"/>
              <a:gd name="connsiteX69" fmla="*/ 366716 w 976815"/>
              <a:gd name="connsiteY69" fmla="*/ 134522 h 258650"/>
              <a:gd name="connsiteX70" fmla="*/ 434337 w 976815"/>
              <a:gd name="connsiteY70" fmla="*/ 66550 h 258650"/>
              <a:gd name="connsiteX71" fmla="*/ 182247 w 976815"/>
              <a:gd name="connsiteY71" fmla="*/ 66550 h 258650"/>
              <a:gd name="connsiteX72" fmla="*/ 251912 w 976815"/>
              <a:gd name="connsiteY72" fmla="*/ 138254 h 258650"/>
              <a:gd name="connsiteX73" fmla="*/ 251912 w 976815"/>
              <a:gd name="connsiteY73" fmla="*/ 171574 h 258650"/>
              <a:gd name="connsiteX74" fmla="*/ 132931 w 976815"/>
              <a:gd name="connsiteY74" fmla="*/ 171574 h 258650"/>
              <a:gd name="connsiteX75" fmla="*/ 132931 w 976815"/>
              <a:gd name="connsiteY75" fmla="*/ 189256 h 258650"/>
              <a:gd name="connsiteX76" fmla="*/ 185268 w 976815"/>
              <a:gd name="connsiteY76" fmla="*/ 241946 h 258650"/>
              <a:gd name="connsiteX77" fmla="*/ 240982 w 976815"/>
              <a:gd name="connsiteY77" fmla="*/ 227640 h 258650"/>
              <a:gd name="connsiteX78" fmla="*/ 248802 w 976815"/>
              <a:gd name="connsiteY78" fmla="*/ 242923 h 258650"/>
              <a:gd name="connsiteX79" fmla="*/ 185979 w 976815"/>
              <a:gd name="connsiteY79" fmla="*/ 258561 h 258650"/>
              <a:gd name="connsiteX80" fmla="*/ 114626 w 976815"/>
              <a:gd name="connsiteY80" fmla="*/ 190589 h 258650"/>
              <a:gd name="connsiteX81" fmla="*/ 114626 w 976815"/>
              <a:gd name="connsiteY81" fmla="*/ 134522 h 258650"/>
              <a:gd name="connsiteX82" fmla="*/ 182247 w 976815"/>
              <a:gd name="connsiteY82" fmla="*/ 66550 h 258650"/>
              <a:gd name="connsiteX83" fmla="*/ 37409 w 976815"/>
              <a:gd name="connsiteY83" fmla="*/ 28877 h 258650"/>
              <a:gd name="connsiteX84" fmla="*/ 46562 w 976815"/>
              <a:gd name="connsiteY84" fmla="*/ 30921 h 258650"/>
              <a:gd name="connsiteX85" fmla="*/ 46562 w 976815"/>
              <a:gd name="connsiteY85" fmla="*/ 75436 h 258650"/>
              <a:gd name="connsiteX86" fmla="*/ 86637 w 976815"/>
              <a:gd name="connsiteY86" fmla="*/ 75436 h 258650"/>
              <a:gd name="connsiteX87" fmla="*/ 88680 w 976815"/>
              <a:gd name="connsiteY87" fmla="*/ 83255 h 258650"/>
              <a:gd name="connsiteX88" fmla="*/ 86637 w 976815"/>
              <a:gd name="connsiteY88" fmla="*/ 90719 h 258650"/>
              <a:gd name="connsiteX89" fmla="*/ 46562 w 976815"/>
              <a:gd name="connsiteY89" fmla="*/ 90719 h 258650"/>
              <a:gd name="connsiteX90" fmla="*/ 46562 w 976815"/>
              <a:gd name="connsiteY90" fmla="*/ 218756 h 258650"/>
              <a:gd name="connsiteX91" fmla="*/ 67621 w 976815"/>
              <a:gd name="connsiteY91" fmla="*/ 238481 h 258650"/>
              <a:gd name="connsiteX92" fmla="*/ 86281 w 976815"/>
              <a:gd name="connsiteY92" fmla="*/ 238481 h 258650"/>
              <a:gd name="connsiteX93" fmla="*/ 89302 w 976815"/>
              <a:gd name="connsiteY93" fmla="*/ 245945 h 258650"/>
              <a:gd name="connsiteX94" fmla="*/ 86281 w 976815"/>
              <a:gd name="connsiteY94" fmla="*/ 254474 h 258650"/>
              <a:gd name="connsiteX95" fmla="*/ 63267 w 976815"/>
              <a:gd name="connsiteY95" fmla="*/ 254474 h 258650"/>
              <a:gd name="connsiteX96" fmla="*/ 28257 w 976815"/>
              <a:gd name="connsiteY96" fmla="*/ 219466 h 258650"/>
              <a:gd name="connsiteX97" fmla="*/ 28257 w 976815"/>
              <a:gd name="connsiteY97" fmla="*/ 90719 h 258650"/>
              <a:gd name="connsiteX98" fmla="*/ 2399 w 976815"/>
              <a:gd name="connsiteY98" fmla="*/ 90719 h 258650"/>
              <a:gd name="connsiteX99" fmla="*/ 0 w 976815"/>
              <a:gd name="connsiteY99" fmla="*/ 83255 h 258650"/>
              <a:gd name="connsiteX100" fmla="*/ 2399 w 976815"/>
              <a:gd name="connsiteY100" fmla="*/ 75436 h 258650"/>
              <a:gd name="connsiteX101" fmla="*/ 28257 w 976815"/>
              <a:gd name="connsiteY101" fmla="*/ 75436 h 258650"/>
              <a:gd name="connsiteX102" fmla="*/ 28257 w 976815"/>
              <a:gd name="connsiteY102" fmla="*/ 30921 h 258650"/>
              <a:gd name="connsiteX103" fmla="*/ 37409 w 976815"/>
              <a:gd name="connsiteY103" fmla="*/ 28877 h 258650"/>
              <a:gd name="connsiteX104" fmla="*/ 302027 w 976815"/>
              <a:gd name="connsiteY104" fmla="*/ 0 h 258650"/>
              <a:gd name="connsiteX105" fmla="*/ 311180 w 976815"/>
              <a:gd name="connsiteY105" fmla="*/ 2044 h 258650"/>
              <a:gd name="connsiteX106" fmla="*/ 311180 w 976815"/>
              <a:gd name="connsiteY106" fmla="*/ 218756 h 258650"/>
              <a:gd name="connsiteX107" fmla="*/ 332595 w 976815"/>
              <a:gd name="connsiteY107" fmla="*/ 238836 h 258650"/>
              <a:gd name="connsiteX108" fmla="*/ 341747 w 976815"/>
              <a:gd name="connsiteY108" fmla="*/ 238836 h 258650"/>
              <a:gd name="connsiteX109" fmla="*/ 344768 w 976815"/>
              <a:gd name="connsiteY109" fmla="*/ 246300 h 258650"/>
              <a:gd name="connsiteX110" fmla="*/ 341747 w 976815"/>
              <a:gd name="connsiteY110" fmla="*/ 254475 h 258650"/>
              <a:gd name="connsiteX111" fmla="*/ 327885 w 976815"/>
              <a:gd name="connsiteY111" fmla="*/ 254475 h 258650"/>
              <a:gd name="connsiteX112" fmla="*/ 292875 w 976815"/>
              <a:gd name="connsiteY112" fmla="*/ 219467 h 258650"/>
              <a:gd name="connsiteX113" fmla="*/ 292875 w 976815"/>
              <a:gd name="connsiteY113" fmla="*/ 2044 h 258650"/>
              <a:gd name="connsiteX114" fmla="*/ 302027 w 976815"/>
              <a:gd name="connsiteY114" fmla="*/ 0 h 25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976815" h="258650">
                <a:moveTo>
                  <a:pt x="785859" y="83254"/>
                </a:moveTo>
                <a:cubicBezTo>
                  <a:pt x="753248" y="83254"/>
                  <a:pt x="733522" y="97204"/>
                  <a:pt x="733522" y="135944"/>
                </a:cubicBezTo>
                <a:lnTo>
                  <a:pt x="733522" y="189256"/>
                </a:lnTo>
                <a:cubicBezTo>
                  <a:pt x="733522" y="227640"/>
                  <a:pt x="753248" y="242212"/>
                  <a:pt x="785859" y="242212"/>
                </a:cubicBezTo>
                <a:cubicBezTo>
                  <a:pt x="818825" y="242212"/>
                  <a:pt x="838818" y="228262"/>
                  <a:pt x="838818" y="189256"/>
                </a:cubicBezTo>
                <a:lnTo>
                  <a:pt x="838818" y="135944"/>
                </a:lnTo>
                <a:cubicBezTo>
                  <a:pt x="838907" y="97560"/>
                  <a:pt x="818825" y="83254"/>
                  <a:pt x="785859" y="83254"/>
                </a:cubicBezTo>
                <a:close/>
                <a:moveTo>
                  <a:pt x="434248" y="82632"/>
                </a:moveTo>
                <a:cubicBezTo>
                  <a:pt x="407413" y="82632"/>
                  <a:pt x="385021" y="100314"/>
                  <a:pt x="385021" y="135589"/>
                </a:cubicBezTo>
                <a:lnTo>
                  <a:pt x="385021" y="156647"/>
                </a:lnTo>
                <a:lnTo>
                  <a:pt x="485608" y="156647"/>
                </a:lnTo>
                <a:lnTo>
                  <a:pt x="485608" y="136655"/>
                </a:lnTo>
                <a:lnTo>
                  <a:pt x="485519" y="136655"/>
                </a:lnTo>
                <a:cubicBezTo>
                  <a:pt x="485519" y="100314"/>
                  <a:pt x="462061" y="82632"/>
                  <a:pt x="434248" y="82632"/>
                </a:cubicBezTo>
                <a:close/>
                <a:moveTo>
                  <a:pt x="182158" y="82632"/>
                </a:moveTo>
                <a:cubicBezTo>
                  <a:pt x="155323" y="82632"/>
                  <a:pt x="132931" y="100314"/>
                  <a:pt x="132931" y="135589"/>
                </a:cubicBezTo>
                <a:lnTo>
                  <a:pt x="132931" y="156647"/>
                </a:lnTo>
                <a:lnTo>
                  <a:pt x="233518" y="156647"/>
                </a:lnTo>
                <a:lnTo>
                  <a:pt x="233518" y="136655"/>
                </a:lnTo>
                <a:lnTo>
                  <a:pt x="233429" y="136655"/>
                </a:lnTo>
                <a:cubicBezTo>
                  <a:pt x="233429" y="100314"/>
                  <a:pt x="209971" y="82632"/>
                  <a:pt x="182158" y="82632"/>
                </a:cubicBezTo>
                <a:close/>
                <a:moveTo>
                  <a:pt x="907861" y="69038"/>
                </a:moveTo>
                <a:cubicBezTo>
                  <a:pt x="911237" y="69038"/>
                  <a:pt x="916391" y="69038"/>
                  <a:pt x="916391" y="71082"/>
                </a:cubicBezTo>
                <a:lnTo>
                  <a:pt x="916391" y="112220"/>
                </a:lnTo>
                <a:cubicBezTo>
                  <a:pt x="936740" y="81300"/>
                  <a:pt x="947669" y="69749"/>
                  <a:pt x="968018" y="69749"/>
                </a:cubicBezTo>
                <a:lnTo>
                  <a:pt x="974771" y="69749"/>
                </a:lnTo>
                <a:cubicBezTo>
                  <a:pt x="976815" y="69749"/>
                  <a:pt x="976815" y="76235"/>
                  <a:pt x="976815" y="79611"/>
                </a:cubicBezTo>
                <a:cubicBezTo>
                  <a:pt x="976815" y="82988"/>
                  <a:pt x="976104" y="88763"/>
                  <a:pt x="974060" y="88763"/>
                </a:cubicBezTo>
                <a:lnTo>
                  <a:pt x="963219" y="88763"/>
                </a:lnTo>
                <a:lnTo>
                  <a:pt x="963219" y="88674"/>
                </a:lnTo>
                <a:cubicBezTo>
                  <a:pt x="948291" y="88674"/>
                  <a:pt x="935673" y="102269"/>
                  <a:pt x="917013" y="130791"/>
                </a:cubicBezTo>
                <a:lnTo>
                  <a:pt x="917013" y="253852"/>
                </a:lnTo>
                <a:cubicBezTo>
                  <a:pt x="917013" y="255896"/>
                  <a:pt x="911237" y="255896"/>
                  <a:pt x="907861" y="255896"/>
                </a:cubicBezTo>
                <a:cubicBezTo>
                  <a:pt x="904484" y="255896"/>
                  <a:pt x="899064" y="255896"/>
                  <a:pt x="899064" y="253852"/>
                </a:cubicBezTo>
                <a:lnTo>
                  <a:pt x="899064" y="71082"/>
                </a:lnTo>
                <a:cubicBezTo>
                  <a:pt x="899064" y="69038"/>
                  <a:pt x="904484" y="69038"/>
                  <a:pt x="907861" y="69038"/>
                </a:cubicBezTo>
                <a:close/>
                <a:moveTo>
                  <a:pt x="785859" y="66639"/>
                </a:moveTo>
                <a:cubicBezTo>
                  <a:pt x="831088" y="66639"/>
                  <a:pt x="857212" y="90096"/>
                  <a:pt x="857212" y="132923"/>
                </a:cubicBezTo>
                <a:lnTo>
                  <a:pt x="857212" y="192366"/>
                </a:lnTo>
                <a:cubicBezTo>
                  <a:pt x="857212" y="234837"/>
                  <a:pt x="831088" y="258650"/>
                  <a:pt x="785859" y="258650"/>
                </a:cubicBezTo>
                <a:cubicBezTo>
                  <a:pt x="741075" y="258561"/>
                  <a:pt x="715217" y="234837"/>
                  <a:pt x="715217" y="192366"/>
                </a:cubicBezTo>
                <a:lnTo>
                  <a:pt x="715217" y="132923"/>
                </a:lnTo>
                <a:cubicBezTo>
                  <a:pt x="715217" y="90096"/>
                  <a:pt x="741075" y="66639"/>
                  <a:pt x="785859" y="66639"/>
                </a:cubicBezTo>
                <a:close/>
                <a:moveTo>
                  <a:pt x="627870" y="66639"/>
                </a:moveTo>
                <a:cubicBezTo>
                  <a:pt x="657459" y="66639"/>
                  <a:pt x="676120" y="88763"/>
                  <a:pt x="676120" y="121017"/>
                </a:cubicBezTo>
                <a:lnTo>
                  <a:pt x="676120" y="253852"/>
                </a:lnTo>
                <a:cubicBezTo>
                  <a:pt x="676120" y="255896"/>
                  <a:pt x="670344" y="255896"/>
                  <a:pt x="666967" y="255896"/>
                </a:cubicBezTo>
                <a:cubicBezTo>
                  <a:pt x="663591" y="255896"/>
                  <a:pt x="657815" y="255896"/>
                  <a:pt x="657815" y="253852"/>
                </a:cubicBezTo>
                <a:lnTo>
                  <a:pt x="657815" y="129103"/>
                </a:lnTo>
                <a:cubicBezTo>
                  <a:pt x="657815" y="98893"/>
                  <a:pt x="644575" y="84943"/>
                  <a:pt x="622449" y="84943"/>
                </a:cubicBezTo>
                <a:cubicBezTo>
                  <a:pt x="598991" y="84943"/>
                  <a:pt x="577221" y="105023"/>
                  <a:pt x="563981" y="124393"/>
                </a:cubicBezTo>
                <a:lnTo>
                  <a:pt x="563981" y="253852"/>
                </a:lnTo>
                <a:cubicBezTo>
                  <a:pt x="563981" y="255896"/>
                  <a:pt x="558205" y="255896"/>
                  <a:pt x="554828" y="255896"/>
                </a:cubicBezTo>
                <a:cubicBezTo>
                  <a:pt x="551452" y="255896"/>
                  <a:pt x="545676" y="255896"/>
                  <a:pt x="545676" y="253852"/>
                </a:cubicBezTo>
                <a:lnTo>
                  <a:pt x="545676" y="71082"/>
                </a:lnTo>
                <a:cubicBezTo>
                  <a:pt x="545676" y="69038"/>
                  <a:pt x="551452" y="69038"/>
                  <a:pt x="554828" y="69038"/>
                </a:cubicBezTo>
                <a:cubicBezTo>
                  <a:pt x="558205" y="69038"/>
                  <a:pt x="563625" y="69038"/>
                  <a:pt x="563625" y="71082"/>
                </a:cubicBezTo>
                <a:lnTo>
                  <a:pt x="563625" y="104046"/>
                </a:lnTo>
                <a:cubicBezTo>
                  <a:pt x="578198" y="83343"/>
                  <a:pt x="600679" y="66639"/>
                  <a:pt x="627870" y="66639"/>
                </a:cubicBezTo>
                <a:close/>
                <a:moveTo>
                  <a:pt x="434337" y="66550"/>
                </a:moveTo>
                <a:cubicBezTo>
                  <a:pt x="475745" y="66550"/>
                  <a:pt x="504002" y="93028"/>
                  <a:pt x="504002" y="138254"/>
                </a:cubicBezTo>
                <a:lnTo>
                  <a:pt x="504002" y="171574"/>
                </a:lnTo>
                <a:lnTo>
                  <a:pt x="385021" y="171574"/>
                </a:lnTo>
                <a:lnTo>
                  <a:pt x="385021" y="189256"/>
                </a:lnTo>
                <a:cubicBezTo>
                  <a:pt x="385021" y="221865"/>
                  <a:pt x="402348" y="241946"/>
                  <a:pt x="437358" y="241946"/>
                </a:cubicBezTo>
                <a:cubicBezTo>
                  <a:pt x="463838" y="241946"/>
                  <a:pt x="479832" y="234837"/>
                  <a:pt x="493072" y="227640"/>
                </a:cubicBezTo>
                <a:cubicBezTo>
                  <a:pt x="495827" y="226307"/>
                  <a:pt x="504268" y="240879"/>
                  <a:pt x="500892" y="242923"/>
                </a:cubicBezTo>
                <a:cubicBezTo>
                  <a:pt x="483564" y="252786"/>
                  <a:pt x="462149" y="258561"/>
                  <a:pt x="438069" y="258561"/>
                </a:cubicBezTo>
                <a:cubicBezTo>
                  <a:pt x="393196" y="258561"/>
                  <a:pt x="366716" y="233416"/>
                  <a:pt x="366716" y="190589"/>
                </a:cubicBezTo>
                <a:lnTo>
                  <a:pt x="366716" y="134522"/>
                </a:lnTo>
                <a:cubicBezTo>
                  <a:pt x="366716" y="93117"/>
                  <a:pt x="395950" y="66550"/>
                  <a:pt x="434337" y="66550"/>
                </a:cubicBezTo>
                <a:close/>
                <a:moveTo>
                  <a:pt x="182247" y="66550"/>
                </a:moveTo>
                <a:cubicBezTo>
                  <a:pt x="223655" y="66550"/>
                  <a:pt x="251912" y="93028"/>
                  <a:pt x="251912" y="138254"/>
                </a:cubicBezTo>
                <a:lnTo>
                  <a:pt x="251912" y="171574"/>
                </a:lnTo>
                <a:lnTo>
                  <a:pt x="132931" y="171574"/>
                </a:lnTo>
                <a:lnTo>
                  <a:pt x="132931" y="189256"/>
                </a:lnTo>
                <a:cubicBezTo>
                  <a:pt x="132931" y="221865"/>
                  <a:pt x="150258" y="241946"/>
                  <a:pt x="185268" y="241946"/>
                </a:cubicBezTo>
                <a:cubicBezTo>
                  <a:pt x="211748" y="241946"/>
                  <a:pt x="227742" y="234837"/>
                  <a:pt x="240982" y="227640"/>
                </a:cubicBezTo>
                <a:cubicBezTo>
                  <a:pt x="243737" y="226307"/>
                  <a:pt x="252178" y="240879"/>
                  <a:pt x="248802" y="242923"/>
                </a:cubicBezTo>
                <a:cubicBezTo>
                  <a:pt x="231474" y="252786"/>
                  <a:pt x="210059" y="258561"/>
                  <a:pt x="185979" y="258561"/>
                </a:cubicBezTo>
                <a:cubicBezTo>
                  <a:pt x="141106" y="258561"/>
                  <a:pt x="114626" y="233416"/>
                  <a:pt x="114626" y="190589"/>
                </a:cubicBezTo>
                <a:lnTo>
                  <a:pt x="114626" y="134522"/>
                </a:lnTo>
                <a:cubicBezTo>
                  <a:pt x="114626" y="93117"/>
                  <a:pt x="143860" y="66550"/>
                  <a:pt x="182247" y="66550"/>
                </a:cubicBezTo>
                <a:close/>
                <a:moveTo>
                  <a:pt x="37409" y="28877"/>
                </a:moveTo>
                <a:cubicBezTo>
                  <a:pt x="40786" y="28877"/>
                  <a:pt x="46562" y="28877"/>
                  <a:pt x="46562" y="30921"/>
                </a:cubicBezTo>
                <a:lnTo>
                  <a:pt x="46562" y="75436"/>
                </a:lnTo>
                <a:lnTo>
                  <a:pt x="86637" y="75436"/>
                </a:lnTo>
                <a:cubicBezTo>
                  <a:pt x="88680" y="75436"/>
                  <a:pt x="88680" y="79168"/>
                  <a:pt x="88680" y="83255"/>
                </a:cubicBezTo>
                <a:cubicBezTo>
                  <a:pt x="88680" y="87342"/>
                  <a:pt x="88680" y="90719"/>
                  <a:pt x="86637" y="90719"/>
                </a:cubicBezTo>
                <a:lnTo>
                  <a:pt x="46562" y="90719"/>
                </a:lnTo>
                <a:lnTo>
                  <a:pt x="46562" y="218756"/>
                </a:lnTo>
                <a:cubicBezTo>
                  <a:pt x="46562" y="233061"/>
                  <a:pt x="52693" y="238481"/>
                  <a:pt x="67621" y="238481"/>
                </a:cubicBezTo>
                <a:lnTo>
                  <a:pt x="86281" y="238481"/>
                </a:lnTo>
                <a:cubicBezTo>
                  <a:pt x="88680" y="238481"/>
                  <a:pt x="89302" y="239192"/>
                  <a:pt x="89302" y="245945"/>
                </a:cubicBezTo>
                <a:cubicBezTo>
                  <a:pt x="89302" y="253408"/>
                  <a:pt x="88591" y="254474"/>
                  <a:pt x="86281" y="254474"/>
                </a:cubicBezTo>
                <a:lnTo>
                  <a:pt x="63267" y="254474"/>
                </a:lnTo>
                <a:cubicBezTo>
                  <a:pt x="37765" y="254474"/>
                  <a:pt x="28257" y="239547"/>
                  <a:pt x="28257" y="219466"/>
                </a:cubicBezTo>
                <a:lnTo>
                  <a:pt x="28257" y="90719"/>
                </a:lnTo>
                <a:lnTo>
                  <a:pt x="2399" y="90719"/>
                </a:lnTo>
                <a:cubicBezTo>
                  <a:pt x="0" y="90719"/>
                  <a:pt x="0" y="86631"/>
                  <a:pt x="0" y="83255"/>
                </a:cubicBezTo>
                <a:cubicBezTo>
                  <a:pt x="0" y="79879"/>
                  <a:pt x="0" y="75436"/>
                  <a:pt x="2399" y="75436"/>
                </a:cubicBezTo>
                <a:lnTo>
                  <a:pt x="28257" y="75436"/>
                </a:lnTo>
                <a:lnTo>
                  <a:pt x="28257" y="30921"/>
                </a:lnTo>
                <a:cubicBezTo>
                  <a:pt x="28257" y="28877"/>
                  <a:pt x="34033" y="28877"/>
                  <a:pt x="37409" y="28877"/>
                </a:cubicBezTo>
                <a:close/>
                <a:moveTo>
                  <a:pt x="302027" y="0"/>
                </a:moveTo>
                <a:cubicBezTo>
                  <a:pt x="305404" y="0"/>
                  <a:pt x="311180" y="0"/>
                  <a:pt x="311180" y="2044"/>
                </a:cubicBezTo>
                <a:lnTo>
                  <a:pt x="311180" y="218756"/>
                </a:lnTo>
                <a:cubicBezTo>
                  <a:pt x="311180" y="233061"/>
                  <a:pt x="317666" y="238836"/>
                  <a:pt x="332595" y="238836"/>
                </a:cubicBezTo>
                <a:lnTo>
                  <a:pt x="341747" y="238836"/>
                </a:lnTo>
                <a:cubicBezTo>
                  <a:pt x="344146" y="238836"/>
                  <a:pt x="344768" y="239547"/>
                  <a:pt x="344768" y="246300"/>
                </a:cubicBezTo>
                <a:cubicBezTo>
                  <a:pt x="344768" y="253764"/>
                  <a:pt x="344057" y="254475"/>
                  <a:pt x="341747" y="254475"/>
                </a:cubicBezTo>
                <a:lnTo>
                  <a:pt x="327885" y="254475"/>
                </a:lnTo>
                <a:cubicBezTo>
                  <a:pt x="302738" y="254475"/>
                  <a:pt x="292875" y="239547"/>
                  <a:pt x="292875" y="219467"/>
                </a:cubicBezTo>
                <a:lnTo>
                  <a:pt x="292875" y="2044"/>
                </a:lnTo>
                <a:cubicBezTo>
                  <a:pt x="292875" y="0"/>
                  <a:pt x="298651" y="0"/>
                  <a:pt x="302027" y="0"/>
                </a:cubicBezTo>
                <a:close/>
              </a:path>
            </a:pathLst>
          </a:custGeom>
          <a:solidFill>
            <a:schemeClr val="tx1"/>
          </a:solidFill>
          <a:ln w="8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CA23922-5169-5B0D-381C-37C9E48722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5826471E-291F-2842-BA7A-B095A00A2AD9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ACA15F4-DADA-26E6-2115-8A389BCE2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0AD83AE-50AA-32DA-2F80-B78063A9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281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F041117-E2FA-07ED-B439-B3B7EB8B1A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750" y="3485359"/>
            <a:ext cx="11120297" cy="3392946"/>
          </a:xfrm>
        </p:spPr>
        <p:txBody>
          <a:bodyPr wrap="none"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400" b="1" i="1" spc="-5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b" dirty="0"/>
              <a:t>Tekst</a:t>
            </a:r>
            <a:endParaRPr lang="nb-NO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61EED2-9C2C-1015-8AF0-3783E7786A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0"/>
            <a:ext cx="5556723" cy="381744"/>
          </a:xfrm>
        </p:spPr>
        <p:txBody>
          <a:bodyPr/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</a:defRPr>
            </a:lvl1pPr>
          </a:lstStyle>
          <a:p>
            <a:r>
              <a:rPr lang="nb"/>
              <a:t>Sett inn presentasjonstittel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9821" y="1117600"/>
            <a:ext cx="11120297" cy="1644553"/>
          </a:xfrm>
        </p:spPr>
        <p:txBody>
          <a:bodyPr numCol="2" spcCol="360000">
            <a:spAutoFit/>
          </a:bodyPr>
          <a:lstStyle>
            <a:lvl1pPr marL="360000" indent="-360000">
              <a:spcBef>
                <a:spcPts val="6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tabLst/>
              <a:defRPr>
                <a:solidFill>
                  <a:schemeClr val="tx1"/>
                </a:solidFill>
              </a:defRPr>
            </a:lvl1pPr>
            <a:lvl2pPr marL="540000" indent="-18000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75600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 marL="984250" indent="-22225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tabLst/>
              <a:defRPr>
                <a:solidFill>
                  <a:schemeClr val="tx1"/>
                </a:solidFill>
              </a:defRPr>
            </a:lvl4pPr>
            <a:lvl5pPr marL="1206500" indent="-182563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B097F-8233-CABB-AB17-DFBAECBBF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05D10-63C8-7D41-B3DD-558FAE41D72D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EDA65-89A7-562A-E6AA-69C64BC7A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F0B0CA-9FC5-C2DC-0887-17B722DE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863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58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Speak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3F1254C-7137-FEEE-6F07-104982B34FD1}"/>
              </a:ext>
            </a:extLst>
          </p:cNvPr>
          <p:cNvSpPr txBox="1">
            <a:spLocks/>
          </p:cNvSpPr>
          <p:nvPr/>
        </p:nvSpPr>
        <p:spPr>
          <a:xfrm>
            <a:off x="540071" y="540000"/>
            <a:ext cx="2809416" cy="5047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u="none" kern="120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</a:lstStyle>
          <a:p>
            <a:pPr>
              <a:lnSpc>
                <a:spcPct val="82000"/>
              </a:lnSpc>
            </a:pPr>
            <a:r>
              <a:rPr lang="nb" sz="4000" b="1" i="1" noProof="0" dirty="0">
                <a:solidFill>
                  <a:schemeClr val="accent3"/>
                </a:solidFill>
                <a:uFill>
                  <a:solidFill>
                    <a:schemeClr val="accent2"/>
                  </a:solidFill>
                </a:uFill>
                <a:latin typeface="+mj-lt"/>
              </a:rPr>
              <a:t>Agenda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025582-10A8-CA5B-0E79-E40F2D42D7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70" y="1180817"/>
            <a:ext cx="3095973" cy="246221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nb"/>
              <a:t>Sett inn presentasjonstittel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58880" y="678655"/>
            <a:ext cx="6796271" cy="5509419"/>
          </a:xfrm>
        </p:spPr>
        <p:txBody>
          <a:bodyPr/>
          <a:lstStyle>
            <a:lvl1pPr marL="360000" indent="-360000">
              <a:spcBef>
                <a:spcPts val="600"/>
              </a:spcBef>
              <a:spcAft>
                <a:spcPts val="400"/>
              </a:spcAft>
              <a:buClr>
                <a:schemeClr val="accent3"/>
              </a:buClr>
              <a:buFont typeface="+mj-lt"/>
              <a:buAutoNum type="arabicPeriod"/>
              <a:tabLst/>
              <a:defRPr>
                <a:solidFill>
                  <a:schemeClr val="tx2"/>
                </a:solidFill>
              </a:defRPr>
            </a:lvl1pPr>
            <a:lvl2pPr marL="540000" indent="-18000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2pPr>
            <a:lvl3pPr marL="75600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defRPr>
                <a:solidFill>
                  <a:schemeClr val="tx2"/>
                </a:solidFill>
              </a:defRPr>
            </a:lvl3pPr>
            <a:lvl4pPr marL="984250" indent="-22225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tabLst/>
              <a:defRPr>
                <a:solidFill>
                  <a:schemeClr val="tx2"/>
                </a:solidFill>
              </a:defRPr>
            </a:lvl4pPr>
            <a:lvl5pPr marL="1206500" indent="-182563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AB7EBB-A393-D691-D4A6-F675ACFA10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9820" y="4335800"/>
            <a:ext cx="2329440" cy="590692"/>
          </a:xfrm>
          <a:solidFill>
            <a:schemeClr val="bg2"/>
          </a:solidFill>
        </p:spPr>
        <p:txBody>
          <a:bodyPr lIns="180000" rIns="18000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+mj-lt"/>
              </a:defRPr>
            </a:lvl1pPr>
            <a:lvl2pPr marL="216000" indent="0">
              <a:buNone/>
              <a:defRPr sz="1200"/>
            </a:lvl2pPr>
            <a:lvl3pPr marL="468000" indent="0">
              <a:buNone/>
              <a:defRPr sz="1200"/>
            </a:lvl3pPr>
            <a:lvl4pPr marL="720000" indent="0">
              <a:buNone/>
              <a:defRPr sz="1200"/>
            </a:lvl4pPr>
            <a:lvl5pPr marL="938213" indent="0">
              <a:buNone/>
              <a:defRPr sz="1200"/>
            </a:lvl5pPr>
          </a:lstStyle>
          <a:p>
            <a:pPr lvl="0"/>
            <a:r>
              <a:rPr lang="nb"/>
              <a:t>Navn</a:t>
            </a:r>
            <a:endParaRPr lang="nb-NO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0744EC4-3DDA-4377-3452-16DDFF16F7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539818" y="4926494"/>
            <a:ext cx="2329441" cy="979007"/>
          </a:xfrm>
          <a:custGeom>
            <a:avLst/>
            <a:gdLst>
              <a:gd name="connsiteX0" fmla="*/ 0 w 2329138"/>
              <a:gd name="connsiteY0" fmla="*/ 0 h 979007"/>
              <a:gd name="connsiteX1" fmla="*/ 1 w 2329138"/>
              <a:gd name="connsiteY1" fmla="*/ 0 h 979007"/>
              <a:gd name="connsiteX2" fmla="*/ 2329138 w 2329138"/>
              <a:gd name="connsiteY2" fmla="*/ 0 h 979007"/>
              <a:gd name="connsiteX3" fmla="*/ 2329138 w 2329138"/>
              <a:gd name="connsiteY3" fmla="*/ 815548 h 979007"/>
              <a:gd name="connsiteX4" fmla="*/ 2165679 w 2329138"/>
              <a:gd name="connsiteY4" fmla="*/ 979007 h 979007"/>
              <a:gd name="connsiteX5" fmla="*/ 163460 w 2329138"/>
              <a:gd name="connsiteY5" fmla="*/ 979007 h 979007"/>
              <a:gd name="connsiteX6" fmla="*/ 1 w 2329138"/>
              <a:gd name="connsiteY6" fmla="*/ 815548 h 979007"/>
              <a:gd name="connsiteX7" fmla="*/ 1 w 2329138"/>
              <a:gd name="connsiteY7" fmla="*/ 557177 h 979007"/>
              <a:gd name="connsiteX8" fmla="*/ 1 w 2329138"/>
              <a:gd name="connsiteY8" fmla="*/ 523704 h 979007"/>
              <a:gd name="connsiteX9" fmla="*/ 0 w 2329138"/>
              <a:gd name="connsiteY9" fmla="*/ 523704 h 979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9138" h="979007">
                <a:moveTo>
                  <a:pt x="0" y="0"/>
                </a:moveTo>
                <a:lnTo>
                  <a:pt x="1" y="0"/>
                </a:lnTo>
                <a:lnTo>
                  <a:pt x="2329138" y="0"/>
                </a:lnTo>
                <a:lnTo>
                  <a:pt x="2329138" y="815548"/>
                </a:lnTo>
                <a:cubicBezTo>
                  <a:pt x="2329138" y="905824"/>
                  <a:pt x="2255955" y="979007"/>
                  <a:pt x="2165679" y="979007"/>
                </a:cubicBezTo>
                <a:lnTo>
                  <a:pt x="163460" y="979007"/>
                </a:lnTo>
                <a:cubicBezTo>
                  <a:pt x="73184" y="979007"/>
                  <a:pt x="1" y="905824"/>
                  <a:pt x="1" y="815548"/>
                </a:cubicBezTo>
                <a:lnTo>
                  <a:pt x="1" y="557177"/>
                </a:lnTo>
                <a:lnTo>
                  <a:pt x="1" y="523704"/>
                </a:lnTo>
                <a:lnTo>
                  <a:pt x="0" y="52370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180000" tIns="72000" rIns="180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</a:defRPr>
            </a:lvl1pPr>
            <a:lvl2pPr marL="216000" indent="0">
              <a:buNone/>
              <a:defRPr sz="1200"/>
            </a:lvl2pPr>
            <a:lvl3pPr marL="468000" indent="0">
              <a:buNone/>
              <a:defRPr sz="1200"/>
            </a:lvl3pPr>
            <a:lvl4pPr marL="720000" indent="0">
              <a:buNone/>
              <a:defRPr sz="1200"/>
            </a:lvl4pPr>
            <a:lvl5pPr marL="938213" indent="0">
              <a:buNone/>
              <a:defRPr sz="1200"/>
            </a:lvl5pPr>
          </a:lstStyle>
          <a:p>
            <a:pPr lvl="0"/>
            <a:r>
              <a:rPr lang="nb"/>
              <a:t>Tittel</a:t>
            </a:r>
            <a:endParaRPr lang="nb-NO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441B6E7-135E-CAC5-014B-082FEF224E0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9821" y="2006602"/>
            <a:ext cx="2329440" cy="2329199"/>
          </a:xfrm>
          <a:custGeom>
            <a:avLst/>
            <a:gdLst>
              <a:gd name="connsiteX0" fmla="*/ 166650 w 2329137"/>
              <a:gd name="connsiteY0" fmla="*/ 0 h 2329199"/>
              <a:gd name="connsiteX1" fmla="*/ 2162487 w 2329137"/>
              <a:gd name="connsiteY1" fmla="*/ 0 h 2329199"/>
              <a:gd name="connsiteX2" fmla="*/ 2329137 w 2329137"/>
              <a:gd name="connsiteY2" fmla="*/ 166650 h 2329199"/>
              <a:gd name="connsiteX3" fmla="*/ 2329137 w 2329137"/>
              <a:gd name="connsiteY3" fmla="*/ 2329199 h 2329199"/>
              <a:gd name="connsiteX4" fmla="*/ 0 w 2329137"/>
              <a:gd name="connsiteY4" fmla="*/ 2329199 h 2329199"/>
              <a:gd name="connsiteX5" fmla="*/ 0 w 2329137"/>
              <a:gd name="connsiteY5" fmla="*/ 166650 h 2329199"/>
              <a:gd name="connsiteX6" fmla="*/ 166650 w 2329137"/>
              <a:gd name="connsiteY6" fmla="*/ 0 h 2329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29137" h="2329199">
                <a:moveTo>
                  <a:pt x="166650" y="0"/>
                </a:moveTo>
                <a:lnTo>
                  <a:pt x="2162487" y="0"/>
                </a:lnTo>
                <a:cubicBezTo>
                  <a:pt x="2254525" y="0"/>
                  <a:pt x="2329137" y="74612"/>
                  <a:pt x="2329137" y="166650"/>
                </a:cubicBezTo>
                <a:lnTo>
                  <a:pt x="2329137" y="2329199"/>
                </a:lnTo>
                <a:lnTo>
                  <a:pt x="0" y="2329199"/>
                </a:lnTo>
                <a:lnTo>
                  <a:pt x="0" y="166650"/>
                </a:lnTo>
                <a:cubicBezTo>
                  <a:pt x="0" y="74612"/>
                  <a:pt x="74612" y="0"/>
                  <a:pt x="16665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02D09-201F-9A40-6778-AD3A5C73EB0C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CA16D772-F78C-9146-A592-51DEC7639E2F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51CD6-412F-25B8-480D-E2414184D4E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75C48-2E5A-F642-A932-35AADD71BE9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2571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note speak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2F27F4-9554-1DD3-113B-23B5DC72F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5" y="446"/>
            <a:ext cx="12191207" cy="6857554"/>
          </a:xfrm>
          <a:prstGeom prst="rect">
            <a:avLst/>
          </a:prstGeom>
        </p:spPr>
      </p:pic>
      <p:sp>
        <p:nvSpPr>
          <p:cNvPr id="6" name="Section title">
            <a:extLst>
              <a:ext uri="{FF2B5EF4-FFF2-40B4-BE49-F238E27FC236}">
                <a16:creationId xmlns:a16="http://schemas.microsoft.com/office/drawing/2014/main" id="{E3DCE9CB-BC03-4349-D59E-65DD82D608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D467D-01ED-F4CD-4FB0-76B44B10D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A15D789-73FF-5412-D986-C5364527567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39819" y="2006600"/>
            <a:ext cx="5555655" cy="3898900"/>
          </a:xfrm>
          <a:custGeom>
            <a:avLst/>
            <a:gdLst>
              <a:gd name="connsiteX0" fmla="*/ 279551 w 5554932"/>
              <a:gd name="connsiteY0" fmla="*/ 0 h 3898900"/>
              <a:gd name="connsiteX1" fmla="*/ 5554932 w 5554932"/>
              <a:gd name="connsiteY1" fmla="*/ 0 h 3898900"/>
              <a:gd name="connsiteX2" fmla="*/ 5554932 w 5554932"/>
              <a:gd name="connsiteY2" fmla="*/ 3898900 h 3898900"/>
              <a:gd name="connsiteX3" fmla="*/ 279551 w 5554932"/>
              <a:gd name="connsiteY3" fmla="*/ 3898900 h 3898900"/>
              <a:gd name="connsiteX4" fmla="*/ 0 w 5554932"/>
              <a:gd name="connsiteY4" fmla="*/ 3619349 h 3898900"/>
              <a:gd name="connsiteX5" fmla="*/ 0 w 5554932"/>
              <a:gd name="connsiteY5" fmla="*/ 279551 h 3898900"/>
              <a:gd name="connsiteX6" fmla="*/ 279551 w 5554932"/>
              <a:gd name="connsiteY6" fmla="*/ 0 h 389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4932" h="3898900">
                <a:moveTo>
                  <a:pt x="279551" y="0"/>
                </a:moveTo>
                <a:lnTo>
                  <a:pt x="5554932" y="0"/>
                </a:lnTo>
                <a:lnTo>
                  <a:pt x="5554932" y="3898900"/>
                </a:lnTo>
                <a:lnTo>
                  <a:pt x="279551" y="3898900"/>
                </a:lnTo>
                <a:cubicBezTo>
                  <a:pt x="125159" y="3898900"/>
                  <a:pt x="0" y="3773741"/>
                  <a:pt x="0" y="3619349"/>
                </a:cubicBezTo>
                <a:lnTo>
                  <a:pt x="0" y="279551"/>
                </a:lnTo>
                <a:cubicBezTo>
                  <a:pt x="0" y="125159"/>
                  <a:pt x="125159" y="0"/>
                  <a:pt x="279551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360000" tIns="360000" rIns="360000" bIns="36000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BD8D479-9780-9020-8256-B0111F833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5999" y="2006600"/>
            <a:ext cx="5554593" cy="3898900"/>
          </a:xfrm>
          <a:custGeom>
            <a:avLst/>
            <a:gdLst>
              <a:gd name="connsiteX0" fmla="*/ 0 w 5553870"/>
              <a:gd name="connsiteY0" fmla="*/ 0 h 3898900"/>
              <a:gd name="connsiteX1" fmla="*/ 5277945 w 5553870"/>
              <a:gd name="connsiteY1" fmla="*/ 0 h 3898900"/>
              <a:gd name="connsiteX2" fmla="*/ 5553870 w 5553870"/>
              <a:gd name="connsiteY2" fmla="*/ 275925 h 3898900"/>
              <a:gd name="connsiteX3" fmla="*/ 5553870 w 5553870"/>
              <a:gd name="connsiteY3" fmla="*/ 3622975 h 3898900"/>
              <a:gd name="connsiteX4" fmla="*/ 5277945 w 5553870"/>
              <a:gd name="connsiteY4" fmla="*/ 3898900 h 3898900"/>
              <a:gd name="connsiteX5" fmla="*/ 0 w 5553870"/>
              <a:gd name="connsiteY5" fmla="*/ 3898900 h 389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53870" h="3898900">
                <a:moveTo>
                  <a:pt x="0" y="0"/>
                </a:moveTo>
                <a:lnTo>
                  <a:pt x="5277945" y="0"/>
                </a:lnTo>
                <a:cubicBezTo>
                  <a:pt x="5430334" y="0"/>
                  <a:pt x="5553870" y="123536"/>
                  <a:pt x="5553870" y="275925"/>
                </a:cubicBezTo>
                <a:lnTo>
                  <a:pt x="5553870" y="3622975"/>
                </a:lnTo>
                <a:cubicBezTo>
                  <a:pt x="5553870" y="3775364"/>
                  <a:pt x="5430334" y="3898900"/>
                  <a:pt x="5277945" y="3898900"/>
                </a:cubicBezTo>
                <a:lnTo>
                  <a:pt x="0" y="38989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4" name="Card Title 1">
            <a:extLst>
              <a:ext uri="{FF2B5EF4-FFF2-40B4-BE49-F238E27FC236}">
                <a16:creationId xmlns:a16="http://schemas.microsoft.com/office/drawing/2014/main" id="{BFF04F26-B0FC-3FA0-E192-5295DEA73C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63579" y="2006601"/>
            <a:ext cx="5087012" cy="1139113"/>
          </a:xfrm>
        </p:spPr>
        <p:txBody>
          <a:bodyPr wrap="square" lIns="0" tIns="360000" rIns="360000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Navn Mellomnavn</a:t>
            </a:r>
            <a:br>
              <a:rPr lang="en-GB"/>
            </a:br>
            <a:r>
              <a:rPr lang="nb"/>
              <a:t>Etternavn</a:t>
            </a: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2EEB964A-A83C-1C35-68F6-9031E4B07A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63055" y="3261897"/>
            <a:ext cx="5087536" cy="307777"/>
          </a:xfrm>
        </p:spPr>
        <p:txBody>
          <a:bodyPr wrap="square" lIns="0" tIns="0" rIns="36000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Tittel / Rolle / Bedrift</a:t>
            </a:r>
            <a:endParaRPr lang="nb-NO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6457FFAF-C065-9EFB-BBD3-3CF6D09BE6D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63055" y="4183016"/>
            <a:ext cx="5087011" cy="523220"/>
          </a:xfrm>
        </p:spPr>
        <p:txBody>
          <a:bodyPr wrap="square" lIns="0" tIns="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ECE9753-B30B-766E-D6EC-5D416BE5C50F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5AEA6E1F-967F-3946-8ED7-7B5EB1710B7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5F019E1-92AE-95B3-D764-2B26A1D4B26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B8BB34-F033-4292-FF01-02AFF8385230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Graphic 8">
            <a:extLst>
              <a:ext uri="{FF2B5EF4-FFF2-40B4-BE49-F238E27FC236}">
                <a16:creationId xmlns:a16="http://schemas.microsoft.com/office/drawing/2014/main" id="{63977CB0-3AEC-09A9-D6E7-7EC1D6276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5354" y="6503682"/>
            <a:ext cx="196988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331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0018" y="3807298"/>
            <a:ext cx="2267265" cy="3133615"/>
          </a:xfrm>
        </p:spPr>
        <p:txBody>
          <a:bodyPr wrap="none" rIns="108000" anchor="b" anchorCtr="0">
            <a:spAutoFit/>
          </a:bodyPr>
          <a:lstStyle>
            <a:lvl1pPr marL="0" indent="0" algn="r" fontAlgn="b">
              <a:buNone/>
              <a:defRPr sz="22000" b="1" i="1" spc="-300" baseline="0">
                <a:solidFill>
                  <a:schemeClr val="accent1"/>
                </a:solidFill>
                <a:latin typeface="TelenorEvolution PPT" pitchFamily="2" charset="77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#</a:t>
            </a:r>
          </a:p>
        </p:txBody>
      </p:sp>
      <p:sp>
        <p:nvSpPr>
          <p:cNvPr id="7" name="Section title">
            <a:extLst>
              <a:ext uri="{FF2B5EF4-FFF2-40B4-BE49-F238E27FC236}">
                <a16:creationId xmlns:a16="http://schemas.microsoft.com/office/drawing/2014/main" id="{8728C624-8F74-6730-9C84-4E10C8362A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05FC8-5070-6E7E-6E57-D60E316FF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860400"/>
            <a:ext cx="5087211" cy="2889000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C48727E-D6A1-72E4-5352-A5254C0193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71" y="5415337"/>
            <a:ext cx="2817360" cy="914866"/>
          </a:xfrm>
        </p:spPr>
        <p:txBody>
          <a:bodyPr wrap="square" rIns="18000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Klikk for å sette inn 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lang="nb-NO" sz="1400" b="0" i="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  <a:sym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3B0A6-CF15-20C7-D78C-71C578FA962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E6D16EF-64F2-D04A-B1F0-62CEEF8AA816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F4B6B-7545-09B3-598C-F0CCAD6ACBA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A96408-94A8-AF08-B578-8C29F6CDC62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C36B7A68-A840-5EF8-2E78-EA7B6A808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nb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1521458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x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B1A266-BD7F-CCAC-0611-83037F0EE4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820" y="905312"/>
            <a:ext cx="4481062" cy="902246"/>
          </a:xfrm>
          <a:solidFill>
            <a:schemeClr val="tx2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bg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312E53E7-51D7-32AE-9A88-2F5EF272E4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9820" y="1790912"/>
            <a:ext cx="4376867" cy="902246"/>
          </a:xfrm>
          <a:solidFill>
            <a:schemeClr val="tx2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bg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35D4DDAD-2E1F-C244-A39B-2071E720CF0E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2CE8E08E-6D30-C34A-E0DD-101C2A31E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84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xt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B1A266-BD7F-CCAC-0611-83037F0EE4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820" y="905312"/>
            <a:ext cx="4481062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312E53E7-51D7-32AE-9A88-2F5EF272E4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9820" y="1790912"/>
            <a:ext cx="4376867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680F084E-3EA5-8A4A-95AE-FC4565F938AB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kstSylinder 50">
            <a:extLst>
              <a:ext uri="{FF2B5EF4-FFF2-40B4-BE49-F238E27FC236}">
                <a16:creationId xmlns:a16="http://schemas.microsoft.com/office/drawing/2014/main" id="{77EE2D2F-82FE-CED0-3A1A-CEFCB896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9622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0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0E74003-45A9-AD3F-87C3-DF5C13BC432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8BE9A0AE-6586-EC40-B649-AB4FE0ACD219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4743BCB-BD23-5950-258D-F5449DF67B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D20F3CE-86E8-370C-D224-1509A924EB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720C9D3F-4A05-4C35-2EE4-97983B056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964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0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1CCC8C-4F78-8515-39C4-BA6467B8B5D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BE3035FC-E90C-0C44-9667-89C49958C7E8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453FA-B2D1-D172-54E1-F2E7BF966C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BFBFC75-0B81-D853-07C1-D775566176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558F1CE6-9496-D4D3-BACA-4BB5866D6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292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Panel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634A6EED-D683-7BD7-9AE4-7772F47382E6}"/>
              </a:ext>
            </a:extLst>
          </p:cNvPr>
          <p:cNvSpPr/>
          <p:nvPr/>
        </p:nvSpPr>
        <p:spPr>
          <a:xfrm>
            <a:off x="6096792" y="0"/>
            <a:ext cx="3047603" cy="6858000"/>
          </a:xfrm>
          <a:custGeom>
            <a:avLst/>
            <a:gdLst>
              <a:gd name="connsiteX0" fmla="*/ 0 w 3047206"/>
              <a:gd name="connsiteY0" fmla="*/ 0 h 914400"/>
              <a:gd name="connsiteX1" fmla="*/ 1523603 w 3047206"/>
              <a:gd name="connsiteY1" fmla="*/ 0 h 914400"/>
              <a:gd name="connsiteX2" fmla="*/ 3047206 w 3047206"/>
              <a:gd name="connsiteY2" fmla="*/ 0 h 914400"/>
              <a:gd name="connsiteX3" fmla="*/ 3047206 w 3047206"/>
              <a:gd name="connsiteY3" fmla="*/ 914400 h 914400"/>
              <a:gd name="connsiteX4" fmla="*/ 1523603 w 3047206"/>
              <a:gd name="connsiteY4" fmla="*/ 914400 h 914400"/>
              <a:gd name="connsiteX5" fmla="*/ 0 w 3047206"/>
              <a:gd name="connsiteY5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7206" h="914400">
                <a:moveTo>
                  <a:pt x="0" y="0"/>
                </a:moveTo>
                <a:lnTo>
                  <a:pt x="1523603" y="0"/>
                </a:lnTo>
                <a:lnTo>
                  <a:pt x="3047206" y="0"/>
                </a:lnTo>
                <a:lnTo>
                  <a:pt x="3047206" y="914400"/>
                </a:lnTo>
                <a:lnTo>
                  <a:pt x="1523603" y="914400"/>
                </a:lnTo>
                <a:lnTo>
                  <a:pt x="0" y="9144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4EA111-0938-666A-FA7D-07D558D9F3B7}"/>
              </a:ext>
            </a:extLst>
          </p:cNvPr>
          <p:cNvSpPr/>
          <p:nvPr/>
        </p:nvSpPr>
        <p:spPr>
          <a:xfrm>
            <a:off x="9144398" y="0"/>
            <a:ext cx="15238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tx2"/>
          </a:solidFill>
        </p:spPr>
        <p:txBody>
          <a:bodyPr wrap="square" tIns="2880000" bIns="360000" anchor="t" anchorCtr="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4096430" cy="665567"/>
          </a:xfrm>
        </p:spPr>
        <p:txBody>
          <a:bodyPr wrap="square" rIns="360000"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73BCFAC-C588-8322-ACD5-C9D0B0DFA38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0E29173-6442-BF44-971C-076363A4F22F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F887126-5C09-8DFB-249B-B184B83EC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91DD7D6-DC9B-2975-C4F0-BDC01EE7632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EB06B325-FF24-E267-7475-F3EB80D96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panel på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38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B8A4FDA-29BE-0A67-3A42-E8A068307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795669-0498-A002-E47D-89EBDA2480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D587D30-7812-2AFF-8F42-859C07C6868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7A594DC-DF05-724C-8A47-85DA13EE42C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1543EE-4B15-F0CA-D48F-BD29ED954E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AF2013F-43A6-8038-5D87-CBD5EB81FDA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kstSylinder 50">
            <a:extLst>
              <a:ext uri="{FF2B5EF4-FFF2-40B4-BE49-F238E27FC236}">
                <a16:creationId xmlns:a16="http://schemas.microsoft.com/office/drawing/2014/main" id="{688C72A7-6153-57CF-3A17-431D9774A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38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B8A4FDA-29BE-0A67-3A42-E8A068307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795669-0498-A002-E47D-89EBDA2480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D05DC-25FF-60FD-F4FD-AD0DD244113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24FD7B6-3C9F-DB4A-A8EA-730EC90938EE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3931A-C51B-F906-FB92-145A4E71D1E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A8C28-61EE-17B0-1598-87037AB2527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4143D954-B553-23B4-A697-03663C4E1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540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104984-6B09-F539-3118-ED345DF15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2015999"/>
            <a:ext cx="5087462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28901B-21FD-507E-4F95-A2A6C8848B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411FAB8-613F-3546-B84F-43F9554BAD31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5C216E72-AE69-1709-1DEA-8A036429A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06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104984-6B09-F539-3118-ED345DF15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2015999"/>
            <a:ext cx="5087462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586A5-F110-DF05-2507-E9A902C1B84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CD4231-AE0A-3043-A5AF-E22125FD9078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CD21B64-DE5B-3F73-675F-AFA169DB209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F503167-D9B5-C41E-3E73-BA6BD96657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7D23DB7A-CAFE-38AA-7DFF-6A520B897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319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title">
            <a:extLst>
              <a:ext uri="{FF2B5EF4-FFF2-40B4-BE49-F238E27FC236}">
                <a16:creationId xmlns:a16="http://schemas.microsoft.com/office/drawing/2014/main" id="{78625AAD-121D-EF2F-DBE4-EB84C9E8FA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99772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49D49AB-DD22-3CE0-2328-C5B9E9E4A63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59474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1E3B6-C790-5BBE-90A1-1E1829DDCA3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F8260D-A44C-BCCD-F4FA-A86FE4BB03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D8F756-90B7-FDE9-081D-7C2E6AAAA46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4C072ED-17FD-534D-9CB4-369F4A45AFCF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5B5B0CA-69D2-3DF9-3EFA-DA4B0EBCE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2BE02FF7-C4FE-5B83-273D-59EEBBBB0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80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title">
            <a:extLst>
              <a:ext uri="{FF2B5EF4-FFF2-40B4-BE49-F238E27FC236}">
                <a16:creationId xmlns:a16="http://schemas.microsoft.com/office/drawing/2014/main" id="{78625AAD-121D-EF2F-DBE4-EB84C9E8FA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99772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49D49AB-DD22-3CE0-2328-C5B9E9E4A63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59474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1E3B6-C790-5BBE-90A1-1E1829DDCA3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F8260D-A44C-BCCD-F4FA-A86FE4BB03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2E183F-1B3D-52A7-11D9-594D24E5F25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815C360-7C96-8C40-B269-0BD063E88660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80C5FB5-029F-BBE6-0787-49B5622A1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0" name="TekstSylinder 50">
            <a:extLst>
              <a:ext uri="{FF2B5EF4-FFF2-40B4-BE49-F238E27FC236}">
                <a16:creationId xmlns:a16="http://schemas.microsoft.com/office/drawing/2014/main" id="{D9D8E22D-3A82-FA52-9AB4-006198E48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431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AD9BE5F-9865-4595-26CD-245C1125A5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096795" y="0"/>
            <a:ext cx="6095205" cy="6858000"/>
          </a:xfrm>
          <a:prstGeom prst="rect">
            <a:avLst/>
          </a:prstGeom>
          <a:noFill/>
        </p:spPr>
        <p:txBody>
          <a:bodyPr wrap="square" tIns="288000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51F922AF-ABF3-8E9E-29BF-28A8A11AA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8D026-F7A3-E725-4DC0-4B17CAF1D9B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BCA9D67-D9BD-BD48-9DBC-254BA0CDAE9F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F3C7B05-28F7-0B1A-95A8-340F25EC19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77E0C388-0430-F67E-A814-0D7FB534C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B1FBEB96-5491-E853-8376-076A25C73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256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1F922AF-ABF3-8E9E-29BF-28A8A11AA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EFC025-AAFC-DB1C-E9D4-57997E745C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096795" y="0"/>
            <a:ext cx="6095205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64503-6AD9-7194-CF17-38B4DFE0D28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FE3286A-4F6F-A84C-B022-A7FE66FD151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2E2E94C-2832-3553-57B8-9C68B562F33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0AF7F6D-4D69-B368-9433-94E93D9DC4F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0D7DE433-B316-2622-1D09-835D1C3C96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50EAA09C-3D65-1B69-DCD4-FFCC13D6B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C8C5A613-7079-58FA-ECFC-D57377156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18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title">
            <a:extLst>
              <a:ext uri="{FF2B5EF4-FFF2-40B4-BE49-F238E27FC236}">
                <a16:creationId xmlns:a16="http://schemas.microsoft.com/office/drawing/2014/main" id="{649C69DC-E98A-99A8-62D2-45C8024624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794" y="941901"/>
            <a:ext cx="5554323" cy="5246173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15C8A-7C4E-C092-CCE9-157348AE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984F5-EC0C-34C5-8171-4C225E37899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24C779-2C98-F48F-1931-EEECB905377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3B811D1-B507-754E-8685-9640AFEB5E10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11D5C898-71C6-6972-6D33-F856F2477D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6454A34A-BFEE-ED5C-7EC4-6BC9EE0C9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46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title">
            <a:extLst>
              <a:ext uri="{FF2B5EF4-FFF2-40B4-BE49-F238E27FC236}">
                <a16:creationId xmlns:a16="http://schemas.microsoft.com/office/drawing/2014/main" id="{649C69DC-E98A-99A8-62D2-45C8024624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794" y="941901"/>
            <a:ext cx="5554323" cy="5246173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7602F6A-8EA9-0DEF-7E6D-41BB94B076A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5054DCB-E7F3-E449-A722-033BE53DD820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CDC988D-329E-A6D8-4B26-5B17D95DF7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C977A4-84E1-8D4C-6141-734A77CADA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570C98A-A54B-C27E-0000-AC1ADAA69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850E3B4B-78DD-85F2-8813-8C74EDF4E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362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Mid spli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5DF7D0-ED21-EA04-E848-15117CA92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434061EB-80E4-5790-900D-B98FE574BE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63579" y="944654"/>
            <a:ext cx="5091571" cy="52434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34FFE69-9039-F90F-2A2A-B17E8581653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B62AE21-A135-314A-8CDB-D738DB74C731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BBCCABB-4655-F6BD-3D1A-43A56934F25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D69D1C4-E336-A11B-57BF-5649DFDA8F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99E3E61-D10A-EE5F-3F14-F35EA54387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7" name="TekstSylinder 50">
            <a:extLst>
              <a:ext uri="{FF2B5EF4-FFF2-40B4-BE49-F238E27FC236}">
                <a16:creationId xmlns:a16="http://schemas.microsoft.com/office/drawing/2014/main" id="{66A95B51-EA65-04ED-7FAA-19967F6D4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81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Soft spli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5DF7D0-ED21-EA04-E848-15117CA92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434061EB-80E4-5790-900D-B98FE574BE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63579" y="944654"/>
            <a:ext cx="5091571" cy="52434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469C1C-43D0-5345-4FBB-753AE898727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7E6CF1B-F983-454F-8BCA-766C8E5E55A6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DA0DD14-EE1D-D586-9775-4C2841C29C3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4785BD-DF18-2270-B9A9-DE063D9BD9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E41C3E4D-D68E-B096-032D-03BA5598DF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4" name="TekstSylinder 50">
            <a:extLst>
              <a:ext uri="{FF2B5EF4-FFF2-40B4-BE49-F238E27FC236}">
                <a16:creationId xmlns:a16="http://schemas.microsoft.com/office/drawing/2014/main" id="{09C7E65C-AA43-E20C-EB8B-224ACE9A3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3859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8E6DF-7BCA-4393-B3FE-DBBACFCB6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DD893-DFEC-B426-E5C4-94BFE949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32F68-9716-EC7E-5673-4871298F03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F2B031-2066-9040-A7A4-04FEFABA58EB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93DEEDD7-1F06-18A0-FFE9-0D81D8214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519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8E6DF-7BCA-4393-B3FE-DBBACFCB6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DD893-DFEC-B426-E5C4-94BFE949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32F68-9716-EC7E-5673-4871298F03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F2B031-2066-9040-A7A4-04FEFABA58EB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B0A5F520-26AD-EB30-4146-4C8CCF867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32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8640000" cy="1123200"/>
          </a:xfrm>
        </p:spPr>
        <p:txBody>
          <a:bodyPr/>
          <a:lstStyle>
            <a:lvl1pPr>
              <a:defRPr sz="4500" b="1" i="1">
                <a:latin typeface="+mj-lt"/>
              </a:defRPr>
            </a:lvl1pPr>
          </a:lstStyle>
          <a:p>
            <a:r>
              <a:rPr lang="nb" dirty="0"/>
              <a:t>Klikk for å redigere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885A1-54BB-EE9B-F962-8B6360ECE23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537F03E-C082-744C-9348-E53F11F09F47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C401ACA-E9F2-E265-F6E4-D345544071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E9AE9-185C-D954-A026-E04B1904DF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19208820-B208-3762-A18F-A8FB143E6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894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B737-BBA1-D441-1FB6-01D052B3B3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1"/>
            <a:ext cx="724557" cy="292388"/>
          </a:xfrm>
        </p:spPr>
        <p:txBody>
          <a:bodyPr wrap="none">
            <a:spAutoFit/>
          </a:bodyPr>
          <a:lstStyle>
            <a:lvl1pPr>
              <a:lnSpc>
                <a:spcPct val="100000"/>
              </a:lnSpc>
              <a:defRPr sz="1600"/>
            </a:lvl1pPr>
          </a:lstStyle>
          <a:p>
            <a:r>
              <a:rPr lang="nb"/>
              <a:t>Seksjon</a:t>
            </a:r>
            <a:endParaRPr lang="nb-NO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822A581-7119-3836-D55F-04CF4404D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F88EA-ADA6-554F-BA1C-78255CBA13A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5C709FF-7147-B96E-1794-0CE8E103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A479E0C-8BA9-F45A-DDDD-968B3BFA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6DE18FA5-E550-2C0F-29A7-8A808C636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50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B737-BBA1-D441-1FB6-01D052B3B3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1"/>
            <a:ext cx="724557" cy="292388"/>
          </a:xfrm>
        </p:spPr>
        <p:txBody>
          <a:bodyPr wrap="none">
            <a:spAutoFit/>
          </a:bodyPr>
          <a:lstStyle>
            <a:lvl1pPr>
              <a:lnSpc>
                <a:spcPct val="100000"/>
              </a:lnSpc>
              <a:defRPr sz="1600"/>
            </a:lvl1pPr>
          </a:lstStyle>
          <a:p>
            <a:r>
              <a:rPr lang="nb"/>
              <a:t>Seksjon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3839D-E356-406C-F658-8D54D4FC3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C10E-F96E-394D-B3CC-AC5D39981C18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7C9463-E37C-710A-46F1-FAA12A02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D3633C-83AF-F473-B47E-4FFC1F36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2FB7E2D4-5F95-C2A6-DA6C-B5A39505B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330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55FE30D-76D0-B04C-9714-53DA24FF40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C717AC47-3295-7CE9-88DD-B01B65B2A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950385"/>
            <a:ext cx="11113200" cy="4434415"/>
          </a:xfrm>
        </p:spPr>
        <p:txBody>
          <a:bodyPr>
            <a:normAutofit/>
          </a:bodyPr>
          <a:lstStyle>
            <a:lvl1pPr>
              <a:defRPr sz="6000" b="1" i="1" kern="4000" spc="-100" baseline="0"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DBCB824A-3901-2E26-0727-0C10009E9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542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F8CE2160-E85A-A147-A259-E1131CEF1639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C717AC47-3295-7CE9-88DD-B01B65B2A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950385"/>
            <a:ext cx="11113200" cy="4434415"/>
          </a:xfrm>
        </p:spPr>
        <p:txBody>
          <a:bodyPr>
            <a:normAutofit/>
          </a:bodyPr>
          <a:lstStyle>
            <a:lvl1pPr>
              <a:defRPr sz="6000" b="1" i="1"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00CD05FB-4C11-F47A-AB60-3625F6C3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1028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20BBDE4-EADE-5B93-BD24-220EBDD498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3655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730037"/>
            <a:ext cx="5087462" cy="600164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48C5624B-9046-D2CE-06A4-8C9537A0027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C5D66-E969-4DD9-8C87-36FD62780D1F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4C4E72E6-0782-124F-9AFB-F66D50A0A9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711B032-411C-5D8B-2F34-D2C525A7632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CDEE95-5741-1E39-565D-8740B6F7940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045504DD-77B7-017B-B0DE-7ECF2CBBD0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3655" y="859515"/>
            <a:ext cx="5089544" cy="489365"/>
          </a:xfrm>
        </p:spPr>
        <p:txBody>
          <a:bodyPr>
            <a:spAutoFit/>
          </a:bodyPr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C493D4E8-A400-3C83-8AAA-CAE8DD92C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077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1F5771B-788D-AEEF-2713-C1E0867AF1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730037"/>
            <a:ext cx="5087462" cy="600164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lang="en-US" sz="1400" b="0" i="0" kern="1200" noProof="0" dirty="0">
                <a:solidFill>
                  <a:schemeClr val="tx1"/>
                </a:solidFill>
                <a:highlight>
                  <a:srgbClr val="E8FDFF"/>
                </a:highlight>
                <a:latin typeface="+mn-lt"/>
                <a:ea typeface="Verdana" panose="020B0604030504040204" pitchFamily="34" charset="0"/>
                <a:cs typeface="+mn-cs"/>
                <a:sym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E36EC-23F6-AB0D-E318-7CC83FB9D29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EA7789D2-AF95-A04B-AEAA-E368A7EF84CB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7B659-41B1-1E89-181C-34095CEDC5E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5C3AED-6696-54AF-DE69-3815D85969B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CC850A34-FDAE-2CC9-3824-BDBB5D784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7283" cy="489365"/>
          </a:xfrm>
        </p:spPr>
        <p:txBody>
          <a:bodyPr>
            <a:spAutoFit/>
          </a:bodyPr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0CC7E964-D06E-ECF2-3CD1-FF1D800BCB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D173E98B-6259-DC2A-089E-962FBCC46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07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7257E026-CA26-3A01-D72B-BE2383324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730037"/>
            <a:ext cx="3391091" cy="600164"/>
          </a:xfrm>
        </p:spPr>
        <p:txBody>
          <a:bodyPr wrap="square" rIns="468000"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4401693" y="0"/>
            <a:ext cx="3895707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6E2836B-B07D-B64C-37F0-912AD879F6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8296293" y="0"/>
            <a:ext cx="3895707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2068BA2-2627-EDDD-E4B7-B436E2F887D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174FC493-3D2B-0247-83DC-A529ACA6CFE1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C2D19E8-D91D-D5DC-4CB4-4E2F968772F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C5AF41F-7D8D-E316-971C-239886BF486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AEE9563D-BB00-D525-C198-B43FD212C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45576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0657F1A2-CEF1-9AEA-8040-C34CF97A6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5E4F5FAF-845E-01A2-850D-D194C996A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782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pli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063E8-55E9-7D9E-9E10-807DEFBD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943200"/>
            <a:ext cx="5087462" cy="5244874"/>
          </a:xfrm>
        </p:spPr>
        <p:txBody>
          <a:bodyPr/>
          <a:lstStyle/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5E9FA880-7D80-4289-5BF5-92A73C96E6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0DE3A-F217-EAE9-55B6-DDD30B2AEAB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9338C3A-47DE-184F-BF28-7DB54983EF90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5A18E854-B6C5-CAEE-9018-DBA9D4710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B5B467DB-0C82-8ED4-786D-2C973BEB9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413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plit So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943199"/>
            <a:ext cx="5087462" cy="5244875"/>
          </a:xfrm>
        </p:spPr>
        <p:txBody>
          <a:bodyPr/>
          <a:lstStyle/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5E9FA880-7D80-4289-5BF5-92A73C96E6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9724B96-A7D3-F48B-DB34-0AF8EFE826B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5BE8AFF-FA5D-5246-8BFF-CAD489D9F66F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DB5F8C0-4380-A1E9-6AA4-2ECAFA9097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09F0A6C-B17A-A515-7EE0-1E7E99A2CC6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B5A3D02A-C1EB-E4B0-33D5-5CE7FCC32A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05260ECB-08DA-6515-55FC-AFF41DD8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5029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 flipH="1">
            <a:off x="1" y="0"/>
            <a:ext cx="43979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6000"/>
            <a:ext cx="3391641" cy="41720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65528" y="943201"/>
            <a:ext cx="6785063" cy="524487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4BB859AC-5C93-7E55-42EC-851F728D4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6892" y="6503682"/>
            <a:ext cx="197014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/>
          </a:p>
        </p:txBody>
      </p:sp>
      <p:sp>
        <p:nvSpPr>
          <p:cNvPr id="11" name="Section title">
            <a:extLst>
              <a:ext uri="{FF2B5EF4-FFF2-40B4-BE49-F238E27FC236}">
                <a16:creationId xmlns:a16="http://schemas.microsoft.com/office/drawing/2014/main" id="{E1CA003B-6C16-8451-9038-ADE1469AC5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5D5B38-95D2-8CEC-EC3D-871A3810DDC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1933963-2A25-A449-8EFC-4572009F125D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4347413-21F5-35B5-5050-0FDE325149E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DA1EFEA-D75B-3CC8-1114-CB4DA8DF7F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0813222B-AEAB-F4B7-8555-232BF490EE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641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ACA2F022-EE5B-C5EB-4388-6B67415F3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483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o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 flipH="1">
            <a:off x="1" y="0"/>
            <a:ext cx="43979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6000"/>
            <a:ext cx="3391641" cy="41720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65528" y="943201"/>
            <a:ext cx="6785063" cy="524487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4BB859AC-5C93-7E55-42EC-851F728D4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6892" y="6503682"/>
            <a:ext cx="197014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/>
          </a:p>
        </p:txBody>
      </p:sp>
      <p:sp>
        <p:nvSpPr>
          <p:cNvPr id="11" name="Section title">
            <a:extLst>
              <a:ext uri="{FF2B5EF4-FFF2-40B4-BE49-F238E27FC236}">
                <a16:creationId xmlns:a16="http://schemas.microsoft.com/office/drawing/2014/main" id="{E1CA003B-6C16-8451-9038-ADE1469AC5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5E70422-7DCF-29FB-5EA8-7D4E8E64814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9E8CBED-249C-5347-BC07-AB41CCC4FF56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183240-8E74-3BF7-C8CA-75FF0845AB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0D0429-44E1-867C-14A6-FF25E08197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9B08DFCF-0BA4-BC63-1852-767145960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641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F1C11CA-A476-65CD-3242-FC77EE96C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90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s Panel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01A967B-6543-B84F-3A38-DC68E3057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794" y="0"/>
            <a:ext cx="304599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4" name="Section 1">
            <a:extLst>
              <a:ext uri="{FF2B5EF4-FFF2-40B4-BE49-F238E27FC236}">
                <a16:creationId xmlns:a16="http://schemas.microsoft.com/office/drawing/2014/main" id="{97A19A75-202A-1A09-B415-20DE76E7D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all 1">
            <a:extLst>
              <a:ext uri="{FF2B5EF4-FFF2-40B4-BE49-F238E27FC236}">
                <a16:creationId xmlns:a16="http://schemas.microsoft.com/office/drawing/2014/main" id="{116FF204-5136-B24C-C877-78748972EB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5230" y="1163523"/>
            <a:ext cx="5088600" cy="2744558"/>
          </a:xfrm>
        </p:spPr>
        <p:txBody>
          <a:bodyPr wrap="none" anchor="b" anchorCtr="0">
            <a:norm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5000" b="1" i="1" spc="-3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3" name="Tekst 1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3941531"/>
            <a:ext cx="3391091" cy="224654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180975" indent="-174625"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2pPr>
            <a:lvl3pPr marL="317500" indent="-136525">
              <a:tabLst/>
              <a:defRPr sz="1400">
                <a:solidFill>
                  <a:schemeClr val="accent3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5" name="Section 2">
            <a:extLst>
              <a:ext uri="{FF2B5EF4-FFF2-40B4-BE49-F238E27FC236}">
                <a16:creationId xmlns:a16="http://schemas.microsoft.com/office/drawing/2014/main" id="{F24A6423-F823-AE53-1957-EF7F25B2B3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794" y="504001"/>
            <a:ext cx="1088215" cy="246221"/>
          </a:xfrm>
        </p:spPr>
        <p:txBody>
          <a:bodyPr wrap="none" lIns="36000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6" name="Tall 2">
            <a:extLst>
              <a:ext uri="{FF2B5EF4-FFF2-40B4-BE49-F238E27FC236}">
                <a16:creationId xmlns:a16="http://schemas.microsoft.com/office/drawing/2014/main" id="{D0C02313-EB7E-3C07-CC57-1BA4DE530C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794" y="1196975"/>
            <a:ext cx="3045996" cy="2484402"/>
          </a:xfrm>
        </p:spPr>
        <p:txBody>
          <a:bodyPr lIns="360000" anchor="b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8000" b="1" i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15" name="Tekst 2">
            <a:extLst>
              <a:ext uri="{FF2B5EF4-FFF2-40B4-BE49-F238E27FC236}">
                <a16:creationId xmlns:a16="http://schemas.microsoft.com/office/drawing/2014/main" id="{25408968-4DDB-53D9-74E6-E3034E7A93E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096793" y="3941531"/>
            <a:ext cx="3043173" cy="2246543"/>
          </a:xfrm>
        </p:spPr>
        <p:txBody>
          <a:bodyPr lIns="360000" rIns="36000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180975" indent="-174625"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2pPr>
            <a:lvl3pPr marL="317500" indent="-136525">
              <a:buClr>
                <a:schemeClr val="bg1"/>
              </a:buClr>
              <a:tabLst/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11" name="Section 3">
            <a:extLst>
              <a:ext uri="{FF2B5EF4-FFF2-40B4-BE49-F238E27FC236}">
                <a16:creationId xmlns:a16="http://schemas.microsoft.com/office/drawing/2014/main" id="{FA71BA3A-E69D-CA7E-C003-5344BA8358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5190" y="504001"/>
            <a:ext cx="1088073" cy="246221"/>
          </a:xfrm>
        </p:spPr>
        <p:txBody>
          <a:bodyPr wrap="none" lIns="36000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8" name="Tall 3">
            <a:extLst>
              <a:ext uri="{FF2B5EF4-FFF2-40B4-BE49-F238E27FC236}">
                <a16:creationId xmlns:a16="http://schemas.microsoft.com/office/drawing/2014/main" id="{2D4AF362-C8FE-1C70-68CF-D641E47168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45190" y="1196975"/>
            <a:ext cx="3045996" cy="2484402"/>
          </a:xfrm>
        </p:spPr>
        <p:txBody>
          <a:bodyPr lIns="360000" anchor="b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8000" b="1" i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17" name="Tekst 3">
            <a:extLst>
              <a:ext uri="{FF2B5EF4-FFF2-40B4-BE49-F238E27FC236}">
                <a16:creationId xmlns:a16="http://schemas.microsoft.com/office/drawing/2014/main" id="{1A6C386F-9B63-5FEB-E855-802B57382AF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9145190" y="3941532"/>
            <a:ext cx="3043173" cy="2246542"/>
          </a:xfrm>
        </p:spPr>
        <p:txBody>
          <a:bodyPr lIns="360000" rIns="36000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180975" indent="-174625"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2pPr>
            <a:lvl3pPr marL="317500" indent="-136525">
              <a:buClr>
                <a:schemeClr val="bg1"/>
              </a:buClr>
              <a:tabLst/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D9F496-7F17-3274-D5DA-C9E47FC596F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424279-1F3E-3246-B88A-3DFC2504035B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063E8-55E9-7D9E-9E10-807DEFBD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0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plit Tex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540001"/>
            <a:ext cx="5088349" cy="177279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6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 dirty="0"/>
              <a:t>Overskrift splittet</a:t>
            </a:r>
            <a:endParaRPr lang="nb-NO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4509003"/>
            <a:ext cx="5087462" cy="1812422"/>
          </a:xfrm>
        </p:spPr>
        <p:txBody>
          <a:bodyPr anchor="b" anchorCtr="0">
            <a:noAutofit/>
          </a:bodyPr>
          <a:lstStyle>
            <a:lvl1pPr marL="0" indent="0" fontAlgn="b">
              <a:lnSpc>
                <a:spcPct val="80000"/>
              </a:lnSpc>
              <a:spcBef>
                <a:spcPts val="0"/>
              </a:spcBef>
              <a:buNone/>
              <a:defRPr lang="en-GB" sz="6600" b="1" i="1" u="none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over hele skjermen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EDED9B6-4754-B4D2-F7FD-403C0E03373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0A5C3285-0ED9-3C4E-A405-69948C389DEF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0F14264-EE95-5D5D-BAC0-140639BE7A8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E15F6E-6BA5-4854-1DFB-82CD9C6BCF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D52FBB17-AADA-4C59-D722-D3FDBE92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94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plit Text So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tx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540001"/>
            <a:ext cx="5088349" cy="177279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600"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nb" dirty="0"/>
              <a:t>Overskrift splittet</a:t>
            </a:r>
            <a:endParaRPr lang="nb-NO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7A258FDC-0687-4900-3CF9-8A0B14295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4509003"/>
            <a:ext cx="5087462" cy="1812422"/>
          </a:xfrm>
        </p:spPr>
        <p:txBody>
          <a:bodyPr anchor="b" anchorCtr="0">
            <a:noAutofit/>
          </a:bodyPr>
          <a:lstStyle>
            <a:lvl1pPr marL="0" indent="0" fontAlgn="b">
              <a:lnSpc>
                <a:spcPct val="80000"/>
              </a:lnSpc>
              <a:spcBef>
                <a:spcPts val="0"/>
              </a:spcBef>
              <a:buNone/>
              <a:defRPr lang="en-GB" sz="6600" b="1" i="1" u="none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over hele skjermen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A3600-577F-8A71-607D-3842951006C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D4E8E9DF-C8E3-4944-ADBD-E409416A8C78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B4ACC9DF-2F0F-922A-8E3B-4F36A1C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1067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pl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C1DD791-19E6-EEAF-5D49-B00DB884D84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wrap="none" tIns="360000" bIns="2880000" anchor="b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0554FAFD-7BDD-23FA-B4EB-08D91D2338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0000" y="530662"/>
            <a:ext cx="4481062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90FBFD1E-6A84-AD49-1A7E-BB8DD0EC2B9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0000" y="1416262"/>
            <a:ext cx="4376867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3300CFC-7025-3149-D493-AAC70AE536C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29885" y="4555712"/>
            <a:ext cx="4322365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r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tredje linje</a:t>
            </a:r>
            <a:endParaRPr lang="nb-NO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C9AD8D6A-D2E9-0154-0D44-148CFE86F7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92402" y="5436206"/>
            <a:ext cx="4259848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r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/>
              <a:t>fjerde linje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EFBA12-1079-56BB-5B5E-ACDDE041986E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C34EB371-0610-3A46-92F9-9F184AF1659F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30D786-5751-98B1-94F9-550928CA4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740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4B32CFD-0059-D532-5795-442283D4EA6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5F8459-D189-5669-6E44-52ABC59500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9493" y="2968789"/>
            <a:ext cx="4153016" cy="920422"/>
          </a:xfrm>
          <a:solidFill>
            <a:schemeClr val="accent1"/>
          </a:solidFill>
        </p:spPr>
        <p:txBody>
          <a:bodyPr vert="horz" wrap="none" lIns="180000" tIns="144000" rIns="180000" bIns="36000" rtlCol="0" anchor="ctr" anchorCtr="0">
            <a:spAutoFit/>
          </a:bodyPr>
          <a:lstStyle>
            <a:lvl1pPr algn="ctr">
              <a:defRPr lang="nb-NO" sz="6000" b="1" i="1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 marL="0" lvl="0" indent="0" fontAlgn="b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</a:pPr>
            <a:r>
              <a:rPr lang="nb"/>
              <a:t>Kort tittel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B0EE3A-C39D-F1F4-51EB-13C5ADD103CB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EF765E4C-CC36-FF4C-BDF5-EE3D56B457F7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45A09C8F-50C2-DDAB-8A4D-83B50375C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7363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Image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C1A9B-DCE8-7C0C-C699-F2676D5731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5F8459-D189-5669-6E44-52ABC59500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9493" y="2968789"/>
            <a:ext cx="4153016" cy="920422"/>
          </a:xfrm>
          <a:solidFill>
            <a:schemeClr val="tx2"/>
          </a:solidFill>
        </p:spPr>
        <p:txBody>
          <a:bodyPr vert="horz" wrap="none" lIns="180000" tIns="144000" rIns="180000" bIns="36000" rtlCol="0" anchor="ctr" anchorCtr="0">
            <a:spAutoFit/>
          </a:bodyPr>
          <a:lstStyle>
            <a:lvl1pPr algn="ctr">
              <a:defRPr lang="nb-NO" sz="6000" b="1" i="1">
                <a:solidFill>
                  <a:schemeClr val="accent3"/>
                </a:solidFill>
                <a:latin typeface="+mj-lt"/>
                <a:cs typeface="+mn-cs"/>
              </a:defRPr>
            </a:lvl1pPr>
          </a:lstStyle>
          <a:p>
            <a:pPr marL="0" lvl="0" indent="0" fontAlgn="b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</a:pPr>
            <a:r>
              <a:rPr lang="nb"/>
              <a:t>Kort tittel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42D837-14A4-60D9-27C6-4BE824A0E9F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574391A7-B34E-0844-8FCE-55FB2F126A80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212DA51-2D94-66BD-FB70-3EC9FE84D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0741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DB7409EF-E06B-F254-0473-4F0A86C7E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ED9996-D27C-5EC3-7480-185CC649D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-900000"/>
            <a:ext cx="6094412" cy="720000"/>
          </a:xfrm>
          <a:solidFill>
            <a:schemeClr val="bg1"/>
          </a:solidFill>
        </p:spPr>
        <p:txBody>
          <a:bodyPr lIns="72000" tIns="72000" rIns="72000" bIns="72000" anchor="b" anchorCtr="0"/>
          <a:lstStyle>
            <a:lvl1pPr>
              <a:defRPr sz="1000"/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218" y="540000"/>
            <a:ext cx="3567734" cy="57780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858519" y="1191872"/>
            <a:ext cx="3014760" cy="44712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8087846" y="1191872"/>
            <a:ext cx="3014760" cy="4474256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F1622-CDE1-0D00-887D-C705F5AFDF7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8301413-4585-1941-AC00-159F82A713FE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5267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93485B01-B32A-1F5D-FE26-E286EB948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428" y="1191600"/>
            <a:ext cx="3013592" cy="44748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304797" y="540000"/>
            <a:ext cx="3568064" cy="57780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8087637" y="1191872"/>
            <a:ext cx="3014760" cy="4474256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280B77-3BDF-14DD-F52C-70498BD9E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-900000"/>
            <a:ext cx="6096795" cy="720000"/>
          </a:xfrm>
          <a:solidFill>
            <a:schemeClr val="bg1"/>
          </a:solidFill>
        </p:spPr>
        <p:txBody>
          <a:bodyPr lIns="72000" tIns="72000" rIns="72000" bIns="72000" anchor="b" anchorCtr="0"/>
          <a:lstStyle>
            <a:lvl1pPr>
              <a:defRPr lang="en-GB" sz="1000" b="0" i="0" u="none" kern="12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6AC9A-51AB-9BF7-0F60-EFF6BCF8C29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07EB366-45DC-1548-8EC1-375AF3CAE09C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57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29F44BF4-AC00-3D2B-DD34-F52CE9F9B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720" y="1191600"/>
            <a:ext cx="3013592" cy="44748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305381" y="1191600"/>
            <a:ext cx="3013592" cy="44748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7534041" y="540000"/>
            <a:ext cx="3568064" cy="57780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87A5BC-852E-CBA5-8E62-C99D1CA099D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31932AE6-AD34-BB4D-A16E-936B911CCA16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2AA6A4-A222-AE71-065C-BC56AEA47A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900000"/>
            <a:ext cx="6098400" cy="720000"/>
          </a:xfrm>
          <a:solidFill>
            <a:schemeClr val="bg1"/>
          </a:solidFill>
        </p:spPr>
        <p:txBody>
          <a:bodyPr lIns="72000" tIns="72000" rIns="72000" bIns="72000" anchor="b" anchorCtr="0">
            <a:normAutofit/>
          </a:bodyPr>
          <a:lstStyle>
            <a:lvl1pPr>
              <a:defRPr sz="1000"/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9437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ousel Card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50">
            <a:extLst>
              <a:ext uri="{FF2B5EF4-FFF2-40B4-BE49-F238E27FC236}">
                <a16:creationId xmlns:a16="http://schemas.microsoft.com/office/drawing/2014/main" id="{52695C98-B1D9-0ECB-3B55-39CE7D804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20" name="!!Form 1">
            <a:extLst>
              <a:ext uri="{FF2B5EF4-FFF2-40B4-BE49-F238E27FC236}">
                <a16:creationId xmlns:a16="http://schemas.microsoft.com/office/drawing/2014/main" id="{BD9B1B5A-51C2-1DE4-AA77-5CE6889E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86347" y="4218450"/>
            <a:ext cx="3013591" cy="1447679"/>
          </a:xfrm>
          <a:custGeom>
            <a:avLst/>
            <a:gdLst>
              <a:gd name="connsiteX0" fmla="*/ 0 w 3013199"/>
              <a:gd name="connsiteY0" fmla="*/ 0 h 1447679"/>
              <a:gd name="connsiteX1" fmla="*/ 3013199 w 3013199"/>
              <a:gd name="connsiteY1" fmla="*/ 0 h 1447679"/>
              <a:gd name="connsiteX2" fmla="*/ 3013199 w 3013199"/>
              <a:gd name="connsiteY2" fmla="*/ 1236213 h 1447679"/>
              <a:gd name="connsiteX3" fmla="*/ 2801733 w 3013199"/>
              <a:gd name="connsiteY3" fmla="*/ 1447679 h 1447679"/>
              <a:gd name="connsiteX4" fmla="*/ 211466 w 3013199"/>
              <a:gd name="connsiteY4" fmla="*/ 1447679 h 1447679"/>
              <a:gd name="connsiteX5" fmla="*/ 0 w 3013199"/>
              <a:gd name="connsiteY5" fmla="*/ 1236213 h 1447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3199" h="1447679">
                <a:moveTo>
                  <a:pt x="0" y="0"/>
                </a:moveTo>
                <a:lnTo>
                  <a:pt x="3013199" y="0"/>
                </a:lnTo>
                <a:lnTo>
                  <a:pt x="3013199" y="1236213"/>
                </a:lnTo>
                <a:cubicBezTo>
                  <a:pt x="3013199" y="1353002"/>
                  <a:pt x="2918522" y="1447679"/>
                  <a:pt x="2801733" y="1447679"/>
                </a:cubicBezTo>
                <a:lnTo>
                  <a:pt x="211466" y="1447679"/>
                </a:lnTo>
                <a:cubicBezTo>
                  <a:pt x="94677" y="1447679"/>
                  <a:pt x="0" y="1353002"/>
                  <a:pt x="0" y="1236213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!!Form 2">
            <a:extLst>
              <a:ext uri="{FF2B5EF4-FFF2-40B4-BE49-F238E27FC236}">
                <a16:creationId xmlns:a16="http://schemas.microsoft.com/office/drawing/2014/main" id="{E74F3E28-78B0-0214-77E7-4A533834A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1259" y="4218450"/>
            <a:ext cx="3569481" cy="2102963"/>
          </a:xfrm>
          <a:custGeom>
            <a:avLst/>
            <a:gdLst>
              <a:gd name="connsiteX0" fmla="*/ 0 w 3569016"/>
              <a:gd name="connsiteY0" fmla="*/ 0 h 2102963"/>
              <a:gd name="connsiteX1" fmla="*/ 3569016 w 3569016"/>
              <a:gd name="connsiteY1" fmla="*/ 0 h 2102963"/>
              <a:gd name="connsiteX2" fmla="*/ 3569016 w 3569016"/>
              <a:gd name="connsiteY2" fmla="*/ 1842960 h 2102963"/>
              <a:gd name="connsiteX3" fmla="*/ 3309013 w 3569016"/>
              <a:gd name="connsiteY3" fmla="*/ 2102963 h 2102963"/>
              <a:gd name="connsiteX4" fmla="*/ 260003 w 3569016"/>
              <a:gd name="connsiteY4" fmla="*/ 2102963 h 2102963"/>
              <a:gd name="connsiteX5" fmla="*/ 0 w 3569016"/>
              <a:gd name="connsiteY5" fmla="*/ 1842960 h 210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69016" h="2102963">
                <a:moveTo>
                  <a:pt x="0" y="0"/>
                </a:moveTo>
                <a:lnTo>
                  <a:pt x="3569016" y="0"/>
                </a:lnTo>
                <a:lnTo>
                  <a:pt x="3569016" y="1842960"/>
                </a:lnTo>
                <a:cubicBezTo>
                  <a:pt x="3569016" y="1986556"/>
                  <a:pt x="3452609" y="2102963"/>
                  <a:pt x="3309013" y="2102963"/>
                </a:cubicBezTo>
                <a:lnTo>
                  <a:pt x="260003" y="2102963"/>
                </a:lnTo>
                <a:cubicBezTo>
                  <a:pt x="116407" y="2102963"/>
                  <a:pt x="0" y="1986556"/>
                  <a:pt x="0" y="184296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23" name="!!Form 3">
            <a:extLst>
              <a:ext uri="{FF2B5EF4-FFF2-40B4-BE49-F238E27FC236}">
                <a16:creationId xmlns:a16="http://schemas.microsoft.com/office/drawing/2014/main" id="{CFDA1C59-8A93-4FD1-A4BC-F5850E102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8092962" y="4218450"/>
            <a:ext cx="3013591" cy="1447679"/>
          </a:xfrm>
          <a:custGeom>
            <a:avLst/>
            <a:gdLst>
              <a:gd name="connsiteX0" fmla="*/ 0 w 3013199"/>
              <a:gd name="connsiteY0" fmla="*/ 0 h 1447679"/>
              <a:gd name="connsiteX1" fmla="*/ 3013199 w 3013199"/>
              <a:gd name="connsiteY1" fmla="*/ 0 h 1447679"/>
              <a:gd name="connsiteX2" fmla="*/ 3013199 w 3013199"/>
              <a:gd name="connsiteY2" fmla="*/ 1236213 h 1447679"/>
              <a:gd name="connsiteX3" fmla="*/ 2801732 w 3013199"/>
              <a:gd name="connsiteY3" fmla="*/ 1447679 h 1447679"/>
              <a:gd name="connsiteX4" fmla="*/ 211467 w 3013199"/>
              <a:gd name="connsiteY4" fmla="*/ 1447679 h 1447679"/>
              <a:gd name="connsiteX5" fmla="*/ 0 w 3013199"/>
              <a:gd name="connsiteY5" fmla="*/ 1236213 h 1447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3199" h="1447679">
                <a:moveTo>
                  <a:pt x="0" y="0"/>
                </a:moveTo>
                <a:lnTo>
                  <a:pt x="3013199" y="0"/>
                </a:lnTo>
                <a:lnTo>
                  <a:pt x="3013199" y="1236213"/>
                </a:lnTo>
                <a:cubicBezTo>
                  <a:pt x="3013199" y="1353002"/>
                  <a:pt x="2918522" y="1447679"/>
                  <a:pt x="2801732" y="1447679"/>
                </a:cubicBezTo>
                <a:lnTo>
                  <a:pt x="211467" y="1447679"/>
                </a:lnTo>
                <a:cubicBezTo>
                  <a:pt x="94677" y="1447679"/>
                  <a:pt x="0" y="1353002"/>
                  <a:pt x="0" y="1236213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AEC0B013-7388-5E74-D479-A5DEACB2D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628775"/>
            <a:ext cx="866392" cy="3603600"/>
          </a:xfrm>
          <a:custGeom>
            <a:avLst/>
            <a:gdLst>
              <a:gd name="connsiteX0" fmla="*/ 0 w 866279"/>
              <a:gd name="connsiteY0" fmla="*/ 0 h 3603600"/>
              <a:gd name="connsiteX1" fmla="*/ 670994 w 866279"/>
              <a:gd name="connsiteY1" fmla="*/ 0 h 3603600"/>
              <a:gd name="connsiteX2" fmla="*/ 866279 w 866279"/>
              <a:gd name="connsiteY2" fmla="*/ 195285 h 3603600"/>
              <a:gd name="connsiteX3" fmla="*/ 866279 w 866279"/>
              <a:gd name="connsiteY3" fmla="*/ 3408315 h 3603600"/>
              <a:gd name="connsiteX4" fmla="*/ 670994 w 866279"/>
              <a:gd name="connsiteY4" fmla="*/ 3603600 h 3603600"/>
              <a:gd name="connsiteX5" fmla="*/ 0 w 866279"/>
              <a:gd name="connsiteY5" fmla="*/ 3603600 h 36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279" h="3603600">
                <a:moveTo>
                  <a:pt x="0" y="0"/>
                </a:moveTo>
                <a:lnTo>
                  <a:pt x="670994" y="0"/>
                </a:lnTo>
                <a:cubicBezTo>
                  <a:pt x="778847" y="0"/>
                  <a:pt x="866279" y="87432"/>
                  <a:pt x="866279" y="195285"/>
                </a:cubicBezTo>
                <a:lnTo>
                  <a:pt x="866279" y="3408315"/>
                </a:lnTo>
                <a:cubicBezTo>
                  <a:pt x="866279" y="3516168"/>
                  <a:pt x="778847" y="3603600"/>
                  <a:pt x="670994" y="3603600"/>
                </a:cubicBezTo>
                <a:lnTo>
                  <a:pt x="0" y="36036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EA4882B8-B832-B56B-E985-C613EDCB2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25609" y="1628776"/>
            <a:ext cx="866392" cy="3603600"/>
          </a:xfrm>
          <a:custGeom>
            <a:avLst/>
            <a:gdLst>
              <a:gd name="connsiteX0" fmla="*/ 0 w 866279"/>
              <a:gd name="connsiteY0" fmla="*/ 0 h 3603600"/>
              <a:gd name="connsiteX1" fmla="*/ 670994 w 866279"/>
              <a:gd name="connsiteY1" fmla="*/ 0 h 3603600"/>
              <a:gd name="connsiteX2" fmla="*/ 866279 w 866279"/>
              <a:gd name="connsiteY2" fmla="*/ 195285 h 3603600"/>
              <a:gd name="connsiteX3" fmla="*/ 866279 w 866279"/>
              <a:gd name="connsiteY3" fmla="*/ 3408315 h 3603600"/>
              <a:gd name="connsiteX4" fmla="*/ 670994 w 866279"/>
              <a:gd name="connsiteY4" fmla="*/ 3603600 h 3603600"/>
              <a:gd name="connsiteX5" fmla="*/ 0 w 866279"/>
              <a:gd name="connsiteY5" fmla="*/ 3603600 h 36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279" h="3603600">
                <a:moveTo>
                  <a:pt x="0" y="0"/>
                </a:moveTo>
                <a:lnTo>
                  <a:pt x="670994" y="0"/>
                </a:lnTo>
                <a:cubicBezTo>
                  <a:pt x="778847" y="0"/>
                  <a:pt x="866279" y="87432"/>
                  <a:pt x="866279" y="195285"/>
                </a:cubicBezTo>
                <a:lnTo>
                  <a:pt x="866279" y="3408315"/>
                </a:lnTo>
                <a:cubicBezTo>
                  <a:pt x="866279" y="3516168"/>
                  <a:pt x="778847" y="3603600"/>
                  <a:pt x="670994" y="3603600"/>
                </a:cubicBezTo>
                <a:lnTo>
                  <a:pt x="0" y="36036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88146" y="1191600"/>
            <a:ext cx="3013592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7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7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9" name="Image 2">
            <a:extLst>
              <a:ext uri="{FF2B5EF4-FFF2-40B4-BE49-F238E27FC236}">
                <a16:creationId xmlns:a16="http://schemas.microsoft.com/office/drawing/2014/main" id="{B538B689-7B66-C894-A7D8-BF7EEE842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4311967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3686400 h 3686400"/>
              <a:gd name="connsiteX4" fmla="*/ 0 w 3567600"/>
              <a:gd name="connsiteY4" fmla="*/ 3686400 h 3686400"/>
              <a:gd name="connsiteX5" fmla="*/ 0 w 3567600"/>
              <a:gd name="connsiteY5" fmla="*/ 253050 h 3686400"/>
              <a:gd name="connsiteX6" fmla="*/ 253050 w 3567600"/>
              <a:gd name="connsiteY6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6" y="0"/>
                  <a:pt x="3567600" y="113294"/>
                  <a:pt x="3567600" y="253050"/>
                </a:cubicBezTo>
                <a:lnTo>
                  <a:pt x="3567600" y="3686400"/>
                </a:lnTo>
                <a:lnTo>
                  <a:pt x="0" y="3686400"/>
                </a:lnTo>
                <a:lnTo>
                  <a:pt x="0" y="253050"/>
                </a:lnTo>
                <a:cubicBezTo>
                  <a:pt x="0" y="113294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59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59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1" hasCustomPrompt="1"/>
          </p:nvPr>
        </p:nvSpPr>
        <p:spPr>
          <a:xfrm>
            <a:off x="8092377" y="1191872"/>
            <a:ext cx="3014760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3" name="Image 4">
            <a:extLst>
              <a:ext uri="{FF2B5EF4-FFF2-40B4-BE49-F238E27FC236}">
                <a16:creationId xmlns:a16="http://schemas.microsoft.com/office/drawing/2014/main" id="{EE9A1C44-9CEA-B295-5A41-91EE015040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3" hasCustomPrompt="1"/>
          </p:nvPr>
        </p:nvSpPr>
        <p:spPr>
          <a:xfrm>
            <a:off x="-2148368" y="1625625"/>
            <a:ext cx="3014760" cy="3016800"/>
          </a:xfrm>
          <a:custGeom>
            <a:avLst/>
            <a:gdLst>
              <a:gd name="connsiteX0" fmla="*/ 165248 w 3014368"/>
              <a:gd name="connsiteY0" fmla="*/ 0 h 3016800"/>
              <a:gd name="connsiteX1" fmla="*/ 2849120 w 3014368"/>
              <a:gd name="connsiteY1" fmla="*/ 0 h 3016800"/>
              <a:gd name="connsiteX2" fmla="*/ 3014368 w 3014368"/>
              <a:gd name="connsiteY2" fmla="*/ 165248 h 3016800"/>
              <a:gd name="connsiteX3" fmla="*/ 3014368 w 3014368"/>
              <a:gd name="connsiteY3" fmla="*/ 3016800 h 3016800"/>
              <a:gd name="connsiteX4" fmla="*/ 0 w 3014368"/>
              <a:gd name="connsiteY4" fmla="*/ 3016800 h 3016800"/>
              <a:gd name="connsiteX5" fmla="*/ 0 w 3014368"/>
              <a:gd name="connsiteY5" fmla="*/ 165248 h 3016800"/>
              <a:gd name="connsiteX6" fmla="*/ 165248 w 3014368"/>
              <a:gd name="connsiteY6" fmla="*/ 0 h 30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16800">
                <a:moveTo>
                  <a:pt x="165248" y="0"/>
                </a:moveTo>
                <a:lnTo>
                  <a:pt x="2849120" y="0"/>
                </a:lnTo>
                <a:cubicBezTo>
                  <a:pt x="2940384" y="0"/>
                  <a:pt x="3014368" y="73984"/>
                  <a:pt x="3014368" y="165248"/>
                </a:cubicBezTo>
                <a:lnTo>
                  <a:pt x="3014368" y="3016800"/>
                </a:lnTo>
                <a:lnTo>
                  <a:pt x="0" y="3016800"/>
                </a:lnTo>
                <a:lnTo>
                  <a:pt x="0" y="165248"/>
                </a:lnTo>
                <a:cubicBezTo>
                  <a:pt x="0" y="73984"/>
                  <a:pt x="73984" y="0"/>
                  <a:pt x="165248" y="0"/>
                </a:cubicBezTo>
                <a:close/>
              </a:path>
            </a:pathLst>
          </a:custGeom>
          <a:noFill/>
        </p:spPr>
        <p:txBody>
          <a:bodyPr wrap="square" lIns="72000" tIns="360000" rIns="7200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4</a:t>
            </a:r>
          </a:p>
        </p:txBody>
      </p:sp>
      <p:sp>
        <p:nvSpPr>
          <p:cNvPr id="45" name="Image 5">
            <a:extLst>
              <a:ext uri="{FF2B5EF4-FFF2-40B4-BE49-F238E27FC236}">
                <a16:creationId xmlns:a16="http://schemas.microsoft.com/office/drawing/2014/main" id="{D972DE10-1098-EE16-B8DC-3397AD74E9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2" hasCustomPrompt="1"/>
          </p:nvPr>
        </p:nvSpPr>
        <p:spPr>
          <a:xfrm>
            <a:off x="11325608" y="1628775"/>
            <a:ext cx="3014760" cy="3009163"/>
          </a:xfrm>
          <a:custGeom>
            <a:avLst/>
            <a:gdLst>
              <a:gd name="connsiteX0" fmla="*/ 165248 w 3014368"/>
              <a:gd name="connsiteY0" fmla="*/ 0 h 3009163"/>
              <a:gd name="connsiteX1" fmla="*/ 2849120 w 3014368"/>
              <a:gd name="connsiteY1" fmla="*/ 0 h 3009163"/>
              <a:gd name="connsiteX2" fmla="*/ 3014368 w 3014368"/>
              <a:gd name="connsiteY2" fmla="*/ 165248 h 3009163"/>
              <a:gd name="connsiteX3" fmla="*/ 3014368 w 3014368"/>
              <a:gd name="connsiteY3" fmla="*/ 3009163 h 3009163"/>
              <a:gd name="connsiteX4" fmla="*/ 0 w 3014368"/>
              <a:gd name="connsiteY4" fmla="*/ 3009163 h 3009163"/>
              <a:gd name="connsiteX5" fmla="*/ 0 w 3014368"/>
              <a:gd name="connsiteY5" fmla="*/ 165248 h 3009163"/>
              <a:gd name="connsiteX6" fmla="*/ 165248 w 3014368"/>
              <a:gd name="connsiteY6" fmla="*/ 0 h 3009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09163">
                <a:moveTo>
                  <a:pt x="165248" y="0"/>
                </a:moveTo>
                <a:lnTo>
                  <a:pt x="2849120" y="0"/>
                </a:lnTo>
                <a:cubicBezTo>
                  <a:pt x="2940384" y="0"/>
                  <a:pt x="3014368" y="73984"/>
                  <a:pt x="3014368" y="165248"/>
                </a:cubicBezTo>
                <a:lnTo>
                  <a:pt x="3014368" y="3009163"/>
                </a:lnTo>
                <a:lnTo>
                  <a:pt x="0" y="3009163"/>
                </a:lnTo>
                <a:lnTo>
                  <a:pt x="0" y="165248"/>
                </a:lnTo>
                <a:cubicBezTo>
                  <a:pt x="0" y="73984"/>
                  <a:pt x="73984" y="0"/>
                  <a:pt x="165248" y="0"/>
                </a:cubicBezTo>
                <a:close/>
              </a:path>
            </a:pathLst>
          </a:custGeom>
          <a:noFill/>
        </p:spPr>
        <p:txBody>
          <a:bodyPr wrap="square" lIns="72000" tIns="360000" rIns="7200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93F36-5B6A-F9EA-4DF9-C8724807F282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fld id="{9FAA757E-4A7C-6941-8DD2-9985673B1D3A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964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s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0C23-5FAE-E135-3F41-0CDF3026B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11" name="Form 1">
            <a:extLst>
              <a:ext uri="{FF2B5EF4-FFF2-40B4-BE49-F238E27FC236}">
                <a16:creationId xmlns:a16="http://schemas.microsoft.com/office/drawing/2014/main" id="{AE21D1F5-2BD5-EC6A-2B03-0A347F4E1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41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4" name="Form 2">
            <a:extLst>
              <a:ext uri="{FF2B5EF4-FFF2-40B4-BE49-F238E27FC236}">
                <a16:creationId xmlns:a16="http://schemas.microsoft.com/office/drawing/2014/main" id="{205D9756-C712-6801-4208-500B83F92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30954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7" name="Form 3">
            <a:extLst>
              <a:ext uri="{FF2B5EF4-FFF2-40B4-BE49-F238E27FC236}">
                <a16:creationId xmlns:a16="http://schemas.microsoft.com/office/drawing/2014/main" id="{723AE2CE-3A3C-075B-C55E-F45FF905F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81105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5800836-9DAC-37B2-E714-C037F88D50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541410" y="2003804"/>
            <a:ext cx="3571200" cy="2390399"/>
          </a:xfrm>
          <a:custGeom>
            <a:avLst/>
            <a:gdLst>
              <a:gd name="connsiteX0" fmla="*/ 255363 w 3569021"/>
              <a:gd name="connsiteY0" fmla="*/ 0 h 2390399"/>
              <a:gd name="connsiteX1" fmla="*/ 3313658 w 3569021"/>
              <a:gd name="connsiteY1" fmla="*/ 0 h 2390399"/>
              <a:gd name="connsiteX2" fmla="*/ 3569021 w 3569021"/>
              <a:gd name="connsiteY2" fmla="*/ 255363 h 2390399"/>
              <a:gd name="connsiteX3" fmla="*/ 3569021 w 3569021"/>
              <a:gd name="connsiteY3" fmla="*/ 2390399 h 2390399"/>
              <a:gd name="connsiteX4" fmla="*/ 0 w 3569021"/>
              <a:gd name="connsiteY4" fmla="*/ 2390399 h 2390399"/>
              <a:gd name="connsiteX5" fmla="*/ 0 w 3569021"/>
              <a:gd name="connsiteY5" fmla="*/ 255363 h 2390399"/>
              <a:gd name="connsiteX6" fmla="*/ 255363 w 3569021"/>
              <a:gd name="connsiteY6" fmla="*/ 0 h 239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21" h="2390399">
                <a:moveTo>
                  <a:pt x="255363" y="0"/>
                </a:moveTo>
                <a:lnTo>
                  <a:pt x="3313658" y="0"/>
                </a:lnTo>
                <a:cubicBezTo>
                  <a:pt x="3454691" y="0"/>
                  <a:pt x="3569021" y="114330"/>
                  <a:pt x="3569021" y="255363"/>
                </a:cubicBezTo>
                <a:lnTo>
                  <a:pt x="3569021" y="2390399"/>
                </a:lnTo>
                <a:lnTo>
                  <a:pt x="0" y="2390399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9" name="Card Title 1">
            <a:extLst>
              <a:ext uri="{FF2B5EF4-FFF2-40B4-BE49-F238E27FC236}">
                <a16:creationId xmlns:a16="http://schemas.microsoft.com/office/drawing/2014/main" id="{98C28AB7-B72D-BD11-BF20-A7C31B7C44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5989" y="4700434"/>
            <a:ext cx="3560328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6E88913F-9222-5E48-CBF6-EFABC06FC2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989" y="4977433"/>
            <a:ext cx="3560328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4A44531E-3706-FB46-65E5-417E396A5D9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09540" y="2003804"/>
            <a:ext cx="3569481" cy="2369773"/>
          </a:xfrm>
          <a:custGeom>
            <a:avLst/>
            <a:gdLst>
              <a:gd name="connsiteX0" fmla="*/ 255363 w 3569016"/>
              <a:gd name="connsiteY0" fmla="*/ 0 h 2369773"/>
              <a:gd name="connsiteX1" fmla="*/ 3313653 w 3569016"/>
              <a:gd name="connsiteY1" fmla="*/ 0 h 2369773"/>
              <a:gd name="connsiteX2" fmla="*/ 3569016 w 3569016"/>
              <a:gd name="connsiteY2" fmla="*/ 255363 h 2369773"/>
              <a:gd name="connsiteX3" fmla="*/ 3569016 w 3569016"/>
              <a:gd name="connsiteY3" fmla="*/ 2369773 h 2369773"/>
              <a:gd name="connsiteX4" fmla="*/ 0 w 3569016"/>
              <a:gd name="connsiteY4" fmla="*/ 2369773 h 2369773"/>
              <a:gd name="connsiteX5" fmla="*/ 0 w 3569016"/>
              <a:gd name="connsiteY5" fmla="*/ 255363 h 2369773"/>
              <a:gd name="connsiteX6" fmla="*/ 255363 w 3569016"/>
              <a:gd name="connsiteY6" fmla="*/ 0 h 23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16" h="2369773">
                <a:moveTo>
                  <a:pt x="255363" y="0"/>
                </a:moveTo>
                <a:lnTo>
                  <a:pt x="3313653" y="0"/>
                </a:lnTo>
                <a:cubicBezTo>
                  <a:pt x="3454686" y="0"/>
                  <a:pt x="3569016" y="114330"/>
                  <a:pt x="3569016" y="255363"/>
                </a:cubicBezTo>
                <a:lnTo>
                  <a:pt x="3569016" y="2369773"/>
                </a:lnTo>
                <a:lnTo>
                  <a:pt x="0" y="2369773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12" name="Card Title 2">
            <a:extLst>
              <a:ext uri="{FF2B5EF4-FFF2-40B4-BE49-F238E27FC236}">
                <a16:creationId xmlns:a16="http://schemas.microsoft.com/office/drawing/2014/main" id="{5BA6D557-6889-E2EA-A180-0F5F9EFDAA1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09540" y="4700434"/>
            <a:ext cx="3569481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77D52F34-39F9-1FB3-7551-7C893F60CF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09540" y="4977433"/>
            <a:ext cx="3569481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538B383B-DBAC-8569-2139-E74605AD67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8081105" y="2003804"/>
            <a:ext cx="3571200" cy="2369773"/>
          </a:xfrm>
          <a:custGeom>
            <a:avLst/>
            <a:gdLst>
              <a:gd name="connsiteX0" fmla="*/ 255363 w 3569021"/>
              <a:gd name="connsiteY0" fmla="*/ 0 h 2369773"/>
              <a:gd name="connsiteX1" fmla="*/ 3313658 w 3569021"/>
              <a:gd name="connsiteY1" fmla="*/ 0 h 2369773"/>
              <a:gd name="connsiteX2" fmla="*/ 3569021 w 3569021"/>
              <a:gd name="connsiteY2" fmla="*/ 255363 h 2369773"/>
              <a:gd name="connsiteX3" fmla="*/ 3569021 w 3569021"/>
              <a:gd name="connsiteY3" fmla="*/ 2369773 h 2369773"/>
              <a:gd name="connsiteX4" fmla="*/ 0 w 3569021"/>
              <a:gd name="connsiteY4" fmla="*/ 2369773 h 2369773"/>
              <a:gd name="connsiteX5" fmla="*/ 0 w 3569021"/>
              <a:gd name="connsiteY5" fmla="*/ 255363 h 2369773"/>
              <a:gd name="connsiteX6" fmla="*/ 255363 w 3569021"/>
              <a:gd name="connsiteY6" fmla="*/ 0 h 23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21" h="2369773">
                <a:moveTo>
                  <a:pt x="255363" y="0"/>
                </a:moveTo>
                <a:lnTo>
                  <a:pt x="3313658" y="0"/>
                </a:lnTo>
                <a:cubicBezTo>
                  <a:pt x="3454691" y="0"/>
                  <a:pt x="3569021" y="114330"/>
                  <a:pt x="3569021" y="255363"/>
                </a:cubicBezTo>
                <a:lnTo>
                  <a:pt x="3569021" y="2369773"/>
                </a:lnTo>
                <a:lnTo>
                  <a:pt x="0" y="2369773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15" name="Card Title 3">
            <a:extLst>
              <a:ext uri="{FF2B5EF4-FFF2-40B4-BE49-F238E27FC236}">
                <a16:creationId xmlns:a16="http://schemas.microsoft.com/office/drawing/2014/main" id="{8D9E2659-1FB7-CD10-4CEA-5F268340202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87034" y="4700434"/>
            <a:ext cx="3557629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E9B81C8-32BC-1323-014E-2B9F46B443E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7034" y="4977433"/>
            <a:ext cx="3557629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90113651-6267-B416-E92A-533AAE659D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2308F77-A82F-367C-A30B-5CCA6E91EE86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2D7387FA-935B-3942-9F04-436B742D76BA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BBB53E-5605-8CAC-338A-65A8B101D6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F65DE-88B0-4770-29D6-7B18977A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5E1EBF08-C947-7DBA-5E7A-9AC9D9BAC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087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Form 1">
            <a:extLst>
              <a:ext uri="{FF2B5EF4-FFF2-40B4-BE49-F238E27FC236}">
                <a16:creationId xmlns:a16="http://schemas.microsoft.com/office/drawing/2014/main" id="{BF870914-9EDF-D799-187F-F659B6328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4141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1" name="!!Form 2">
            <a:extLst>
              <a:ext uri="{FF2B5EF4-FFF2-40B4-BE49-F238E27FC236}">
                <a16:creationId xmlns:a16="http://schemas.microsoft.com/office/drawing/2014/main" id="{7FC41C89-EA1F-5908-C6CE-A46F13F77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30954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2" name="!!Form 3">
            <a:extLst>
              <a:ext uri="{FF2B5EF4-FFF2-40B4-BE49-F238E27FC236}">
                <a16:creationId xmlns:a16="http://schemas.microsoft.com/office/drawing/2014/main" id="{B67A9F4C-1408-C8B6-1109-1875F8578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081105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3" name="Image 1">
            <a:extLst>
              <a:ext uri="{FF2B5EF4-FFF2-40B4-BE49-F238E27FC236}">
                <a16:creationId xmlns:a16="http://schemas.microsoft.com/office/drawing/2014/main" id="{BF4E8175-5EAF-C4E1-98D2-C0267DA8469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41410" y="540001"/>
            <a:ext cx="3569486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" name="Card Title 1">
            <a:extLst>
              <a:ext uri="{FF2B5EF4-FFF2-40B4-BE49-F238E27FC236}">
                <a16:creationId xmlns:a16="http://schemas.microsoft.com/office/drawing/2014/main" id="{BD352953-9D57-0A70-9D30-B67A54662C7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1410" y="4584561"/>
            <a:ext cx="3560328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0296459-B7D6-BC14-4BBF-F71827182BA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1410" y="4977432"/>
            <a:ext cx="3560328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539F1F1F-AE41-EA56-480A-FBBABAB1188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09540" y="540001"/>
            <a:ext cx="3569481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18" name="Card Title 2">
            <a:extLst>
              <a:ext uri="{FF2B5EF4-FFF2-40B4-BE49-F238E27FC236}">
                <a16:creationId xmlns:a16="http://schemas.microsoft.com/office/drawing/2014/main" id="{DEE0D4B3-1E06-9B84-D5E5-EB7472DB0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09540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3CB0CD72-9720-F40C-1A8A-27E8E6BEC23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09540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6" name="Image 3">
            <a:extLst>
              <a:ext uri="{FF2B5EF4-FFF2-40B4-BE49-F238E27FC236}">
                <a16:creationId xmlns:a16="http://schemas.microsoft.com/office/drawing/2014/main" id="{9E58CE8C-09A5-A2C7-8966-9385B35B648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081105" y="540001"/>
            <a:ext cx="3569486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6" name="Card Title 3">
            <a:extLst>
              <a:ext uri="{FF2B5EF4-FFF2-40B4-BE49-F238E27FC236}">
                <a16:creationId xmlns:a16="http://schemas.microsoft.com/office/drawing/2014/main" id="{8DE9D201-354A-7FBD-D1BE-AFD8403E97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81105" y="4584561"/>
            <a:ext cx="3557629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CAB51F6-2FF1-0AEB-32E8-05C0F0DC466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1105" y="4977432"/>
            <a:ext cx="3557629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E25A9DB-C34C-3DB2-49C0-38317B8F4991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BFE81E57-EE26-9047-B0ED-37948D954AEA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ekstSylinder 50">
            <a:extLst>
              <a:ext uri="{FF2B5EF4-FFF2-40B4-BE49-F238E27FC236}">
                <a16:creationId xmlns:a16="http://schemas.microsoft.com/office/drawing/2014/main" id="{CA73271C-13A9-115F-1460-957E91C33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157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Form 1">
            <a:extLst>
              <a:ext uri="{FF2B5EF4-FFF2-40B4-BE49-F238E27FC236}">
                <a16:creationId xmlns:a16="http://schemas.microsoft.com/office/drawing/2014/main" id="{D93C994E-400F-15E3-37C1-0B6432599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99256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99AA62DC-2F89-71B3-FBD1-BBC702336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3346" y="4218448"/>
            <a:ext cx="3013007" cy="1447680"/>
          </a:xfrm>
          <a:prstGeom prst="round2SameRect">
            <a:avLst>
              <a:gd name="adj1" fmla="val 0"/>
              <a:gd name="adj2" fmla="val 1413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9" name="!!Form 3">
            <a:extLst>
              <a:ext uri="{FF2B5EF4-FFF2-40B4-BE49-F238E27FC236}">
                <a16:creationId xmlns:a16="http://schemas.microsoft.com/office/drawing/2014/main" id="{3F8594FD-18AD-67F3-522F-A4EB078BB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2962" y="4218448"/>
            <a:ext cx="3013007" cy="1447679"/>
          </a:xfrm>
          <a:prstGeom prst="round2SameRect">
            <a:avLst>
              <a:gd name="adj1" fmla="val 0"/>
              <a:gd name="adj2" fmla="val 1375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19B073D-4E7C-4F54-4601-12DC9C862FB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9256" y="539999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1 w 3567600"/>
              <a:gd name="connsiteY1" fmla="*/ 0 h 3686400"/>
              <a:gd name="connsiteX2" fmla="*/ 3567600 w 3567600"/>
              <a:gd name="connsiteY2" fmla="*/ 252070 h 3686400"/>
              <a:gd name="connsiteX3" fmla="*/ 3567600 w 3567600"/>
              <a:gd name="connsiteY3" fmla="*/ 2772000 h 3686400"/>
              <a:gd name="connsiteX4" fmla="*/ 3567600 w 3567600"/>
              <a:gd name="connsiteY4" fmla="*/ 3579267 h 3686400"/>
              <a:gd name="connsiteX5" fmla="*/ 3567600 w 3567600"/>
              <a:gd name="connsiteY5" fmla="*/ 3686400 h 3686400"/>
              <a:gd name="connsiteX6" fmla="*/ 0 w 3567600"/>
              <a:gd name="connsiteY6" fmla="*/ 3686400 h 3686400"/>
              <a:gd name="connsiteX7" fmla="*/ 0 w 3567600"/>
              <a:gd name="connsiteY7" fmla="*/ 3579267 h 3686400"/>
              <a:gd name="connsiteX8" fmla="*/ 0 w 3567600"/>
              <a:gd name="connsiteY8" fmla="*/ 2772000 h 3686400"/>
              <a:gd name="connsiteX9" fmla="*/ 0 w 3567600"/>
              <a:gd name="connsiteY9" fmla="*/ 252070 h 3686400"/>
              <a:gd name="connsiteX10" fmla="*/ 253050 w 3567600"/>
              <a:gd name="connsiteY10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1" y="0"/>
                </a:lnTo>
                <a:cubicBezTo>
                  <a:pt x="3454306" y="0"/>
                  <a:pt x="3567600" y="112855"/>
                  <a:pt x="3567600" y="252070"/>
                </a:cubicBezTo>
                <a:lnTo>
                  <a:pt x="3567600" y="2772000"/>
                </a:lnTo>
                <a:lnTo>
                  <a:pt x="3567600" y="3579267"/>
                </a:lnTo>
                <a:lnTo>
                  <a:pt x="3567600" y="3686400"/>
                </a:lnTo>
                <a:lnTo>
                  <a:pt x="0" y="3686400"/>
                </a:lnTo>
                <a:lnTo>
                  <a:pt x="0" y="3579267"/>
                </a:lnTo>
                <a:lnTo>
                  <a:pt x="0" y="2772000"/>
                </a:lnTo>
                <a:lnTo>
                  <a:pt x="0" y="252070"/>
                </a:lnTo>
                <a:cubicBezTo>
                  <a:pt x="0" y="112855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9256" y="4584561"/>
            <a:ext cx="3568063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9256" y="4977432"/>
            <a:ext cx="3568063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021E886-71D4-281C-0A55-F4E9FA1C8222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873346" y="1191872"/>
            <a:ext cx="3013591" cy="3034526"/>
          </a:xfrm>
          <a:custGeom>
            <a:avLst/>
            <a:gdLst>
              <a:gd name="connsiteX0" fmla="*/ 213727 w 3013199"/>
              <a:gd name="connsiteY0" fmla="*/ 0 h 3034526"/>
              <a:gd name="connsiteX1" fmla="*/ 2799473 w 3013199"/>
              <a:gd name="connsiteY1" fmla="*/ 0 h 3034526"/>
              <a:gd name="connsiteX2" fmla="*/ 3013199 w 3013199"/>
              <a:gd name="connsiteY2" fmla="*/ 213726 h 3034526"/>
              <a:gd name="connsiteX3" fmla="*/ 3013199 w 3013199"/>
              <a:gd name="connsiteY3" fmla="*/ 3034526 h 3034526"/>
              <a:gd name="connsiteX4" fmla="*/ 0 w 3013199"/>
              <a:gd name="connsiteY4" fmla="*/ 3034526 h 3034526"/>
              <a:gd name="connsiteX5" fmla="*/ 0 w 3013199"/>
              <a:gd name="connsiteY5" fmla="*/ 213726 h 3034526"/>
              <a:gd name="connsiteX6" fmla="*/ 213727 w 3013199"/>
              <a:gd name="connsiteY6" fmla="*/ 0 h 3034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199" h="3034526">
                <a:moveTo>
                  <a:pt x="213727" y="0"/>
                </a:moveTo>
                <a:lnTo>
                  <a:pt x="2799473" y="0"/>
                </a:lnTo>
                <a:cubicBezTo>
                  <a:pt x="2917511" y="0"/>
                  <a:pt x="3013199" y="95688"/>
                  <a:pt x="3013199" y="213726"/>
                </a:cubicBezTo>
                <a:lnTo>
                  <a:pt x="3013199" y="3034526"/>
                </a:lnTo>
                <a:lnTo>
                  <a:pt x="0" y="3034526"/>
                </a:lnTo>
                <a:lnTo>
                  <a:pt x="0" y="213726"/>
                </a:lnTo>
                <a:cubicBezTo>
                  <a:pt x="0" y="95688"/>
                  <a:pt x="95688" y="0"/>
                  <a:pt x="2137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3346" y="4409517"/>
            <a:ext cx="3013200" cy="276999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73346" y="4688746"/>
            <a:ext cx="3013591" cy="465118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092962" y="1191872"/>
            <a:ext cx="3013591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3204C-8D7D-421D-34FA-5960A15A1084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7C3E358C-23F0-464C-BE59-9BA22C49933C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44EA06E5-CCC9-D7C7-227E-48FBE936F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896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Form 1">
            <a:extLst>
              <a:ext uri="{FF2B5EF4-FFF2-40B4-BE49-F238E27FC236}">
                <a16:creationId xmlns:a16="http://schemas.microsoft.com/office/drawing/2014/main" id="{77DA3ABA-5B44-F5E5-8C95-D10706771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8146" y="4222527"/>
            <a:ext cx="3013200" cy="1443600"/>
          </a:xfrm>
          <a:prstGeom prst="round2SameRect">
            <a:avLst>
              <a:gd name="adj1" fmla="val 0"/>
              <a:gd name="adj2" fmla="val 1406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912ACED8-F51A-37B8-87C4-A28A63649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1259" y="4219013"/>
            <a:ext cx="3569481" cy="2102400"/>
          </a:xfrm>
          <a:prstGeom prst="round2SameRect">
            <a:avLst>
              <a:gd name="adj1" fmla="val 0"/>
              <a:gd name="adj2" fmla="val 1196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8" name="!!Form 3">
            <a:extLst>
              <a:ext uri="{FF2B5EF4-FFF2-40B4-BE49-F238E27FC236}">
                <a16:creationId xmlns:a16="http://schemas.microsoft.com/office/drawing/2014/main" id="{3D1C86B4-5635-D452-0D7A-7E4DF6AEB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2962" y="4218448"/>
            <a:ext cx="3013007" cy="1447679"/>
          </a:xfrm>
          <a:prstGeom prst="round2SameRect">
            <a:avLst>
              <a:gd name="adj1" fmla="val 0"/>
              <a:gd name="adj2" fmla="val 1375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8146" y="1191600"/>
            <a:ext cx="3013200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6" y="4409517"/>
            <a:ext cx="3013200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6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9" name="Image 2">
            <a:extLst>
              <a:ext uri="{FF2B5EF4-FFF2-40B4-BE49-F238E27FC236}">
                <a16:creationId xmlns:a16="http://schemas.microsoft.com/office/drawing/2014/main" id="{B538B689-7B66-C894-A7D8-BF7EEE842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4311967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3686400 h 3686400"/>
              <a:gd name="connsiteX4" fmla="*/ 0 w 3567600"/>
              <a:gd name="connsiteY4" fmla="*/ 3686400 h 3686400"/>
              <a:gd name="connsiteX5" fmla="*/ 0 w 3567600"/>
              <a:gd name="connsiteY5" fmla="*/ 253050 h 3686400"/>
              <a:gd name="connsiteX6" fmla="*/ 253050 w 3567600"/>
              <a:gd name="connsiteY6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6" y="0"/>
                  <a:pt x="3567600" y="113294"/>
                  <a:pt x="3567600" y="253050"/>
                </a:cubicBezTo>
                <a:lnTo>
                  <a:pt x="3567600" y="3686400"/>
                </a:lnTo>
                <a:lnTo>
                  <a:pt x="0" y="3686400"/>
                </a:lnTo>
                <a:lnTo>
                  <a:pt x="0" y="253050"/>
                </a:lnTo>
                <a:cubicBezTo>
                  <a:pt x="0" y="113294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59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59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092377" y="1191872"/>
            <a:ext cx="3014760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200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AC218-62D2-2C30-62E9-59ED1910B7A0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FF075D01-6CBD-4B46-90C5-32A141548B97}" type="datetime1">
              <a:rPr lang="nb-NO" smtClean="0"/>
              <a:t>18.09.2026</a:t>
            </a:fld>
            <a:endParaRPr lang="en-GB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6E36ECF0-CF0D-F89A-ACE1-1DE815339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9" name="Avrundet rektangel 4">
              <a:extLst>
                <a:ext uri="{FF2B5EF4-FFF2-40B4-BE49-F238E27FC236}">
                  <a16:creationId xmlns:a16="http://schemas.microsoft.com/office/drawing/2014/main" id="{AC55C6ED-39FA-90BD-3305-F92CFD8B04BE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 sz="100"/>
            </a:p>
          </p:txBody>
        </p:sp>
        <p:sp>
          <p:nvSpPr>
            <p:cNvPr id="10" name="TekstSylinder 48">
              <a:extLst>
                <a:ext uri="{FF2B5EF4-FFF2-40B4-BE49-F238E27FC236}">
                  <a16:creationId xmlns:a16="http://schemas.microsoft.com/office/drawing/2014/main" id="{43709D66-D82C-5971-50CD-7D6141556209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1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11" name="Ellipse 29">
              <a:extLst>
                <a:ext uri="{FF2B5EF4-FFF2-40B4-BE49-F238E27FC236}">
                  <a16:creationId xmlns:a16="http://schemas.microsoft.com/office/drawing/2014/main" id="{32AEDAE9-D970-E6C8-51FA-48183239BE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2" name="Ellipse 30">
              <a:extLst>
                <a:ext uri="{FF2B5EF4-FFF2-40B4-BE49-F238E27FC236}">
                  <a16:creationId xmlns:a16="http://schemas.microsoft.com/office/drawing/2014/main" id="{9CF57B2E-EAC0-2DB2-E59E-E7C6DDF9A9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3" name="Ellipse 31">
              <a:extLst>
                <a:ext uri="{FF2B5EF4-FFF2-40B4-BE49-F238E27FC236}">
                  <a16:creationId xmlns:a16="http://schemas.microsoft.com/office/drawing/2014/main" id="{D875FB36-D724-6EF0-38AE-F2A30E3C55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4" name="Ellipse 33">
              <a:extLst>
                <a:ext uri="{FF2B5EF4-FFF2-40B4-BE49-F238E27FC236}">
                  <a16:creationId xmlns:a16="http://schemas.microsoft.com/office/drawing/2014/main" id="{280278CF-4623-26E9-71C1-962C577527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5" name="Ellipse 34">
              <a:extLst>
                <a:ext uri="{FF2B5EF4-FFF2-40B4-BE49-F238E27FC236}">
                  <a16:creationId xmlns:a16="http://schemas.microsoft.com/office/drawing/2014/main" id="{A26BFB57-EA9A-DABD-0C6B-3BA1D6AFF5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6" name="TekstSylinder 50">
              <a:extLst>
                <a:ext uri="{FF2B5EF4-FFF2-40B4-BE49-F238E27FC236}">
                  <a16:creationId xmlns:a16="http://schemas.microsoft.com/office/drawing/2014/main" id="{591AC737-59AD-E549-A83D-30CBD7BA45E0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</a:p>
            <a:p>
              <a:pPr lvl="0">
                <a:lnSpc>
                  <a:spcPct val="110000"/>
                </a:lnSpc>
              </a:pPr>
              <a:r>
                <a:rPr lang="nb" sz="800" b="0" i="0" noProof="1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17" name="Rett linje 53">
              <a:extLst>
                <a:ext uri="{FF2B5EF4-FFF2-40B4-BE49-F238E27FC236}">
                  <a16:creationId xmlns:a16="http://schemas.microsoft.com/office/drawing/2014/main" id="{16F0C072-DE0B-169B-6B52-C7690C4D6042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ett linje 53">
              <a:extLst>
                <a:ext uri="{FF2B5EF4-FFF2-40B4-BE49-F238E27FC236}">
                  <a16:creationId xmlns:a16="http://schemas.microsoft.com/office/drawing/2014/main" id="{2CFCCF9D-6179-B970-BDE8-E7977203F698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75">
              <a:extLst>
                <a:ext uri="{FF2B5EF4-FFF2-40B4-BE49-F238E27FC236}">
                  <a16:creationId xmlns:a16="http://schemas.microsoft.com/office/drawing/2014/main" id="{C2283AC8-B213-2BAB-820D-BAB5D8B7D14C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45" name="Rett linje 54">
                <a:extLst>
                  <a:ext uri="{FF2B5EF4-FFF2-40B4-BE49-F238E27FC236}">
                    <a16:creationId xmlns:a16="http://schemas.microsoft.com/office/drawing/2014/main" id="{E249562A-D797-D2C2-3BAD-107DF59959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kstSylinder 61">
                <a:extLst>
                  <a:ext uri="{FF2B5EF4-FFF2-40B4-BE49-F238E27FC236}">
                    <a16:creationId xmlns:a16="http://schemas.microsoft.com/office/drawing/2014/main" id="{B57D7015-B285-E35D-0E44-8EAEE69E1616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</a:p>
            </p:txBody>
          </p:sp>
        </p:grpSp>
        <p:grpSp>
          <p:nvGrpSpPr>
            <p:cNvPr id="20" name="Group 8">
              <a:extLst>
                <a:ext uri="{FF2B5EF4-FFF2-40B4-BE49-F238E27FC236}">
                  <a16:creationId xmlns:a16="http://schemas.microsoft.com/office/drawing/2014/main" id="{60F231F8-1648-0E93-94B1-B8B751CFD168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35" name="Group 14">
                <a:extLst>
                  <a:ext uri="{FF2B5EF4-FFF2-40B4-BE49-F238E27FC236}">
                    <a16:creationId xmlns:a16="http://schemas.microsoft.com/office/drawing/2014/main" id="{70524A07-B0EB-1768-3AB2-0DF4BD495DF2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38" name="Ellipse 74">
                  <a:extLst>
                    <a:ext uri="{FF2B5EF4-FFF2-40B4-BE49-F238E27FC236}">
                      <a16:creationId xmlns:a16="http://schemas.microsoft.com/office/drawing/2014/main" id="{6A5B15AC-8BBE-3B5B-A5BD-9728035D3DF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0" name="Ellipse 75">
                  <a:extLst>
                    <a:ext uri="{FF2B5EF4-FFF2-40B4-BE49-F238E27FC236}">
                      <a16:creationId xmlns:a16="http://schemas.microsoft.com/office/drawing/2014/main" id="{ED7A51A8-78DE-37B4-48E1-B69DE092FB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2" name="Ellipse 76">
                  <a:extLst>
                    <a:ext uri="{FF2B5EF4-FFF2-40B4-BE49-F238E27FC236}">
                      <a16:creationId xmlns:a16="http://schemas.microsoft.com/office/drawing/2014/main" id="{9B667FA4-7B38-DC2A-CB35-99B92ED9E5E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3" name="Ellipse 77">
                  <a:extLst>
                    <a:ext uri="{FF2B5EF4-FFF2-40B4-BE49-F238E27FC236}">
                      <a16:creationId xmlns:a16="http://schemas.microsoft.com/office/drawing/2014/main" id="{AD9556FF-3ECC-7793-67B7-3E3DAB31CCA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4" name="Ellipse 78">
                  <a:extLst>
                    <a:ext uri="{FF2B5EF4-FFF2-40B4-BE49-F238E27FC236}">
                      <a16:creationId xmlns:a16="http://schemas.microsoft.com/office/drawing/2014/main" id="{56CE8422-55C0-ACEE-15E1-2A1E47F73FD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36" name="TextBox 13">
                <a:extLst>
                  <a:ext uri="{FF2B5EF4-FFF2-40B4-BE49-F238E27FC236}">
                    <a16:creationId xmlns:a16="http://schemas.microsoft.com/office/drawing/2014/main" id="{37A987F4-1B9F-97EC-C2B6-F2FCA431F405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23" name="Group 7">
              <a:extLst>
                <a:ext uri="{FF2B5EF4-FFF2-40B4-BE49-F238E27FC236}">
                  <a16:creationId xmlns:a16="http://schemas.microsoft.com/office/drawing/2014/main" id="{349E8014-56AE-9215-C51C-0F302E1BCB8A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4" name="Group 19">
                <a:extLst>
                  <a:ext uri="{FF2B5EF4-FFF2-40B4-BE49-F238E27FC236}">
                    <a16:creationId xmlns:a16="http://schemas.microsoft.com/office/drawing/2014/main" id="{CFD1289D-AD12-3A9B-E997-1020A97ED98F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30" name="Ellipse 56">
                  <a:extLst>
                    <a:ext uri="{FF2B5EF4-FFF2-40B4-BE49-F238E27FC236}">
                      <a16:creationId xmlns:a16="http://schemas.microsoft.com/office/drawing/2014/main" id="{4C5D7353-1FA8-CB49-B48C-F418E4F6E82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1" name="Ellipse 57">
                  <a:extLst>
                    <a:ext uri="{FF2B5EF4-FFF2-40B4-BE49-F238E27FC236}">
                      <a16:creationId xmlns:a16="http://schemas.microsoft.com/office/drawing/2014/main" id="{3815CB14-1590-280C-2CE4-2406032A25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2" name="Ellipse 58">
                  <a:extLst>
                    <a:ext uri="{FF2B5EF4-FFF2-40B4-BE49-F238E27FC236}">
                      <a16:creationId xmlns:a16="http://schemas.microsoft.com/office/drawing/2014/main" id="{2F633AF9-EE8D-75D0-9474-7ED7B6C22D5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3" name="Ellipse 59">
                  <a:extLst>
                    <a:ext uri="{FF2B5EF4-FFF2-40B4-BE49-F238E27FC236}">
                      <a16:creationId xmlns:a16="http://schemas.microsoft.com/office/drawing/2014/main" id="{E4CE4CDB-9283-3E3E-2542-E6083FA4796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4" name="Ellipse 60">
                  <a:extLst>
                    <a:ext uri="{FF2B5EF4-FFF2-40B4-BE49-F238E27FC236}">
                      <a16:creationId xmlns:a16="http://schemas.microsoft.com/office/drawing/2014/main" id="{54411182-CC78-4D9E-4997-DE01498CD3F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26" name="TextBox 15">
                <a:extLst>
                  <a:ext uri="{FF2B5EF4-FFF2-40B4-BE49-F238E27FC236}">
                    <a16:creationId xmlns:a16="http://schemas.microsoft.com/office/drawing/2014/main" id="{A4B73B64-53F0-2534-D843-874149E7BD6D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47" name="TekstSylinder 50">
            <a:extLst>
              <a:ext uri="{FF2B5EF4-FFF2-40B4-BE49-F238E27FC236}">
                <a16:creationId xmlns:a16="http://schemas.microsoft.com/office/drawing/2014/main" id="{750E2E49-C7D5-7D74-EF77-C17878A01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10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1">
          <p15:clr>
            <a:srgbClr val="FBAE40"/>
          </p15:clr>
        </p15:guide>
        <p15:guide id="2" pos="6992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Form 1">
            <a:extLst>
              <a:ext uri="{FF2B5EF4-FFF2-40B4-BE49-F238E27FC236}">
                <a16:creationId xmlns:a16="http://schemas.microsoft.com/office/drawing/2014/main" id="{DCF1A38A-C181-C833-6252-05DF0E112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8146" y="4222527"/>
            <a:ext cx="3013200" cy="1443600"/>
          </a:xfrm>
          <a:prstGeom prst="round2SameRect">
            <a:avLst>
              <a:gd name="adj1" fmla="val 0"/>
              <a:gd name="adj2" fmla="val 1406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F804DF99-094D-7160-17C4-5F957DFE4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09460" y="4218448"/>
            <a:ext cx="3013007" cy="1447680"/>
          </a:xfrm>
          <a:prstGeom prst="round2SameRect">
            <a:avLst>
              <a:gd name="adj1" fmla="val 0"/>
              <a:gd name="adj2" fmla="val 1413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9" name="!!Form 3">
            <a:extLst>
              <a:ext uri="{FF2B5EF4-FFF2-40B4-BE49-F238E27FC236}">
                <a16:creationId xmlns:a16="http://schemas.microsoft.com/office/drawing/2014/main" id="{17FA5378-210C-749A-8F27-96DA68CE5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7906" y="4218447"/>
            <a:ext cx="3568063" cy="2102400"/>
          </a:xfrm>
          <a:prstGeom prst="round2SameRect">
            <a:avLst>
              <a:gd name="adj1" fmla="val 0"/>
              <a:gd name="adj2" fmla="val 1224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8146" y="1191600"/>
            <a:ext cx="3013592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7" y="4409517"/>
            <a:ext cx="3013200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7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14FE34B-F7EE-8527-7C0A-E3EB4F759B32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309460" y="1191602"/>
            <a:ext cx="3013591" cy="3034797"/>
          </a:xfrm>
          <a:custGeom>
            <a:avLst/>
            <a:gdLst>
              <a:gd name="connsiteX0" fmla="*/ 213727 w 3013199"/>
              <a:gd name="connsiteY0" fmla="*/ 0 h 3034797"/>
              <a:gd name="connsiteX1" fmla="*/ 2799473 w 3013199"/>
              <a:gd name="connsiteY1" fmla="*/ 0 h 3034797"/>
              <a:gd name="connsiteX2" fmla="*/ 3013199 w 3013199"/>
              <a:gd name="connsiteY2" fmla="*/ 213726 h 3034797"/>
              <a:gd name="connsiteX3" fmla="*/ 3013199 w 3013199"/>
              <a:gd name="connsiteY3" fmla="*/ 3034797 h 3034797"/>
              <a:gd name="connsiteX4" fmla="*/ 0 w 3013199"/>
              <a:gd name="connsiteY4" fmla="*/ 3034797 h 3034797"/>
              <a:gd name="connsiteX5" fmla="*/ 0 w 3013199"/>
              <a:gd name="connsiteY5" fmla="*/ 213726 h 3034797"/>
              <a:gd name="connsiteX6" fmla="*/ 213727 w 3013199"/>
              <a:gd name="connsiteY6" fmla="*/ 0 h 3034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199" h="3034797">
                <a:moveTo>
                  <a:pt x="213727" y="0"/>
                </a:moveTo>
                <a:lnTo>
                  <a:pt x="2799473" y="0"/>
                </a:lnTo>
                <a:cubicBezTo>
                  <a:pt x="2917511" y="0"/>
                  <a:pt x="3013199" y="95688"/>
                  <a:pt x="3013199" y="213726"/>
                </a:cubicBezTo>
                <a:lnTo>
                  <a:pt x="3013199" y="3034797"/>
                </a:lnTo>
                <a:lnTo>
                  <a:pt x="0" y="3034797"/>
                </a:lnTo>
                <a:lnTo>
                  <a:pt x="0" y="213726"/>
                </a:lnTo>
                <a:cubicBezTo>
                  <a:pt x="0" y="95688"/>
                  <a:pt x="95688" y="0"/>
                  <a:pt x="2137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60" y="4409517"/>
            <a:ext cx="3013591" cy="276999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61" y="4688746"/>
            <a:ext cx="3013591" cy="465118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00B13D-0409-309B-1131-2A9414999D22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7537905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2772000 h 3686400"/>
              <a:gd name="connsiteX4" fmla="*/ 3567600 w 3567600"/>
              <a:gd name="connsiteY4" fmla="*/ 3591460 h 3686400"/>
              <a:gd name="connsiteX5" fmla="*/ 3567600 w 3567600"/>
              <a:gd name="connsiteY5" fmla="*/ 3686400 h 3686400"/>
              <a:gd name="connsiteX6" fmla="*/ 0 w 3567600"/>
              <a:gd name="connsiteY6" fmla="*/ 3686400 h 3686400"/>
              <a:gd name="connsiteX7" fmla="*/ 0 w 3567600"/>
              <a:gd name="connsiteY7" fmla="*/ 3591460 h 3686400"/>
              <a:gd name="connsiteX8" fmla="*/ 0 w 3567600"/>
              <a:gd name="connsiteY8" fmla="*/ 2772000 h 3686400"/>
              <a:gd name="connsiteX9" fmla="*/ 0 w 3567600"/>
              <a:gd name="connsiteY9" fmla="*/ 253050 h 3686400"/>
              <a:gd name="connsiteX10" fmla="*/ 253050 w 3567600"/>
              <a:gd name="connsiteY10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5" y="0"/>
                  <a:pt x="3567600" y="113295"/>
                  <a:pt x="3567600" y="253050"/>
                </a:cubicBezTo>
                <a:lnTo>
                  <a:pt x="3567600" y="2772000"/>
                </a:lnTo>
                <a:lnTo>
                  <a:pt x="3567600" y="3591460"/>
                </a:lnTo>
                <a:lnTo>
                  <a:pt x="3567600" y="3686400"/>
                </a:lnTo>
                <a:lnTo>
                  <a:pt x="0" y="3686400"/>
                </a:lnTo>
                <a:lnTo>
                  <a:pt x="0" y="3591460"/>
                </a:lnTo>
                <a:lnTo>
                  <a:pt x="0" y="2772000"/>
                </a:lnTo>
                <a:lnTo>
                  <a:pt x="0" y="253050"/>
                </a:lnTo>
                <a:cubicBezTo>
                  <a:pt x="0" y="113295"/>
                  <a:pt x="113295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30771" y="4584561"/>
            <a:ext cx="3568064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30771" y="4977432"/>
            <a:ext cx="3568064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B083B-2659-3EAD-34DF-643697173AF1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DDBD2AC3-8722-074E-8BF2-FA2BE356B1CA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CB077BF0-8879-521C-835B-713971F98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846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1">
          <p15:clr>
            <a:srgbClr val="FBAE40"/>
          </p15:clr>
        </p15:guide>
        <p15:guide id="2" pos="6992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58159106-A0A3-C088-813C-324A86017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96406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>
              <a:highlight>
                <a:srgbClr val="FFFF00"/>
              </a:highlight>
            </a:endParaRP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A13702CC-9C8D-883D-059E-F0EF5C164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0069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>
              <a:highlight>
                <a:srgbClr val="FFFF00"/>
              </a:highlight>
            </a:endParaRPr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9D7BA0-ADB3-A368-8E19-975B0A5B45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93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093" y="2736324"/>
            <a:ext cx="5094663" cy="3412800"/>
          </a:xfrm>
          <a:prstGeom prst="rect">
            <a:avLst/>
          </a:prstGeom>
          <a:noFill/>
        </p:spPr>
        <p:txBody>
          <a:bodyPr lIns="180000" tIns="0" rIns="180000" bIns="180000"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59B377-45B2-F8FA-C217-3899332D30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6429" y="2016001"/>
            <a:ext cx="5094663" cy="609737"/>
          </a:xfrm>
        </p:spPr>
        <p:txBody>
          <a:bodyPr lIns="180000" tIns="360000" rIns="108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76429" y="2736324"/>
            <a:ext cx="5094663" cy="34128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nb-NO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9919B8-80ED-4F06-7848-8CEAF79093C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23003A70-5C79-7747-8481-96A9F5BCD085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Tittel 10">
            <a:extLst>
              <a:ext uri="{FF2B5EF4-FFF2-40B4-BE49-F238E27FC236}">
                <a16:creationId xmlns:a16="http://schemas.microsoft.com/office/drawing/2014/main" id="{D534EC88-CA2B-84B2-CAF3-8CADF3A8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F5E1BFAF-2EFE-BB53-C421-988069E6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64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rm 3">
            <a:extLst>
              <a:ext uri="{FF2B5EF4-FFF2-40B4-BE49-F238E27FC236}">
                <a16:creationId xmlns:a16="http://schemas.microsoft.com/office/drawing/2014/main" id="{046E56DE-06FB-E56F-63EE-4794A1355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8163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8" name="Form 3">
            <a:extLst>
              <a:ext uri="{FF2B5EF4-FFF2-40B4-BE49-F238E27FC236}">
                <a16:creationId xmlns:a16="http://schemas.microsoft.com/office/drawing/2014/main" id="{33D903DD-3E2E-94A0-7F74-9097B18FE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0071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9" name="Form 3">
            <a:extLst>
              <a:ext uri="{FF2B5EF4-FFF2-40B4-BE49-F238E27FC236}">
                <a16:creationId xmlns:a16="http://schemas.microsoft.com/office/drawing/2014/main" id="{F5397CF5-2DCB-2CD9-7BA3-C89353E6D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085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201979D-845C-8C75-2E1B-0714E8A43B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0804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804" y="2744222"/>
            <a:ext cx="3208018" cy="33984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68F7B0F-4ECA-6D46-148C-77213B581D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9158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600" dirty="0"/>
            </a:lvl1pPr>
            <a:lvl2pPr>
              <a:defRPr lang="en-GB" sz="1400" dirty="0"/>
            </a:lvl2pPr>
            <a:lvl3pPr>
              <a:defRPr lang="en-GB" sz="1200" dirty="0"/>
            </a:lvl3pPr>
            <a:lvl4pPr>
              <a:defRPr lang="en-GB" sz="1100" dirty="0"/>
            </a:lvl4pPr>
            <a:lvl5pPr>
              <a:defRPr lang="nb-NO" sz="1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3012DC4-9659-C1DC-66DB-E3DC99FF28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236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4702B7F-F993-9E9D-7F5E-6D4D72FF364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26236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600" dirty="0"/>
            </a:lvl1pPr>
            <a:lvl2pPr>
              <a:defRPr lang="en-GB" sz="1400" dirty="0"/>
            </a:lvl2pPr>
            <a:lvl3pPr>
              <a:defRPr lang="en-GB" sz="1200" dirty="0"/>
            </a:lvl3pPr>
            <a:lvl4pPr>
              <a:defRPr lang="en-GB" sz="1100" dirty="0"/>
            </a:lvl4pPr>
            <a:lvl5pPr>
              <a:defRPr lang="nb-NO" sz="1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80A4A-3C1F-D808-5D6E-D4D2D5A8F76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C446C1-F288-2B46-A82F-B09F310389D6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Tittel 11">
            <a:extLst>
              <a:ext uri="{FF2B5EF4-FFF2-40B4-BE49-F238E27FC236}">
                <a16:creationId xmlns:a16="http://schemas.microsoft.com/office/drawing/2014/main" id="{D3D187D2-9AFF-CD25-BBF0-8660ACE2D3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7B228BB0-18AE-5C39-F001-6C6D34398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876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Two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0CCDA03A-0CC7-7DEA-59D1-590174F5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nb-NO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289923D-D57B-C124-3DDA-7822B826F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1272540"/>
            <a:ext cx="3208018" cy="4867418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1272540"/>
            <a:ext cx="3208018" cy="4867418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tx1"/>
                </a:solidFill>
              </a:defRPr>
            </a:lvl1pPr>
            <a:lvl2pPr>
              <a:defRPr lang="en-GB" sz="1200" dirty="0">
                <a:solidFill>
                  <a:schemeClr val="tx1"/>
                </a:solidFill>
              </a:defRPr>
            </a:lvl2pPr>
            <a:lvl3pPr>
              <a:defRPr lang="en-GB" sz="1100" dirty="0">
                <a:solidFill>
                  <a:schemeClr val="tx1"/>
                </a:solidFill>
              </a:defRPr>
            </a:lvl3pPr>
            <a:lvl4pPr>
              <a:defRPr lang="en-GB" sz="1050" dirty="0">
                <a:solidFill>
                  <a:schemeClr val="tx1"/>
                </a:solidFill>
              </a:defRPr>
            </a:lvl4pPr>
            <a:lvl5pPr>
              <a:defRPr lang="nb-NO" sz="105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159F459-2B92-6046-8FF3-29C9D69E4491}" type="datetime1">
              <a:rPr lang="nb-NO" smtClean="0"/>
              <a:t>18.09.2026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973AA600-3340-F2B5-276A-12BFE22C3D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9CC59E0-F282-0B27-EF23-825DA7522F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AA90381-AAE8-1EB2-B995-3408932DB1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236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C553E56-800A-386A-4966-A2E6EB56B4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001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BA3BE-81F0-8989-7D52-E272B3CC59F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EFEC5E9-7AFC-4EB8-4ACF-E7D6DF92550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C84CB55-BA65-7148-9331-9DC925373382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ittel 13">
            <a:extLst>
              <a:ext uri="{FF2B5EF4-FFF2-40B4-BE49-F238E27FC236}">
                <a16:creationId xmlns:a16="http://schemas.microsoft.com/office/drawing/2014/main" id="{BD26808D-887B-363C-3909-C37E5090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8C3124C8-52A9-F18A-C827-A5FFF5938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914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2051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271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Form 3">
            <a:extLst>
              <a:ext uri="{FF2B5EF4-FFF2-40B4-BE49-F238E27FC236}">
                <a16:creationId xmlns:a16="http://schemas.microsoft.com/office/drawing/2014/main" id="{5BA2C6B8-2B1B-E4F1-AFFE-BC50D0786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118A869-E6B7-0D50-214F-89FF988922D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124AFC3-C301-B628-B150-8163EE6CE28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C00913A-4C82-D68D-CED6-3B155B8BD39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22003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68D53F3-0DE7-205F-22F3-BE782F51361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AA960BCE-A6D2-E72F-E13C-15A4FD29016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D0DEC-C96A-B215-D008-B7248CB3771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191F43CE-8055-9249-81A3-A76C877C8534}" type="datetime1">
              <a:rPr lang="nb-NO" smtClean="0"/>
              <a:t>18.09.2026</a:t>
            </a:fld>
            <a:endParaRPr lang="en-GB"/>
          </a:p>
        </p:txBody>
      </p:sp>
      <p:sp>
        <p:nvSpPr>
          <p:cNvPr id="17" name="Tittel 16">
            <a:extLst>
              <a:ext uri="{FF2B5EF4-FFF2-40B4-BE49-F238E27FC236}">
                <a16:creationId xmlns:a16="http://schemas.microsoft.com/office/drawing/2014/main" id="{90FBC205-437A-FD72-D465-352591BEB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4"/>
            <a:ext cx="3569486" cy="2292957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26DAA0CC-6DB4-91C1-9BFB-D1B20E7CB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466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F3A8012-C7C4-15C4-B6EA-B51DC7BC3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6406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>
              <a:highlight>
                <a:srgbClr val="FFFF00"/>
              </a:highlight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0549E9E-6D9B-F422-4DC8-E05686B57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69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>
              <a:highlight>
                <a:srgbClr val="FFFF00"/>
              </a:highlight>
            </a:endParaRPr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9D7BA0-ADB3-A368-8E19-975B0A5B45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93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093" y="2736324"/>
            <a:ext cx="5094663" cy="34128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59B377-45B2-F8FA-C217-3899332D30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6429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76429" y="2736324"/>
            <a:ext cx="5094663" cy="34128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dirty="0">
                <a:solidFill>
                  <a:schemeClr val="bg1"/>
                </a:solidFill>
              </a:defRPr>
            </a:lvl1pPr>
            <a:lvl2pPr>
              <a:defRPr lang="en-GB" dirty="0">
                <a:solidFill>
                  <a:schemeClr val="bg1"/>
                </a:solidFill>
              </a:defRPr>
            </a:lvl2pPr>
            <a:lvl3pPr>
              <a:defRPr lang="en-GB" dirty="0">
                <a:solidFill>
                  <a:schemeClr val="bg1"/>
                </a:solidFill>
              </a:defRPr>
            </a:lvl3pPr>
            <a:lvl4pPr>
              <a:defRPr lang="en-GB" dirty="0">
                <a:solidFill>
                  <a:schemeClr val="bg1"/>
                </a:solidFill>
              </a:defRPr>
            </a:lvl4pPr>
            <a:lvl5pPr>
              <a:defRPr lang="nb-NO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7" name="Tittel 16">
            <a:extLst>
              <a:ext uri="{FF2B5EF4-FFF2-40B4-BE49-F238E27FC236}">
                <a16:creationId xmlns:a16="http://schemas.microsoft.com/office/drawing/2014/main" id="{FB512A65-82DF-20F5-B94E-41DD80599F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8" name="Plassholder for dato 17">
            <a:extLst>
              <a:ext uri="{FF2B5EF4-FFF2-40B4-BE49-F238E27FC236}">
                <a16:creationId xmlns:a16="http://schemas.microsoft.com/office/drawing/2014/main" id="{B4A1C09B-24A1-9F2A-6133-FF54F6CCF2E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1D6E5A6E-A02D-E44E-9CCD-81A5BF9290AA}" type="datetime1">
              <a:rPr lang="nb-NO" smtClean="0"/>
              <a:t>18.09.2026</a:t>
            </a:fld>
            <a:endParaRPr lang="en-GB"/>
          </a:p>
        </p:txBody>
      </p:sp>
      <p:sp>
        <p:nvSpPr>
          <p:cNvPr id="19" name="Plassholder for bunntekst 18">
            <a:extLst>
              <a:ext uri="{FF2B5EF4-FFF2-40B4-BE49-F238E27FC236}">
                <a16:creationId xmlns:a16="http://schemas.microsoft.com/office/drawing/2014/main" id="{4EB497AA-0934-340C-218C-3E6E3F2B5A1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0" name="Plassholder for lysbildenummer 19">
            <a:extLst>
              <a:ext uri="{FF2B5EF4-FFF2-40B4-BE49-F238E27FC236}">
                <a16:creationId xmlns:a16="http://schemas.microsoft.com/office/drawing/2014/main" id="{7BE4A901-8216-1DDD-75B9-57B97BB198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B310B9A9-D40D-F4FE-B475-EBD70B39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4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4" name="Form 3">
            <a:extLst>
              <a:ext uri="{FF2B5EF4-FFF2-40B4-BE49-F238E27FC236}">
                <a16:creationId xmlns:a16="http://schemas.microsoft.com/office/drawing/2014/main" id="{FADBAD41-F6A9-BAB7-0D9A-32FEC4B68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71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201979D-845C-8C75-2E1B-0714E8A43B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0804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804" y="2744222"/>
            <a:ext cx="3208018" cy="33984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68F7B0F-4ECA-6D46-148C-77213B581D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9158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3012DC4-9659-C1DC-66DB-E3DC99FF28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236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4702B7F-F993-9E9D-7F5E-6D4D72FF364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26236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80A4A-3C1F-D808-5D6E-D4D2D5A8F76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79A838A-CD1B-874B-A963-FDE3BF571F64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Tittel 11">
            <a:extLst>
              <a:ext uri="{FF2B5EF4-FFF2-40B4-BE49-F238E27FC236}">
                <a16:creationId xmlns:a16="http://schemas.microsoft.com/office/drawing/2014/main" id="{56D4F195-DE0A-A577-5436-8F1660B05B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42DC48DA-E68D-97B8-E9BF-1BD5C6574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440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Two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0CCDA03A-0CC7-7DEA-59D1-590174F5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nb-NO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289923D-D57B-C124-3DDA-7822B826F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1272540"/>
            <a:ext cx="3208018" cy="4867418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 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1272540"/>
            <a:ext cx="3208018" cy="4867418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F7A8001-C296-2B4E-8542-84F0BB5D1561}" type="datetime1">
              <a:rPr lang="nb-NO" smtClean="0"/>
              <a:t>18.09.2026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973AA600-3340-F2B5-276A-12BFE22C3D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9CC59E0-F282-0B27-EF23-825DA7522F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AA90381-AAE8-1EB2-B995-3408932DB1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236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65862A9-7C10-EF97-306C-76078EBBE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392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BA3BE-81F0-8989-7D52-E272B3CC59F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EFEC5E9-7AFC-4EB8-4ACF-E7D6DF92550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607ACC0-5180-6B4A-8B0A-49B8289FB7D5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ittel 13">
            <a:extLst>
              <a:ext uri="{FF2B5EF4-FFF2-40B4-BE49-F238E27FC236}">
                <a16:creationId xmlns:a16="http://schemas.microsoft.com/office/drawing/2014/main" id="{638B95C4-BA14-A0F6-39BD-19DF74A7A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C4916927-95BD-B0B9-74F5-33D602447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104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2051" y="3527236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270" y="3524905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Form 3">
            <a:extLst>
              <a:ext uri="{FF2B5EF4-FFF2-40B4-BE49-F238E27FC236}">
                <a16:creationId xmlns:a16="http://schemas.microsoft.com/office/drawing/2014/main" id="{5BA2C6B8-2B1B-E4F1-AFFE-BC50D0786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AD2DE7-5320-872A-F8BD-9328D399201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1F0412B5-F1B4-466D-AF3B-DB638F9ED9D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CA0C24EB-38D2-2F0E-A9B0-B40306D5BF49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22003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94E912E-14F2-EFB5-086E-FDB36D079EB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C0A8A-18F6-7204-6B91-76A5976B6AA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4" name="Plassholder for dato 13">
            <a:extLst>
              <a:ext uri="{FF2B5EF4-FFF2-40B4-BE49-F238E27FC236}">
                <a16:creationId xmlns:a16="http://schemas.microsoft.com/office/drawing/2014/main" id="{A9A3D492-F48C-A322-78C4-F3504B5D9F0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AA5F583-AD20-4447-9A73-27B337E9FE7A}" type="datetime1">
              <a:rPr lang="nb-NO" smtClean="0"/>
              <a:t>18.09.2026</a:t>
            </a:fld>
            <a:endParaRPr lang="en-GB"/>
          </a:p>
        </p:txBody>
      </p:sp>
      <p:sp>
        <p:nvSpPr>
          <p:cNvPr id="16" name="Plassholder for bunntekst 15">
            <a:extLst>
              <a:ext uri="{FF2B5EF4-FFF2-40B4-BE49-F238E27FC236}">
                <a16:creationId xmlns:a16="http://schemas.microsoft.com/office/drawing/2014/main" id="{B7F87E38-78F1-EFDC-786D-CD57D3971C0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7" name="Plassholder for lysbildenummer 16">
            <a:extLst>
              <a:ext uri="{FF2B5EF4-FFF2-40B4-BE49-F238E27FC236}">
                <a16:creationId xmlns:a16="http://schemas.microsoft.com/office/drawing/2014/main" id="{10A6D486-48B1-53B5-6395-D97EB0E7F03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2" name="Tittel 21">
            <a:extLst>
              <a:ext uri="{FF2B5EF4-FFF2-40B4-BE49-F238E27FC236}">
                <a16:creationId xmlns:a16="http://schemas.microsoft.com/office/drawing/2014/main" id="{4D6AECAB-A8DB-4F5B-D93F-4A7C03158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4"/>
            <a:ext cx="3390022" cy="2292957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5E5C7E22-6375-FFE1-66E4-F1C775748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033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78500"/>
          </a:xfrm>
          <a:prstGeom prst="roundRect">
            <a:avLst>
              <a:gd name="adj" fmla="val 50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CBDB8-3652-4BFC-E24F-5329ABC3E0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59230" y="536575"/>
            <a:ext cx="3393020" cy="44767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6000" indent="0">
              <a:buNone/>
              <a:defRPr/>
            </a:lvl5pPr>
          </a:lstStyle>
          <a:p>
            <a:pPr lvl="0"/>
            <a:r>
              <a:rPr lang="nb"/>
              <a:t>Undertittel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AD2DE7-5320-872A-F8BD-9328D399201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259230" y="984738"/>
            <a:ext cx="3391200" cy="5203337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14000"/>
              </a:lnSpc>
              <a:buNone/>
              <a:defRPr sz="1600">
                <a:solidFill>
                  <a:schemeClr val="tx1"/>
                </a:solidFill>
              </a:defRPr>
            </a:lvl1pPr>
            <a:lvl2pPr marL="180000" indent="-180000">
              <a:spcBef>
                <a:spcPts val="10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67A8F3F-C43A-E905-27E4-94C1EC2F84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11257" y="539750"/>
            <a:ext cx="3569486" cy="5778500"/>
          </a:xfrm>
          <a:custGeom>
            <a:avLst/>
            <a:gdLst>
              <a:gd name="connsiteX0" fmla="*/ 181294 w 3569486"/>
              <a:gd name="connsiteY0" fmla="*/ 0 h 5778500"/>
              <a:gd name="connsiteX1" fmla="*/ 3388192 w 3569486"/>
              <a:gd name="connsiteY1" fmla="*/ 0 h 5778500"/>
              <a:gd name="connsiteX2" fmla="*/ 3569486 w 3569486"/>
              <a:gd name="connsiteY2" fmla="*/ 181294 h 5778500"/>
              <a:gd name="connsiteX3" fmla="*/ 3569486 w 3569486"/>
              <a:gd name="connsiteY3" fmla="*/ 5597206 h 5778500"/>
              <a:gd name="connsiteX4" fmla="*/ 3388192 w 3569486"/>
              <a:gd name="connsiteY4" fmla="*/ 5778500 h 5778500"/>
              <a:gd name="connsiteX5" fmla="*/ 181294 w 3569486"/>
              <a:gd name="connsiteY5" fmla="*/ 5778500 h 5778500"/>
              <a:gd name="connsiteX6" fmla="*/ 0 w 3569486"/>
              <a:gd name="connsiteY6" fmla="*/ 5597206 h 5778500"/>
              <a:gd name="connsiteX7" fmla="*/ 0 w 3569486"/>
              <a:gd name="connsiteY7" fmla="*/ 181294 h 5778500"/>
              <a:gd name="connsiteX8" fmla="*/ 181294 w 3569486"/>
              <a:gd name="connsiteY8" fmla="*/ 0 h 577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69486" h="5778500">
                <a:moveTo>
                  <a:pt x="181294" y="0"/>
                </a:moveTo>
                <a:lnTo>
                  <a:pt x="3388192" y="0"/>
                </a:lnTo>
                <a:cubicBezTo>
                  <a:pt x="3488318" y="0"/>
                  <a:pt x="3569486" y="81168"/>
                  <a:pt x="3569486" y="181294"/>
                </a:cubicBezTo>
                <a:lnTo>
                  <a:pt x="3569486" y="5597206"/>
                </a:lnTo>
                <a:cubicBezTo>
                  <a:pt x="3569486" y="5697332"/>
                  <a:pt x="3488318" y="5778500"/>
                  <a:pt x="3388192" y="5778500"/>
                </a:cubicBezTo>
                <a:lnTo>
                  <a:pt x="181294" y="5778500"/>
                </a:lnTo>
                <a:cubicBezTo>
                  <a:pt x="81168" y="5778500"/>
                  <a:pt x="0" y="5697332"/>
                  <a:pt x="0" y="5597206"/>
                </a:cubicBezTo>
                <a:lnTo>
                  <a:pt x="0" y="181294"/>
                </a:lnTo>
                <a:cubicBezTo>
                  <a:pt x="0" y="81168"/>
                  <a:pt x="81168" y="0"/>
                  <a:pt x="18129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360000" tIns="360000" rIns="360000" bIns="36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D794D-E6E1-B3AB-25AE-8A8D29E1D37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30F908BE-031A-D840-B918-D1257D1476EE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AD0DC67-9203-BF0B-289D-132BF630042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150147-05BA-F61E-5381-28CB9BE3864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79774D8-FDD7-BA9D-8E20-0DD60E2F7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2F24D744-09F9-99F8-A25F-9AE8A95F8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002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43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cumentation - not for present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numCol="2" spcCol="360000"/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1pPr>
            <a:lvl2pPr marL="180000" indent="-1800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200"/>
            </a:lvl2pPr>
            <a:lvl3pPr marL="0" indent="0">
              <a:spcBef>
                <a:spcPts val="800"/>
              </a:spcBef>
              <a:spcAft>
                <a:spcPts val="0"/>
              </a:spcAft>
              <a:buNone/>
              <a:tabLst/>
              <a:defRPr sz="1200" b="1" i="0">
                <a:latin typeface="+mj-lt"/>
              </a:defRPr>
            </a:lvl3pPr>
            <a:lvl4pPr marL="407988" indent="-182563">
              <a:spcBef>
                <a:spcPts val="200"/>
              </a:spcBef>
              <a:spcAft>
                <a:spcPts val="200"/>
              </a:spcAft>
              <a:tabLst/>
              <a:defRPr sz="1200"/>
            </a:lvl4pPr>
            <a:lvl5pPr marL="579438" indent="-171450">
              <a:spcBef>
                <a:spcPts val="200"/>
              </a:spcBef>
              <a:spcAft>
                <a:spcPts val="200"/>
              </a:spcAft>
              <a:tabLst/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A94440-F3B9-FCB7-E0E0-6591A11B09E1}"/>
              </a:ext>
            </a:extLst>
          </p:cNvPr>
          <p:cNvSpPr txBox="1"/>
          <p:nvPr/>
        </p:nvSpPr>
        <p:spPr>
          <a:xfrm>
            <a:off x="539749" y="6519600"/>
            <a:ext cx="857251" cy="151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nb" sz="800" dirty="0">
                <a:solidFill>
                  <a:schemeClr val="tx2"/>
                </a:solidFill>
                <a:latin typeface="+mn-lt"/>
              </a:rPr>
              <a:t>Dokumentasjon</a:t>
            </a:r>
            <a:endParaRPr lang="en-US" sz="800" b="0" i="0" dirty="0">
              <a:solidFill>
                <a:schemeClr val="tx2"/>
              </a:solidFill>
              <a:latin typeface="+mn-lt"/>
              <a:cs typeface="TelenorEvolutionPPT-Light" panose="020B0604020202020204" charset="0"/>
            </a:endParaRPr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7EBBC536-8B67-BA29-1935-EE75B7ED8D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6C72EC1-43DD-15C7-5FE4-C2AB517FC62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04F2E20-6E09-5547-AEA2-61797C6F6700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929E547-C851-2001-8FB1-71A551667C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720850" y="6519600"/>
            <a:ext cx="849019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3E548C7-CE7A-DB15-956B-4D031221CA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3680C41F-4BE8-2105-2D61-40724B46A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 tittelen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698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OP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4F124E6-E0F2-4924-0E70-12F34D9FB0C8}"/>
              </a:ext>
            </a:extLst>
          </p:cNvPr>
          <p:cNvSpPr txBox="1"/>
          <p:nvPr/>
        </p:nvSpPr>
        <p:spPr>
          <a:xfrm>
            <a:off x="1" y="495657"/>
            <a:ext cx="12192000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423"/>
              </a:spcBef>
              <a:spcAft>
                <a:spcPts val="847"/>
              </a:spcAft>
            </a:pPr>
            <a:r>
              <a:rPr lang="nb" sz="12000" spc="-317" dirty="0">
                <a:solidFill>
                  <a:schemeClr val="tx2"/>
                </a:solidFill>
                <a:latin typeface="+mj-lt"/>
              </a:rPr>
              <a:t>IKKE BRUK OPPSETT ETTER DETTE</a:t>
            </a:r>
          </a:p>
        </p:txBody>
      </p:sp>
      <p:pic>
        <p:nvPicPr>
          <p:cNvPr id="7" name="Grafikk 9">
            <a:extLst>
              <a:ext uri="{FF2B5EF4-FFF2-40B4-BE49-F238E27FC236}">
                <a16:creationId xmlns:a16="http://schemas.microsoft.com/office/drawing/2014/main" id="{127343F3-6CFA-0B5A-FE1E-C7FA14190D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4033" y="3543390"/>
            <a:ext cx="3058326" cy="305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55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16="http://schemas.microsoft.com/office/drawing/2014/main"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95CA1C-62DA-279C-6953-0B52048EE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11113200" cy="1123200"/>
          </a:xfrm>
          <a:prstGeom prst="rect">
            <a:avLst/>
          </a:prstGeom>
        </p:spPr>
        <p:txBody>
          <a:bodyPr vert="horz" lIns="0" tIns="0" rIns="0" bIns="45720" rtlCol="0" anchor="t" anchorCtr="0">
            <a:noAutofit/>
          </a:bodyPr>
          <a:lstStyle/>
          <a:p>
            <a:r>
              <a:rPr lang="nb" noProof="0" dirty="0"/>
              <a:t>Klikk for å redigere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60132-4B0B-A424-F065-3672D46CD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016000"/>
            <a:ext cx="11113200" cy="4171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" noProof="0" dirty="0"/>
              <a:t>Klikk for å redigere</a:t>
            </a:r>
          </a:p>
          <a:p>
            <a:pPr lvl="1"/>
            <a:r>
              <a:rPr lang="nb" noProof="0" dirty="0"/>
              <a:t>Andre nivå</a:t>
            </a:r>
            <a:endParaRPr lang="nb-NO" noProof="0" dirty="0"/>
          </a:p>
          <a:p>
            <a:pPr lvl="2"/>
            <a:r>
              <a:rPr lang="nb" noProof="0" dirty="0"/>
              <a:t>Tredje nivå</a:t>
            </a:r>
            <a:endParaRPr lang="nb-NO" noProof="0" dirty="0"/>
          </a:p>
          <a:p>
            <a:pPr lvl="3"/>
            <a:r>
              <a:rPr lang="nb" noProof="0" dirty="0"/>
              <a:t>Fjerde nivå</a:t>
            </a:r>
            <a:endParaRPr lang="nb-NO" noProof="0" dirty="0"/>
          </a:p>
          <a:p>
            <a:pPr lvl="4"/>
            <a:r>
              <a:rPr lang="nb" noProof="0" dirty="0"/>
              <a:t>Femte nivå</a:t>
            </a:r>
            <a:endParaRPr lang="nb-NO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67FA9-D347-59DF-776B-CE3CE1FDF2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11050" y="6519600"/>
            <a:ext cx="720475" cy="151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</a:defRPr>
            </a:lvl1pPr>
          </a:lstStyle>
          <a:p>
            <a:fld id="{9D7B6C4A-89AC-BA4F-ABC3-FBE73BF7B1F3}" type="datetime1">
              <a:rPr lang="nb-NO" noProof="0" smtClean="0"/>
              <a:t>18.09.2026</a:t>
            </a:fld>
            <a:endParaRPr lang="nb-NO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0C9C-4CA8-C540-0D7A-0D0AE862D1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519600"/>
            <a:ext cx="9671049" cy="15120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nb-NO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FB22E-486D-AF6C-C00E-1827BFA1F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1526" y="6519600"/>
            <a:ext cx="721674" cy="151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608810A5-7811-344D-9AE9-EC83104FB54D}" type="slidenum">
              <a:rPr lang="nb-NO" noProof="0" smtClean="0"/>
              <a:t>‹#›</a:t>
            </a:fld>
            <a:endParaRPr lang="nb-NO" noProof="0"/>
          </a:p>
        </p:txBody>
      </p:sp>
      <p:sp>
        <p:nvSpPr>
          <p:cNvPr id="7" name="Graphic 8">
            <a:extLst>
              <a:ext uri="{FF2B5EF4-FFF2-40B4-BE49-F238E27FC236}">
                <a16:creationId xmlns:a16="http://schemas.microsoft.com/office/drawing/2014/main" id="{04CDEB6A-EC9F-A47E-AB0F-C408F31AB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5354" y="6503682"/>
            <a:ext cx="196988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00" noProof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F3D713-F8BA-001B-13C0-EB5FDA744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47" name="Avrundet rektangel 4">
              <a:extLst>
                <a:ext uri="{FF2B5EF4-FFF2-40B4-BE49-F238E27FC236}">
                  <a16:creationId xmlns:a16="http://schemas.microsoft.com/office/drawing/2014/main" id="{6D63A4C4-00B5-369A-08BF-064C27E241AD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sz="100" noProof="0"/>
            </a:p>
          </p:txBody>
        </p:sp>
        <p:sp>
          <p:nvSpPr>
            <p:cNvPr id="54" name="TekstSylinder 48">
              <a:extLst>
                <a:ext uri="{FF2B5EF4-FFF2-40B4-BE49-F238E27FC236}">
                  <a16:creationId xmlns:a16="http://schemas.microsoft.com/office/drawing/2014/main" id="{EB10F4DD-B8AE-3019-112A-9139718F3AB2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noProof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  <a:endParaRPr lang="nb-NO" sz="1100" b="0" i="0" noProof="0" dirty="0">
                <a:solidFill>
                  <a:srgbClr val="070451"/>
                </a:solidFill>
                <a:latin typeface="+mj-lt"/>
                <a:cs typeface="TelenorEvolutionPPT-Light" panose="020B060402020202020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49" name="Ellipse 29">
              <a:extLst>
                <a:ext uri="{FF2B5EF4-FFF2-40B4-BE49-F238E27FC236}">
                  <a16:creationId xmlns:a16="http://schemas.microsoft.com/office/drawing/2014/main" id="{736F8E83-D053-8E07-57FE-9EA0BEFC59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0" name="Ellipse 30">
              <a:extLst>
                <a:ext uri="{FF2B5EF4-FFF2-40B4-BE49-F238E27FC236}">
                  <a16:creationId xmlns:a16="http://schemas.microsoft.com/office/drawing/2014/main" id="{339BA127-F574-FCAF-0AA4-E7ECB3A0CE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1" name="Ellipse 31">
              <a:extLst>
                <a:ext uri="{FF2B5EF4-FFF2-40B4-BE49-F238E27FC236}">
                  <a16:creationId xmlns:a16="http://schemas.microsoft.com/office/drawing/2014/main" id="{E1D0C162-4C0F-1409-E253-151D1CF6E9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2" name="Ellipse 33">
              <a:extLst>
                <a:ext uri="{FF2B5EF4-FFF2-40B4-BE49-F238E27FC236}">
                  <a16:creationId xmlns:a16="http://schemas.microsoft.com/office/drawing/2014/main" id="{6A5D3B67-2445-CF11-C108-008B918361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3" name="Ellipse 34">
              <a:extLst>
                <a:ext uri="{FF2B5EF4-FFF2-40B4-BE49-F238E27FC236}">
                  <a16:creationId xmlns:a16="http://schemas.microsoft.com/office/drawing/2014/main" id="{03DC1169-22CA-0FE7-C926-38078FA48A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6" name="TekstSylinder 50">
              <a:extLst>
                <a:ext uri="{FF2B5EF4-FFF2-40B4-BE49-F238E27FC236}">
                  <a16:creationId xmlns:a16="http://schemas.microsoft.com/office/drawing/2014/main" id="{DB1633FD-E7F9-83E2-74E9-2C51E2781FEE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noProof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  <a:endParaRPr lang="nb-NO" sz="1050" b="0" i="0" noProof="0" dirty="0">
                <a:solidFill>
                  <a:srgbClr val="070451"/>
                </a:solidFill>
                <a:latin typeface="+mj-lt"/>
                <a:cs typeface="TelenorEvolutionPPT-Light" panose="020B0604020202020204" charset="0"/>
              </a:endParaRPr>
            </a:p>
            <a:p>
              <a:pPr lvl="0">
                <a:lnSpc>
                  <a:spcPct val="110000"/>
                </a:lnSpc>
              </a:pPr>
              <a:r>
                <a:rPr lang="nb" sz="800" b="0" i="0" noProof="0" dirty="0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23" name="Rett linje 53">
              <a:extLst>
                <a:ext uri="{FF2B5EF4-FFF2-40B4-BE49-F238E27FC236}">
                  <a16:creationId xmlns:a16="http://schemas.microsoft.com/office/drawing/2014/main" id="{FD93F3A5-1124-4EF8-FD15-6442F0960AED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Rett linje 53">
              <a:extLst>
                <a:ext uri="{FF2B5EF4-FFF2-40B4-BE49-F238E27FC236}">
                  <a16:creationId xmlns:a16="http://schemas.microsoft.com/office/drawing/2014/main" id="{DAB232E4-C0AD-9AA6-BDFC-1EB2C92E8BDA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5DC1086A-5C4C-C5FC-D068-7659024C2D76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59" name="Rett linje 54">
                <a:extLst>
                  <a:ext uri="{FF2B5EF4-FFF2-40B4-BE49-F238E27FC236}">
                    <a16:creationId xmlns:a16="http://schemas.microsoft.com/office/drawing/2014/main" id="{5C2C6591-BC4D-A0B3-AB72-C5B31411AA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kstSylinder 61">
                <a:extLst>
                  <a:ext uri="{FF2B5EF4-FFF2-40B4-BE49-F238E27FC236}">
                    <a16:creationId xmlns:a16="http://schemas.microsoft.com/office/drawing/2014/main" id="{EDDBEEC5-6199-5479-C0EF-2278450BF05F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noProof="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  <a:endParaRPr lang="nb-NO" sz="1050" b="0" i="0" kern="1200" noProof="0" dirty="0">
                  <a:solidFill>
                    <a:srgbClr val="070451"/>
                  </a:solidFill>
                  <a:latin typeface="+mj-lt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A709970-256C-9419-FB47-3C8B3D12A584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21806F39-3B2E-D367-6913-B80DA47AFABB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69" name="Ellipse 74">
                  <a:extLst>
                    <a:ext uri="{FF2B5EF4-FFF2-40B4-BE49-F238E27FC236}">
                      <a16:creationId xmlns:a16="http://schemas.microsoft.com/office/drawing/2014/main" id="{7A50EFDB-9394-128D-616B-C90872CE268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0" name="Ellipse 75">
                  <a:extLst>
                    <a:ext uri="{FF2B5EF4-FFF2-40B4-BE49-F238E27FC236}">
                      <a16:creationId xmlns:a16="http://schemas.microsoft.com/office/drawing/2014/main" id="{83C7EB67-0619-D1F1-3DB5-F3441733233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1" name="Ellipse 76">
                  <a:extLst>
                    <a:ext uri="{FF2B5EF4-FFF2-40B4-BE49-F238E27FC236}">
                      <a16:creationId xmlns:a16="http://schemas.microsoft.com/office/drawing/2014/main" id="{C4029C04-990F-A95A-C2F8-5FE84947179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2" name="Ellipse 77">
                  <a:extLst>
                    <a:ext uri="{FF2B5EF4-FFF2-40B4-BE49-F238E27FC236}">
                      <a16:creationId xmlns:a16="http://schemas.microsoft.com/office/drawing/2014/main" id="{A0EAF171-6706-4088-712E-B94E68FC4A8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3" name="Ellipse 78">
                  <a:extLst>
                    <a:ext uri="{FF2B5EF4-FFF2-40B4-BE49-F238E27FC236}">
                      <a16:creationId xmlns:a16="http://schemas.microsoft.com/office/drawing/2014/main" id="{193E5CFA-DDCF-8460-598C-49E53AE0F56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22C80A-D708-B1AF-DA7A-B0F5C7AC5D51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7A871C5-6CEA-42BE-453C-12C13F727596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12231960-1C1A-5CAF-5888-9FBEDFC45B60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61" name="Ellipse 56">
                  <a:extLst>
                    <a:ext uri="{FF2B5EF4-FFF2-40B4-BE49-F238E27FC236}">
                      <a16:creationId xmlns:a16="http://schemas.microsoft.com/office/drawing/2014/main" id="{4AAD2FD4-B90B-9DE8-7378-31163D1B09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2" name="Ellipse 57">
                  <a:extLst>
                    <a:ext uri="{FF2B5EF4-FFF2-40B4-BE49-F238E27FC236}">
                      <a16:creationId xmlns:a16="http://schemas.microsoft.com/office/drawing/2014/main" id="{F9EC31B1-30FC-781E-38A3-2CF1D9FBCBB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3" name="Ellipse 58">
                  <a:extLst>
                    <a:ext uri="{FF2B5EF4-FFF2-40B4-BE49-F238E27FC236}">
                      <a16:creationId xmlns:a16="http://schemas.microsoft.com/office/drawing/2014/main" id="{573ABCA9-925E-ADC3-3156-2286F0F788A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4" name="Ellipse 59">
                  <a:extLst>
                    <a:ext uri="{FF2B5EF4-FFF2-40B4-BE49-F238E27FC236}">
                      <a16:creationId xmlns:a16="http://schemas.microsoft.com/office/drawing/2014/main" id="{37591B38-F715-BB13-C88E-77828CE801D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5" name="Ellipse 60">
                  <a:extLst>
                    <a:ext uri="{FF2B5EF4-FFF2-40B4-BE49-F238E27FC236}">
                      <a16:creationId xmlns:a16="http://schemas.microsoft.com/office/drawing/2014/main" id="{E4C6EF15-81F7-54A5-1A6A-9DF83806248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23F57C-0E63-FAFF-121A-7F28BFAABCC3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3744B20-C1BA-5DF2-BDD6-2A1DA8585CB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98300" y="6672580"/>
            <a:ext cx="8175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2154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7" r:id="rId2"/>
    <p:sldLayoutId id="2147483749" r:id="rId3"/>
    <p:sldLayoutId id="2147483738" r:id="rId4"/>
    <p:sldLayoutId id="2147483667" r:id="rId5"/>
    <p:sldLayoutId id="2147483668" r:id="rId6"/>
    <p:sldLayoutId id="2147483742" r:id="rId7"/>
    <p:sldLayoutId id="2147483670" r:id="rId8"/>
    <p:sldLayoutId id="2147483671" r:id="rId9"/>
    <p:sldLayoutId id="2147483678" r:id="rId10"/>
    <p:sldLayoutId id="2147483741" r:id="rId11"/>
    <p:sldLayoutId id="2147483745" r:id="rId12"/>
    <p:sldLayoutId id="2147483675" r:id="rId13"/>
    <p:sldLayoutId id="2147483676" r:id="rId14"/>
    <p:sldLayoutId id="2147483677" r:id="rId15"/>
    <p:sldLayoutId id="2147483680" r:id="rId16"/>
    <p:sldLayoutId id="2147483687" r:id="rId17"/>
    <p:sldLayoutId id="2147483681" r:id="rId18"/>
    <p:sldLayoutId id="2147483688" r:id="rId19"/>
    <p:sldLayoutId id="2147483682" r:id="rId20"/>
    <p:sldLayoutId id="2147483689" r:id="rId21"/>
    <p:sldLayoutId id="2147483683" r:id="rId22"/>
    <p:sldLayoutId id="2147483690" r:id="rId23"/>
    <p:sldLayoutId id="2147483684" r:id="rId24"/>
    <p:sldLayoutId id="2147483691" r:id="rId25"/>
    <p:sldLayoutId id="2147483697" r:id="rId26"/>
    <p:sldLayoutId id="2147483700" r:id="rId27"/>
    <p:sldLayoutId id="2147483685" r:id="rId28"/>
    <p:sldLayoutId id="2147483748" r:id="rId29"/>
    <p:sldLayoutId id="2147483692" r:id="rId30"/>
    <p:sldLayoutId id="2147483686" r:id="rId31"/>
    <p:sldLayoutId id="2147483693" r:id="rId32"/>
    <p:sldLayoutId id="2147483746" r:id="rId33"/>
    <p:sldLayoutId id="2147483743" r:id="rId34"/>
    <p:sldLayoutId id="2147483694" r:id="rId35"/>
    <p:sldLayoutId id="2147483695" r:id="rId36"/>
    <p:sldLayoutId id="2147483696" r:id="rId37"/>
    <p:sldLayoutId id="2147483698" r:id="rId38"/>
    <p:sldLayoutId id="2147483701" r:id="rId39"/>
    <p:sldLayoutId id="2147483699" r:id="rId40"/>
    <p:sldLayoutId id="2147483702" r:id="rId41"/>
    <p:sldLayoutId id="2147483703" r:id="rId42"/>
    <p:sldLayoutId id="2147483704" r:id="rId43"/>
    <p:sldLayoutId id="2147483705" r:id="rId44"/>
    <p:sldLayoutId id="2147483708" r:id="rId45"/>
    <p:sldLayoutId id="2147483711" r:id="rId46"/>
    <p:sldLayoutId id="2147483710" r:id="rId47"/>
    <p:sldLayoutId id="2147483712" r:id="rId48"/>
    <p:sldLayoutId id="2147483713" r:id="rId49"/>
    <p:sldLayoutId id="2147483714" r:id="rId50"/>
    <p:sldLayoutId id="2147483721" r:id="rId51"/>
    <p:sldLayoutId id="2147483716" r:id="rId52"/>
    <p:sldLayoutId id="2147483717" r:id="rId53"/>
    <p:sldLayoutId id="2147483718" r:id="rId54"/>
    <p:sldLayoutId id="2147483719" r:id="rId55"/>
    <p:sldLayoutId id="2147483720" r:id="rId56"/>
    <p:sldLayoutId id="2147483722" r:id="rId57"/>
    <p:sldLayoutId id="2147483723" r:id="rId58"/>
    <p:sldLayoutId id="2147483747" r:id="rId59"/>
    <p:sldLayoutId id="2147483724" r:id="rId60"/>
    <p:sldLayoutId id="2147483725" r:id="rId61"/>
    <p:sldLayoutId id="2147483726" r:id="rId62"/>
    <p:sldLayoutId id="2147483728" r:id="rId63"/>
    <p:sldLayoutId id="2147483727" r:id="rId64"/>
    <p:sldLayoutId id="2147483729" r:id="rId65"/>
    <p:sldLayoutId id="2147483730" r:id="rId66"/>
    <p:sldLayoutId id="2147483731" r:id="rId67"/>
    <p:sldLayoutId id="2147483732" r:id="rId68"/>
    <p:sldLayoutId id="2147483733" r:id="rId6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4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340">
          <p15:clr>
            <a:srgbClr val="F26B43"/>
          </p15:clr>
        </p15:guide>
        <p15:guide id="4" pos="7340">
          <p15:clr>
            <a:srgbClr val="F26B43"/>
          </p15:clr>
        </p15:guide>
        <p15:guide id="5" orient="horz" pos="3982">
          <p15:clr>
            <a:srgbClr val="F26B43"/>
          </p15:clr>
        </p15:guide>
        <p15:guide id="8" orient="horz" pos="338">
          <p15:clr>
            <a:srgbClr val="F26B43"/>
          </p15:clr>
        </p15:guide>
        <p15:guide id="9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B8823698-7F66-73CE-45AE-B52AE6776D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2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377B76DE-FFD2-C9EB-3A58-5E8D4991B43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52A0E2A1-0C7A-7CF8-0125-5B3D51E7C8F9}"/>
              </a:ext>
            </a:extLst>
          </p:cNvPr>
          <p:cNvSpPr/>
          <p:nvPr/>
        </p:nvSpPr>
        <p:spPr>
          <a:xfrm>
            <a:off x="571500" y="381000"/>
            <a:ext cx="2794000" cy="3556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BESLUTNINGSUNDERLAG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C76277C2-8C37-B2C8-F549-A5D44B78F18A}"/>
              </a:ext>
            </a:extLst>
          </p:cNvPr>
          <p:cNvSpPr txBox="1"/>
          <p:nvPr/>
        </p:nvSpPr>
        <p:spPr>
          <a:xfrm>
            <a:off x="533400" y="825500"/>
            <a:ext cx="8459624" cy="49917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Forvaltning og AI-agentstøtte for Free SIMs</a:t>
            </a:r>
            <a:endParaRPr kumimoji="0" lang="nb-NO" sz="32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C3A6D383-D0A9-1159-FCEC-FDA95F1AEC4F}"/>
              </a:ext>
            </a:extLst>
          </p:cNvPr>
          <p:cNvSpPr txBox="1"/>
          <p:nvPr/>
        </p:nvSpPr>
        <p:spPr>
          <a:xfrm>
            <a:off x="558800" y="1549400"/>
            <a:ext cx="7766870" cy="23397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500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Styringsmodell for 135 281 abonnementer  |  Oppfølging av GIA Audit &amp; ICFR NOR 72</a:t>
            </a:r>
            <a:endParaRPr kumimoji="0" lang="nb-NO" sz="1500" b="1" i="0" u="none" strike="noStrike" kern="1200" cap="none" spc="0" normalizeH="0" baseline="0" noProof="0" dirty="0" err="1">
              <a:ln>
                <a:noFill/>
              </a:ln>
              <a:solidFill>
                <a:srgbClr val="38BDF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1A2B65C0-6478-8213-B993-B7E58C36A583}"/>
              </a:ext>
            </a:extLst>
          </p:cNvPr>
          <p:cNvSpPr/>
          <p:nvPr/>
        </p:nvSpPr>
        <p:spPr>
          <a:xfrm>
            <a:off x="571500" y="2159000"/>
            <a:ext cx="6223000" cy="42545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CA54FCD5-6941-53D3-5B5A-C5A6AF956EEC}"/>
              </a:ext>
            </a:extLst>
          </p:cNvPr>
          <p:cNvSpPr/>
          <p:nvPr/>
        </p:nvSpPr>
        <p:spPr>
          <a:xfrm>
            <a:off x="571500" y="2159000"/>
            <a:ext cx="6223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300" b="1">
                <a:solidFill>
                  <a:srgbClr val="FFFFFF"/>
                </a:solidFill>
                <a:latin typeface="Segoe UI" panose="020B0502040204020203" pitchFamily="34" charset="0"/>
              </a:rPr>
              <a:t>SAKSINNHOLD OG HOVEDFORMÅL</a:t>
            </a:r>
            <a:endParaRPr lang="nb-NO" sz="13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72FBBDB6-884D-B500-75D5-B13231C7ED68}"/>
              </a:ext>
            </a:extLst>
          </p:cNvPr>
          <p:cNvSpPr txBox="1"/>
          <p:nvPr/>
        </p:nvSpPr>
        <p:spPr>
          <a:xfrm>
            <a:off x="762000" y="2794000"/>
            <a:ext cx="5842000" cy="27244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Sak:
  Etablering av helhetlig forvaltningsmodell (Prevent-Detect-Act-Improve) og AI-kontroll for 135 281 Free SIMs.
• Formål 1: Gyldighetsbevis for MBN/NC (84 %)
  Maskinell bevisføring på at 113 772 logiske nummer er knyttet til aktiv betalende kunde.
• Formål 2: Automatisk stenging &amp; sanering
  Foreslå stenging av 'døde' numre og sanere 21 509 ustrukturerte test-SIM.
• Formål 3: Sikring mot inntektstap &amp; full GIA/ICFR compliance.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AD630209-C162-5298-E96E-DD2AFC5479D4}"/>
              </a:ext>
            </a:extLst>
          </p:cNvPr>
          <p:cNvSpPr/>
          <p:nvPr/>
        </p:nvSpPr>
        <p:spPr>
          <a:xfrm>
            <a:off x="7048500" y="2159000"/>
            <a:ext cx="4572000" cy="42545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9AD00125-4E29-739F-D878-F4E4D9161232}"/>
              </a:ext>
            </a:extLst>
          </p:cNvPr>
          <p:cNvSpPr/>
          <p:nvPr/>
        </p:nvSpPr>
        <p:spPr>
          <a:xfrm>
            <a:off x="7048500" y="2159000"/>
            <a:ext cx="4572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300" b="1">
                <a:solidFill>
                  <a:srgbClr val="FFFFFF"/>
                </a:solidFill>
                <a:latin typeface="Segoe UI" panose="020B0502040204020203" pitchFamily="34" charset="0"/>
              </a:rPr>
              <a:t>ROLLER OG SAKSINFORMASJON</a:t>
            </a:r>
            <a:endParaRPr lang="nb-NO" sz="13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7FC657DF-8388-F8AD-48A2-A217DE6D9917}"/>
              </a:ext>
            </a:extLst>
          </p:cNvPr>
          <p:cNvSpPr txBox="1"/>
          <p:nvPr/>
        </p:nvSpPr>
        <p:spPr>
          <a:xfrm>
            <a:off x="7239000" y="2794000"/>
            <a:ext cx="4191000" cy="27244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Saksinnmelder:
   Tor Marstein (Telenor Business)
• Ansvarlige for kontrollen:
   - Tor Marstein (SPOC Business)
   - Geir Kolstad (SPOC Technology)
• Målgruppe:
   Ledelsen i Telenor Business / GIA Forum
• Dato &amp; Status:
   18. september 2026  |  Til beslutning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225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D4DFECA-7A4B-E770-6CF9-8DC11330D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17593689-BC25-400E-17FE-0C71BF892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2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384A50F3-8B97-406C-3FC2-E1DA6C6421E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7149937D-EFD1-9A2C-ABC0-5C3715D11245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BAKGRUNN &amp; KONTEKST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4B184B5A-FA93-53C1-1A38-9EA2709D4670}"/>
              </a:ext>
            </a:extLst>
          </p:cNvPr>
          <p:cNvSpPr txBox="1"/>
          <p:nvPr/>
        </p:nvSpPr>
        <p:spPr>
          <a:xfrm>
            <a:off x="533400" y="558800"/>
            <a:ext cx="6191310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Hvorfor kreves det et nytt forvaltningsregime?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29BA6204-3F3A-BAA2-1DEC-E131C5D2762E}"/>
              </a:ext>
            </a:extLst>
          </p:cNvPr>
          <p:cNvSpPr/>
          <p:nvPr/>
        </p:nvSpPr>
        <p:spPr>
          <a:xfrm>
            <a:off x="571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6CA3F3B3-3187-784D-FC21-D2F73BFDC086}"/>
              </a:ext>
            </a:extLst>
          </p:cNvPr>
          <p:cNvSpPr/>
          <p:nvPr/>
        </p:nvSpPr>
        <p:spPr>
          <a:xfrm>
            <a:off x="571500" y="1206500"/>
            <a:ext cx="5334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GIA &amp; ICFR Styringskrav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F4365434-0B73-D479-F1AA-BCACCDA4883E}"/>
              </a:ext>
            </a:extLst>
          </p:cNvPr>
          <p:cNvSpPr txBox="1"/>
          <p:nvPr/>
        </p:nvSpPr>
        <p:spPr>
          <a:xfrm>
            <a:off x="762000" y="1841500"/>
            <a:ext cx="4953000" cy="21142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GIA Audit: Avdekket behov for vesentlig forbedret formålssporing og kostnadskontroll på SIM dekket av Telenor Norge.
• ICFR NOR 72: Pålegger årlig CxO-verifisering av oppnevnte divisjons-SPOC-er og kvartalsvise kontroller.
• 135 000+ abonnementer: Ligger i dag spredt over mer enn 1 300 kontoer uten helautomatisk bevisføring på gyldighet.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392A9A1E-C771-05F5-5BF7-9810B52CAB7C}"/>
              </a:ext>
            </a:extLst>
          </p:cNvPr>
          <p:cNvSpPr/>
          <p:nvPr/>
        </p:nvSpPr>
        <p:spPr>
          <a:xfrm>
            <a:off x="6286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CDC69BA4-1BF8-C67E-BF78-92691B62C840}"/>
              </a:ext>
            </a:extLst>
          </p:cNvPr>
          <p:cNvSpPr/>
          <p:nvPr/>
        </p:nvSpPr>
        <p:spPr>
          <a:xfrm>
            <a:off x="6286500" y="1206500"/>
            <a:ext cx="5334000" cy="50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Identifiserte Hovedrisikoer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86D386D4-450D-401F-C687-4A4052B64F4D}"/>
              </a:ext>
            </a:extLst>
          </p:cNvPr>
          <p:cNvSpPr txBox="1"/>
          <p:nvPr/>
        </p:nvSpPr>
        <p:spPr>
          <a:xfrm>
            <a:off x="6477000" y="1841500"/>
            <a:ext cx="4953000" cy="23512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1. 'Døde' MBN/NC-nummer:
Logiske nummer som henger igjen etter opphørte kundeforhold eller avtalenedgraderinger.
2. Økonomisk eksponering:
Risiko for at Telenor dekker abonnementer som burde vært viderefakturert kunder eller stengt.
3. Sikkerhet &amp; Fraud:
Test-SIM i omløp uten aktiv kontrolleier eller tidsbegrensning.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96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383967F-652F-51ED-DC32-7BA8E72E5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949D6EB3-6423-8BD2-1371-E90AB44B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3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6738722D-27D8-D976-E7B9-2935A9EE87D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AE3EC0C5-5F64-6129-986D-DB7308F039E1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PORTEFØLJEANALYSE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BF26261A-D257-D023-0C68-D0877C4AE8A7}"/>
              </a:ext>
            </a:extLst>
          </p:cNvPr>
          <p:cNvSpPr txBox="1"/>
          <p:nvPr/>
        </p:nvSpPr>
        <p:spPr>
          <a:xfrm>
            <a:off x="533400" y="558800"/>
            <a:ext cx="7282315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Dagens nummerbase: 135 281 Free SIM-abonnementer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0C8F3AB2-C663-616D-2077-DBCAA8B8AFE0}"/>
              </a:ext>
            </a:extLst>
          </p:cNvPr>
          <p:cNvSpPr/>
          <p:nvPr/>
        </p:nvSpPr>
        <p:spPr>
          <a:xfrm>
            <a:off x="571500" y="1143000"/>
            <a:ext cx="3429000" cy="1714500"/>
          </a:xfrm>
          <a:prstGeom prst="rect">
            <a:avLst/>
          </a:prstGeom>
          <a:solidFill>
            <a:srgbClr val="001848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11A78427-B2C7-AF11-8BC6-843C7CCC923D}"/>
              </a:ext>
            </a:extLst>
          </p:cNvPr>
          <p:cNvSpPr txBox="1"/>
          <p:nvPr/>
        </p:nvSpPr>
        <p:spPr>
          <a:xfrm>
            <a:off x="698500" y="1244600"/>
            <a:ext cx="2125454" cy="103092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400" b="1" i="0" u="none" strike="noStrike" kern="1200" cap="none" spc="0" normalizeH="0" baseline="0" noProof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135 281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Totalt volum Free SIM
Fordelt på &gt; 1 300 kontoer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3A8D49A1-BC4A-1CA6-2747-E5FD9DBAC7E4}"/>
              </a:ext>
            </a:extLst>
          </p:cNvPr>
          <p:cNvSpPr/>
          <p:nvPr/>
        </p:nvSpPr>
        <p:spPr>
          <a:xfrm>
            <a:off x="4381500" y="1143000"/>
            <a:ext cx="3429000" cy="1714500"/>
          </a:xfrm>
          <a:prstGeom prst="rect">
            <a:avLst/>
          </a:prstGeom>
          <a:solidFill>
            <a:srgbClr val="005FCC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82BE7A41-8AE0-798E-909A-938B0B802FEE}"/>
              </a:ext>
            </a:extLst>
          </p:cNvPr>
          <p:cNvSpPr txBox="1"/>
          <p:nvPr/>
        </p:nvSpPr>
        <p:spPr>
          <a:xfrm>
            <a:off x="4508500" y="1244600"/>
            <a:ext cx="2705869" cy="96321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113 772 (84 %)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Logiske nummer (MBN/NC)
Krever gyldighetsbevis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EC0A34CE-BE35-92B6-76D8-CEB4C2476A00}"/>
              </a:ext>
            </a:extLst>
          </p:cNvPr>
          <p:cNvSpPr/>
          <p:nvPr/>
        </p:nvSpPr>
        <p:spPr>
          <a:xfrm>
            <a:off x="8191500" y="1143000"/>
            <a:ext cx="3429000" cy="1714500"/>
          </a:xfrm>
          <a:prstGeom prst="rect">
            <a:avLst/>
          </a:prstGeom>
          <a:solidFill>
            <a:srgbClr val="C2410C"/>
          </a:solidFill>
          <a:ln w="2540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7BCCEF76-F1C9-05B4-8CE8-30CD77D461BB}"/>
              </a:ext>
            </a:extLst>
          </p:cNvPr>
          <p:cNvSpPr txBox="1"/>
          <p:nvPr/>
        </p:nvSpPr>
        <p:spPr>
          <a:xfrm>
            <a:off x="8318500" y="1244600"/>
            <a:ext cx="2484655" cy="96321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21 509 (16 %)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Ustrukturerte test/drift
Krever datavask &amp; kontroll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195196F7-0FAE-7CEB-38A6-91803BBE8E6B}"/>
              </a:ext>
            </a:extLst>
          </p:cNvPr>
          <p:cNvSpPr/>
          <p:nvPr/>
        </p:nvSpPr>
        <p:spPr>
          <a:xfrm>
            <a:off x="571500" y="3048000"/>
            <a:ext cx="11049000" cy="3365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30E3CCBF-CDF4-AE89-EE5C-D4DA997C893F}"/>
              </a:ext>
            </a:extLst>
          </p:cNvPr>
          <p:cNvSpPr/>
          <p:nvPr/>
        </p:nvSpPr>
        <p:spPr>
          <a:xfrm>
            <a:off x="571500" y="3048000"/>
            <a:ext cx="11049000" cy="4826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Oppfølgings- og Kontrollfokus per Hovedgruppe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FCEB1EC2-17E8-EE0C-0C0F-9F0B4778E77A}"/>
              </a:ext>
            </a:extLst>
          </p:cNvPr>
          <p:cNvSpPr txBox="1"/>
          <p:nvPr/>
        </p:nvSpPr>
        <p:spPr>
          <a:xfrm>
            <a:off x="825500" y="3683000"/>
            <a:ext cx="10541000" cy="12080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84 % (MBN &amp; Nordic Connect): Logiske nummer for sentralbord, køer og svargrupper. AI-agenter etablerer kontinuerlig kryssvalidering mot aktive kundeavtaler for å bevise gyldighet og foreslå stenging av foreldreløse nummer (Krav 1).
• 16 % (Test- og Drifts-SIM): 21 509 fysiske SIM-kort fordelt på IT-test, kritiske drift-SIM og utstyr. AI-agenter gjennomfører datavask, avdekker inaktivitet &gt; 6 mnd og genererer forslag til sanering.</a:t>
            </a:r>
            <a:endParaRPr kumimoji="0" lang="nb-NO" sz="14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712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B87BCEE-1878-2182-9BF8-E4A24AAEC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0335E625-DC75-5931-2801-7E38419A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4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613F68FD-BA5E-46B8-84A3-80F79E0E5D6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BF840C3D-DD49-C64D-8A97-C4FE132EAB16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STYRINGSRAMMEVERK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095DADA2-4391-1B4E-77D3-F88085CD6AEC}"/>
              </a:ext>
            </a:extLst>
          </p:cNvPr>
          <p:cNvSpPr txBox="1"/>
          <p:nvPr/>
        </p:nvSpPr>
        <p:spPr>
          <a:xfrm>
            <a:off x="533400" y="558800"/>
            <a:ext cx="7798417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Forvaltningsmodellen: Prevent ➔ Detect ➔ Act ➔ Improve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5DBACF7F-EC99-9106-996D-06F2F596CFB0}"/>
              </a:ext>
            </a:extLst>
          </p:cNvPr>
          <p:cNvSpPr/>
          <p:nvPr/>
        </p:nvSpPr>
        <p:spPr>
          <a:xfrm>
            <a:off x="571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40F5EE1-4508-68DC-F3FE-32248D50EACC}"/>
              </a:ext>
            </a:extLst>
          </p:cNvPr>
          <p:cNvSpPr/>
          <p:nvPr/>
        </p:nvSpPr>
        <p:spPr>
          <a:xfrm>
            <a:off x="571500" y="1206500"/>
            <a:ext cx="2667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1. PREVENT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711894FB-3E42-B9C0-ED96-B647D2C8BD98}"/>
              </a:ext>
            </a:extLst>
          </p:cNvPr>
          <p:cNvSpPr txBox="1"/>
          <p:nvPr/>
        </p:nvSpPr>
        <p:spPr>
          <a:xfrm>
            <a:off x="698500" y="1841500"/>
            <a:ext cx="2413000" cy="158178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Ordrekanaler &amp; API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Opprettelse KUN på godkjente kontoer
• Kobling til aktiv MBN/NC-avtale
• Maks 6 mnd levetid for test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C0496FF9-1920-D795-7D9B-F36B00C199A4}"/>
              </a:ext>
            </a:extLst>
          </p:cNvPr>
          <p:cNvSpPr/>
          <p:nvPr/>
        </p:nvSpPr>
        <p:spPr>
          <a:xfrm>
            <a:off x="3365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37FFF6FA-0D63-60E9-53FE-29400DFCDA4E}"/>
              </a:ext>
            </a:extLst>
          </p:cNvPr>
          <p:cNvSpPr/>
          <p:nvPr/>
        </p:nvSpPr>
        <p:spPr>
          <a:xfrm>
            <a:off x="3365500" y="1206500"/>
            <a:ext cx="2667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2. DETECT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74A05604-393E-A29A-4DF8-1FF838463649}"/>
              </a:ext>
            </a:extLst>
          </p:cNvPr>
          <p:cNvSpPr txBox="1"/>
          <p:nvPr/>
        </p:nvSpPr>
        <p:spPr>
          <a:xfrm>
            <a:off x="3492500" y="1841500"/>
            <a:ext cx="2413000" cy="158178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Looker &amp; AI-Agenter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Kontinuerlig gyldighetsbevis på MBN/NC
• Avdekking av 'døde' logiske nr
• Automatiske avviksalarmer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FC5A798C-9BA4-1A3F-8117-CFAC4C43EBA3}"/>
              </a:ext>
            </a:extLst>
          </p:cNvPr>
          <p:cNvSpPr/>
          <p:nvPr/>
        </p:nvSpPr>
        <p:spPr>
          <a:xfrm>
            <a:off x="6159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3A6EEF03-5BBD-F770-CAB9-DCBE053AC70E}"/>
              </a:ext>
            </a:extLst>
          </p:cNvPr>
          <p:cNvSpPr/>
          <p:nvPr/>
        </p:nvSpPr>
        <p:spPr>
          <a:xfrm>
            <a:off x="6159500" y="1206500"/>
            <a:ext cx="2667000" cy="50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3. ACT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F2BF2DE6-E503-C0C2-F71E-B987B3682F3C}"/>
              </a:ext>
            </a:extLst>
          </p:cNvPr>
          <p:cNvSpPr txBox="1"/>
          <p:nvPr/>
        </p:nvSpPr>
        <p:spPr>
          <a:xfrm>
            <a:off x="6286500" y="1841500"/>
            <a:ext cx="2413000" cy="135325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SPOC &amp; Customer Ops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AI-forslag til stenging av ugyldige nr
• Verifisering av divisjons-SPOC
• Månedlig bulk-terminering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33C2AD53-130F-DE31-6AFF-7EC0D3465CF5}"/>
              </a:ext>
            </a:extLst>
          </p:cNvPr>
          <p:cNvSpPr/>
          <p:nvPr/>
        </p:nvSpPr>
        <p:spPr>
          <a:xfrm>
            <a:off x="8953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603802D9-8A67-24E3-972E-C5BE8279C86E}"/>
              </a:ext>
            </a:extLst>
          </p:cNvPr>
          <p:cNvSpPr/>
          <p:nvPr/>
        </p:nvSpPr>
        <p:spPr>
          <a:xfrm>
            <a:off x="8953500" y="1206500"/>
            <a:ext cx="2667000" cy="50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4. IMPROVE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52D0FB8F-6F36-1576-54B9-F9CCD703F93D}"/>
              </a:ext>
            </a:extLst>
          </p:cNvPr>
          <p:cNvSpPr txBox="1"/>
          <p:nvPr/>
        </p:nvSpPr>
        <p:spPr>
          <a:xfrm>
            <a:off x="9080500" y="1841500"/>
            <a:ext cx="2413000" cy="11247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Styringsinformasjon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Måling av løsningstid (MTTR)
• Dokumenterte revisjonsbevis
• Sikring mot inntektslekkasje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29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14BC210-C53C-D958-B398-6EDA30A12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C5EF92AF-B6A8-4483-F78B-5B7F4486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5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AE280E58-3320-1B7A-073C-D9F235A6C01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21CC6E62-36A2-5F8E-D999-D1FEA35F7E14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KRAVSPESIFIKASJON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366A749C-40EF-759E-0C40-43931A679830}"/>
              </a:ext>
            </a:extLst>
          </p:cNvPr>
          <p:cNvSpPr txBox="1"/>
          <p:nvPr/>
        </p:nvSpPr>
        <p:spPr>
          <a:xfrm>
            <a:off x="533400" y="558800"/>
            <a:ext cx="5780750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6 ufravikelige forvaltningskrav for Free SIM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B50F072B-99D1-63CA-42EC-6C813561C6E8}"/>
              </a:ext>
            </a:extLst>
          </p:cNvPr>
          <p:cNvSpPr/>
          <p:nvPr/>
        </p:nvSpPr>
        <p:spPr>
          <a:xfrm>
            <a:off x="571500" y="1206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DF394F76-8B52-6CB4-B046-24AE7A6210B9}"/>
              </a:ext>
            </a:extLst>
          </p:cNvPr>
          <p:cNvSpPr/>
          <p:nvPr/>
        </p:nvSpPr>
        <p:spPr>
          <a:xfrm>
            <a:off x="723900" y="1358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1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6DFDC418-A681-9F02-64E8-C5DE59413461}"/>
              </a:ext>
            </a:extLst>
          </p:cNvPr>
          <p:cNvSpPr txBox="1"/>
          <p:nvPr/>
        </p:nvSpPr>
        <p:spPr>
          <a:xfrm>
            <a:off x="1841500" y="1308100"/>
            <a:ext cx="2728311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Bevist kundebetaling (MBN/NC)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AA5D602B-2B93-9624-24E6-6EFDCE611C0B}"/>
              </a:ext>
            </a:extLst>
          </p:cNvPr>
          <p:cNvSpPr txBox="1"/>
          <p:nvPr/>
        </p:nvSpPr>
        <p:spPr>
          <a:xfrm>
            <a:off x="723900" y="1778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Maskinell kobling som beviser at logiske MBN/NC-nummer dekkes av en gyldig kundeavtale, med automatisk stenging ved opphør.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41EECE8E-5315-6BEA-0851-B8AE5643A614}"/>
              </a:ext>
            </a:extLst>
          </p:cNvPr>
          <p:cNvSpPr/>
          <p:nvPr/>
        </p:nvSpPr>
        <p:spPr>
          <a:xfrm>
            <a:off x="6286500" y="1206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25D5653D-AE9F-46B5-64FC-3C324F6D1B77}"/>
              </a:ext>
            </a:extLst>
          </p:cNvPr>
          <p:cNvSpPr/>
          <p:nvPr/>
        </p:nvSpPr>
        <p:spPr>
          <a:xfrm>
            <a:off x="6438900" y="1358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2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EC066D99-0BAF-E106-ECD7-5B9E4D5C8A84}"/>
              </a:ext>
            </a:extLst>
          </p:cNvPr>
          <p:cNvSpPr txBox="1"/>
          <p:nvPr/>
        </p:nvSpPr>
        <p:spPr>
          <a:xfrm>
            <a:off x="7556500" y="1308100"/>
            <a:ext cx="2325124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Maks 6 mnd levetid for test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9F6C8E7A-C931-BDAC-F94E-512E5510177E}"/>
              </a:ext>
            </a:extLst>
          </p:cNvPr>
          <p:cNvSpPr txBox="1"/>
          <p:nvPr/>
        </p:nvSpPr>
        <p:spPr>
          <a:xfrm>
            <a:off x="6438900" y="1778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Automatisk utløpsdato ved opprettelse og fast terminering ved utløp.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FD86EF2F-26B3-6B78-1CCF-D9BCEE5E2F7C}"/>
              </a:ext>
            </a:extLst>
          </p:cNvPr>
          <p:cNvSpPr/>
          <p:nvPr/>
        </p:nvSpPr>
        <p:spPr>
          <a:xfrm>
            <a:off x="571500" y="2984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ABA8044B-1869-0C48-7EAE-EFF00DDD2334}"/>
              </a:ext>
            </a:extLst>
          </p:cNvPr>
          <p:cNvSpPr/>
          <p:nvPr/>
        </p:nvSpPr>
        <p:spPr>
          <a:xfrm>
            <a:off x="723900" y="3136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3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8A9C97F6-1833-D78C-E2CF-2C24C87B7E18}"/>
              </a:ext>
            </a:extLst>
          </p:cNvPr>
          <p:cNvSpPr txBox="1"/>
          <p:nvPr/>
        </p:nvSpPr>
        <p:spPr>
          <a:xfrm>
            <a:off x="1841500" y="3086100"/>
            <a:ext cx="2202719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API / OneView regelstøtte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7AB0D7A2-2871-21D7-472F-60CF2F690FC3}"/>
              </a:ext>
            </a:extLst>
          </p:cNvPr>
          <p:cNvSpPr txBox="1"/>
          <p:nvPr/>
        </p:nvSpPr>
        <p:spPr>
          <a:xfrm>
            <a:off x="723900" y="3556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Endringsrobust håndheving av regler direkte i salgs- og bestillingskanalene.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CF067202-8168-CC25-C8FB-50CDB1FA42D3}"/>
              </a:ext>
            </a:extLst>
          </p:cNvPr>
          <p:cNvSpPr/>
          <p:nvPr/>
        </p:nvSpPr>
        <p:spPr>
          <a:xfrm>
            <a:off x="6286500" y="2984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2B9AA132-F389-FCCB-0144-87BC2867EF93}"/>
              </a:ext>
            </a:extLst>
          </p:cNvPr>
          <p:cNvSpPr/>
          <p:nvPr/>
        </p:nvSpPr>
        <p:spPr>
          <a:xfrm>
            <a:off x="6438900" y="3136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4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kstSylinder 20">
            <a:extLst>
              <a:ext uri="{FF2B5EF4-FFF2-40B4-BE49-F238E27FC236}">
                <a16:creationId xmlns:a16="http://schemas.microsoft.com/office/drawing/2014/main" id="{048DA05F-0997-844F-9594-D4DBD05AFEE5}"/>
              </a:ext>
            </a:extLst>
          </p:cNvPr>
          <p:cNvSpPr txBox="1"/>
          <p:nvPr/>
        </p:nvSpPr>
        <p:spPr>
          <a:xfrm>
            <a:off x="7556500" y="3086100"/>
            <a:ext cx="2209772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Google Cloud Looker flate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ekstSylinder 21">
            <a:extLst>
              <a:ext uri="{FF2B5EF4-FFF2-40B4-BE49-F238E27FC236}">
                <a16:creationId xmlns:a16="http://schemas.microsoft.com/office/drawing/2014/main" id="{6078113A-C122-4AA0-A573-7874E43607C2}"/>
              </a:ext>
            </a:extLst>
          </p:cNvPr>
          <p:cNvSpPr txBox="1"/>
          <p:nvPr/>
        </p:nvSpPr>
        <p:spPr>
          <a:xfrm>
            <a:off x="6438900" y="3556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Felles dashboards, avvikssporing og automatiserte alarmer til kontrolleiere.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Rektangel 22">
            <a:extLst>
              <a:ext uri="{FF2B5EF4-FFF2-40B4-BE49-F238E27FC236}">
                <a16:creationId xmlns:a16="http://schemas.microsoft.com/office/drawing/2014/main" id="{52B557A3-439D-A9F1-B4C3-BE543C34E163}"/>
              </a:ext>
            </a:extLst>
          </p:cNvPr>
          <p:cNvSpPr/>
          <p:nvPr/>
        </p:nvSpPr>
        <p:spPr>
          <a:xfrm>
            <a:off x="571500" y="4762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4" name="Rektangel 23">
            <a:extLst>
              <a:ext uri="{FF2B5EF4-FFF2-40B4-BE49-F238E27FC236}">
                <a16:creationId xmlns:a16="http://schemas.microsoft.com/office/drawing/2014/main" id="{EF46E781-5530-8378-56C6-CCCE8BDB6954}"/>
              </a:ext>
            </a:extLst>
          </p:cNvPr>
          <p:cNvSpPr/>
          <p:nvPr/>
        </p:nvSpPr>
        <p:spPr>
          <a:xfrm>
            <a:off x="723900" y="4914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5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TekstSylinder 24">
            <a:extLst>
              <a:ext uri="{FF2B5EF4-FFF2-40B4-BE49-F238E27FC236}">
                <a16:creationId xmlns:a16="http://schemas.microsoft.com/office/drawing/2014/main" id="{2B186D77-10E9-BA7B-C917-5BEA6C12FE8D}"/>
              </a:ext>
            </a:extLst>
          </p:cNvPr>
          <p:cNvSpPr txBox="1"/>
          <p:nvPr/>
        </p:nvSpPr>
        <p:spPr>
          <a:xfrm>
            <a:off x="1841500" y="4864100"/>
            <a:ext cx="1897507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Kategoribasert regime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kstSylinder 25">
            <a:extLst>
              <a:ext uri="{FF2B5EF4-FFF2-40B4-BE49-F238E27FC236}">
                <a16:creationId xmlns:a16="http://schemas.microsoft.com/office/drawing/2014/main" id="{576DC918-57FF-A35C-FDBC-02CB441E2F0E}"/>
              </a:ext>
            </a:extLst>
          </p:cNvPr>
          <p:cNvSpPr txBox="1"/>
          <p:nvPr/>
        </p:nvSpPr>
        <p:spPr>
          <a:xfrm>
            <a:off x="723900" y="5334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Tydelig eierskap per kategori (Critical, Operational, Test) med SPOC/deputies.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Rektangel 26">
            <a:extLst>
              <a:ext uri="{FF2B5EF4-FFF2-40B4-BE49-F238E27FC236}">
                <a16:creationId xmlns:a16="http://schemas.microsoft.com/office/drawing/2014/main" id="{E265BD95-97AD-2F7B-AFE0-C58A66319D99}"/>
              </a:ext>
            </a:extLst>
          </p:cNvPr>
          <p:cNvSpPr/>
          <p:nvPr/>
        </p:nvSpPr>
        <p:spPr>
          <a:xfrm>
            <a:off x="6286500" y="4762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8" name="Rektangel 27">
            <a:extLst>
              <a:ext uri="{FF2B5EF4-FFF2-40B4-BE49-F238E27FC236}">
                <a16:creationId xmlns:a16="http://schemas.microsoft.com/office/drawing/2014/main" id="{8AFC4D93-8F9E-05FF-AD15-B266E57A625F}"/>
              </a:ext>
            </a:extLst>
          </p:cNvPr>
          <p:cNvSpPr/>
          <p:nvPr/>
        </p:nvSpPr>
        <p:spPr>
          <a:xfrm>
            <a:off x="6438900" y="4914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6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TekstSylinder 28">
            <a:extLst>
              <a:ext uri="{FF2B5EF4-FFF2-40B4-BE49-F238E27FC236}">
                <a16:creationId xmlns:a16="http://schemas.microsoft.com/office/drawing/2014/main" id="{14B7BA16-638A-F975-2084-C00D2C8CC959}"/>
              </a:ext>
            </a:extLst>
          </p:cNvPr>
          <p:cNvSpPr txBox="1"/>
          <p:nvPr/>
        </p:nvSpPr>
        <p:spPr>
          <a:xfrm>
            <a:off x="7556500" y="4864100"/>
            <a:ext cx="2498761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Forretningskritisk forvaltning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TekstSylinder 29">
            <a:extLst>
              <a:ext uri="{FF2B5EF4-FFF2-40B4-BE49-F238E27FC236}">
                <a16:creationId xmlns:a16="http://schemas.microsoft.com/office/drawing/2014/main" id="{B8C6105C-BCAA-D5D4-5391-90330F75FD1A}"/>
              </a:ext>
            </a:extLst>
          </p:cNvPr>
          <p:cNvSpPr txBox="1"/>
          <p:nvPr/>
        </p:nvSpPr>
        <p:spPr>
          <a:xfrm>
            <a:off x="6438900" y="5334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Strengere prevent-detect-act oppfølging for kritiske drifts- og nettverks-SIM.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004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01266AA-10E2-D74F-E316-E49ABEA38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86E6145E-4A86-3FBB-4DAE-3B068E5F4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6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34153C07-5E66-CD9F-1A92-C86A8E1A1A8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887CA08E-54F5-7674-FFE9-B712D81C39A4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AI-AUTOMATISERING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AC8F0316-7CE1-9960-66A3-0C608CAC90BC}"/>
              </a:ext>
            </a:extLst>
          </p:cNvPr>
          <p:cNvSpPr txBox="1"/>
          <p:nvPr/>
        </p:nvSpPr>
        <p:spPr>
          <a:xfrm>
            <a:off x="533400" y="558800"/>
            <a:ext cx="8230908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AI-agentenes kjerneoppgaver: MBN/NC-validering &amp; Testvask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1642C827-5C97-85D0-F6FB-9813131BBD16}"/>
              </a:ext>
            </a:extLst>
          </p:cNvPr>
          <p:cNvSpPr/>
          <p:nvPr/>
        </p:nvSpPr>
        <p:spPr>
          <a:xfrm>
            <a:off x="571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C9305511-F883-7DBC-3F62-AB0BC4AC8444}"/>
              </a:ext>
            </a:extLst>
          </p:cNvPr>
          <p:cNvSpPr/>
          <p:nvPr/>
        </p:nvSpPr>
        <p:spPr>
          <a:xfrm>
            <a:off x="571500" y="1206500"/>
            <a:ext cx="5334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1. Gyldighetsbevis for MBN/NC (113 772 nr)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41B598CB-7311-D7F3-5E54-705FEF73FCF4}"/>
              </a:ext>
            </a:extLst>
          </p:cNvPr>
          <p:cNvSpPr txBox="1"/>
          <p:nvPr/>
        </p:nvSpPr>
        <p:spPr>
          <a:xfrm>
            <a:off x="762000" y="1841500"/>
            <a:ext cx="4953000" cy="25882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Kontinuerlig avstemming:
AI-agenten kryss-sjekker daglig alle logiske nummer mot bedriftsavtaler og fakturasystemer.
• Bevisføring for revisjon:
Genererer dokumentert bevis på at hvert logisk nummer er knyttet til et aktivt kundeforhold.
• Forslag om stenging:
Identifiserer foreldreløse nummer etter oppsagte avtaler og foreslår automatisk stenging/sanering.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12C0A840-7F4F-016E-1F5E-493D31FFF9F6}"/>
              </a:ext>
            </a:extLst>
          </p:cNvPr>
          <p:cNvSpPr/>
          <p:nvPr/>
        </p:nvSpPr>
        <p:spPr>
          <a:xfrm>
            <a:off x="6286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7AD3B65C-4B83-A1C1-6A8F-F7F181DB6760}"/>
              </a:ext>
            </a:extLst>
          </p:cNvPr>
          <p:cNvSpPr/>
          <p:nvPr/>
        </p:nvSpPr>
        <p:spPr>
          <a:xfrm>
            <a:off x="6286500" y="1206500"/>
            <a:ext cx="5334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n-NO" sz="1400" b="1">
                <a:solidFill>
                  <a:srgbClr val="FFFFFF"/>
                </a:solidFill>
                <a:latin typeface="Segoe UI" panose="020B0502040204020203" pitchFamily="34" charset="0"/>
              </a:rPr>
              <a:t>2. Datavask av Test- &amp; Drifts-SIM (21 509 nr)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7BB0526A-0EAB-0EEF-0950-F0EC369A33F2}"/>
              </a:ext>
            </a:extLst>
          </p:cNvPr>
          <p:cNvSpPr txBox="1"/>
          <p:nvPr/>
        </p:nvSpPr>
        <p:spPr>
          <a:xfrm>
            <a:off x="6477000" y="1841500"/>
            <a:ext cx="4953000" cy="25882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Formålsklassifisering:
Grupperer ustrukturerte SIM inn i godkjente kategorier basert på historikk og bruksmønster.
• Inaktivitetsanalyse:
Flagger 'døde' testkort uten trafikk &gt; 6 mnd for umiddelbar terminering.
• Saneringsordre:
Overfører ferdige bulk-lister direkte til Customer Operations (Rørvik) for sletting.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162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BD8A9E-AA06-8B6D-E809-97345C7C4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4B5478DD-5E72-22D2-8DCC-7D71CBFC9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7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E37E84EC-0B03-7C6D-3F5D-C1665A1CB64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CA2AD773-3EB2-3930-FDEA-EA759714E844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ORGANISERING &amp; ROLLER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E4D5C472-2964-5648-6DDD-99361BCABD08}"/>
              </a:ext>
            </a:extLst>
          </p:cNvPr>
          <p:cNvSpPr txBox="1"/>
          <p:nvPr/>
        </p:nvSpPr>
        <p:spPr>
          <a:xfrm>
            <a:off x="533400" y="558800"/>
            <a:ext cx="6037615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n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Styringsstruktur og forankring (ICFR NOR 72)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7D3B8445-230E-AE60-1DA1-362BE8B70D62}"/>
              </a:ext>
            </a:extLst>
          </p:cNvPr>
          <p:cNvSpPr/>
          <p:nvPr/>
        </p:nvSpPr>
        <p:spPr>
          <a:xfrm>
            <a:off x="571500" y="1206500"/>
            <a:ext cx="11049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17E58EC8-D210-D6A8-1A57-CB0757CC21A4}"/>
              </a:ext>
            </a:extLst>
          </p:cNvPr>
          <p:cNvSpPr/>
          <p:nvPr/>
        </p:nvSpPr>
        <p:spPr>
          <a:xfrm>
            <a:off x="571500" y="1206500"/>
            <a:ext cx="11049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Årlig CxO-verifisert ansvarsmatrise per divisjon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CD35F550-FA70-446A-60C7-CDB2CBEF2C9C}"/>
              </a:ext>
            </a:extLst>
          </p:cNvPr>
          <p:cNvSpPr txBox="1"/>
          <p:nvPr/>
        </p:nvSpPr>
        <p:spPr>
          <a:xfrm>
            <a:off x="825500" y="1841500"/>
            <a:ext cx="10541000" cy="35362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Business: Tor Marstein  (CxO: Torfinn Eriksen / Nikolay / Annelene) — Eier MBN/NC &amp; B2B
• Technology: Geir Kolstad  (CxO: Roger Nerli) — Eier Critical &amp; Operational SIM
• Security Solutions &amp; Mobile: Rikke K. Nielsen  (CxO: Ric Brown)
• Entertainment &amp; Internet: Anna Hvattum  (CxO: Magnus S. Aasjord)
• Wholesale: Kjetil Jacobsen  (CxO: Ludwig Ulmer / Hugo Erichsen)
• IT: Hanne Sveipe Thowsen  (CxO: Torbjørn Larsen)
• People &amp; Organization: Pero Markanovic  (CxO: Kristin Ruud)
Styring for Test SIM: Primæreier + Deputies (Tor Marstein, Kjetil Furuly, Jesper Lade)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176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0E67A14-52A7-04AC-8EBA-8F4C80F78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060DDA94-E0F0-3D7F-DBCD-1F5335D05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8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6F350646-27B8-BC21-F8AB-54EB000B421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8F868868-938C-F7BA-7F92-8013A7D1B564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GEVINSTBILDE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A8F03C90-9002-A03C-D23D-7393D1A6D9E2}"/>
              </a:ext>
            </a:extLst>
          </p:cNvPr>
          <p:cNvSpPr txBox="1"/>
          <p:nvPr/>
        </p:nvSpPr>
        <p:spPr>
          <a:xfrm>
            <a:off x="533400" y="558800"/>
            <a:ext cx="6250044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Forventede effekter av nytt forvaltningsregime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BAE9CF07-8E69-4169-8641-C4D55CE447F9}"/>
              </a:ext>
            </a:extLst>
          </p:cNvPr>
          <p:cNvSpPr/>
          <p:nvPr/>
        </p:nvSpPr>
        <p:spPr>
          <a:xfrm>
            <a:off x="571500" y="12065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3C3AD23E-BA33-5882-8AE6-4705752E05BC}"/>
              </a:ext>
            </a:extLst>
          </p:cNvPr>
          <p:cNvSpPr/>
          <p:nvPr/>
        </p:nvSpPr>
        <p:spPr>
          <a:xfrm>
            <a:off x="571500" y="1206500"/>
            <a:ext cx="5334000" cy="4826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Inntektssikring &amp; Sanering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23CF40FC-8C12-4CB1-B60A-2A78BE3AC27D}"/>
              </a:ext>
            </a:extLst>
          </p:cNvPr>
          <p:cNvSpPr txBox="1"/>
          <p:nvPr/>
        </p:nvSpPr>
        <p:spPr>
          <a:xfrm>
            <a:off x="762000" y="18161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Automatisk stenging av ugyldige MBN/NC-nummer og ubrukte testkort gir umiddelbare kostnadskutt og ryddig fakturering.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3B1A03AA-7FE1-5AC9-0CB2-77DA67568A2F}"/>
              </a:ext>
            </a:extLst>
          </p:cNvPr>
          <p:cNvSpPr/>
          <p:nvPr/>
        </p:nvSpPr>
        <p:spPr>
          <a:xfrm>
            <a:off x="6286500" y="12065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483180A8-AD89-97B9-7253-4BCB34793D9C}"/>
              </a:ext>
            </a:extLst>
          </p:cNvPr>
          <p:cNvSpPr/>
          <p:nvPr/>
        </p:nvSpPr>
        <p:spPr>
          <a:xfrm>
            <a:off x="6286500" y="1206500"/>
            <a:ext cx="5334000" cy="4826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100 % Revisjonsbevis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E02FD98D-9D8F-8B7A-9C4C-47B2029BB5D7}"/>
              </a:ext>
            </a:extLst>
          </p:cNvPr>
          <p:cNvSpPr txBox="1"/>
          <p:nvPr/>
        </p:nvSpPr>
        <p:spPr>
          <a:xfrm>
            <a:off x="6477000" y="18161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Kontinuerlig maskinell bevisføring for GIA og ICFR NOR 72 på at alle aktive nummer har gyldig formål.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F62CD233-2749-5652-96EE-81459E2E0E09}"/>
              </a:ext>
            </a:extLst>
          </p:cNvPr>
          <p:cNvSpPr/>
          <p:nvPr/>
        </p:nvSpPr>
        <p:spPr>
          <a:xfrm>
            <a:off x="571500" y="33020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CF467AB9-805E-2C42-2C9D-DDD91DBD2B54}"/>
              </a:ext>
            </a:extLst>
          </p:cNvPr>
          <p:cNvSpPr/>
          <p:nvPr/>
        </p:nvSpPr>
        <p:spPr>
          <a:xfrm>
            <a:off x="571500" y="3302000"/>
            <a:ext cx="5334000" cy="482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Eliminering av Manuelt Arbeid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226E33E3-E6A9-ECFD-BBAB-F3BCC1BE49D9}"/>
              </a:ext>
            </a:extLst>
          </p:cNvPr>
          <p:cNvSpPr txBox="1"/>
          <p:nvPr/>
        </p:nvSpPr>
        <p:spPr>
          <a:xfrm>
            <a:off x="762000" y="39116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Erstatter tunge regnearkkontroller med AI-agenter og Google Cloud Looker avvikslister.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131FF10B-F112-3EC0-01A2-A1A35A194243}"/>
              </a:ext>
            </a:extLst>
          </p:cNvPr>
          <p:cNvSpPr/>
          <p:nvPr/>
        </p:nvSpPr>
        <p:spPr>
          <a:xfrm>
            <a:off x="6286500" y="33020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6BD93FAE-4ADF-1A50-5D92-64EB96D8D16A}"/>
              </a:ext>
            </a:extLst>
          </p:cNvPr>
          <p:cNvSpPr/>
          <p:nvPr/>
        </p:nvSpPr>
        <p:spPr>
          <a:xfrm>
            <a:off x="6286500" y="3302000"/>
            <a:ext cx="5334000" cy="4826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Proaktiv Fraud- og Risikokontroll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5217D4A0-2CF4-4A45-C9F1-DBA2DF6D0DA7}"/>
              </a:ext>
            </a:extLst>
          </p:cNvPr>
          <p:cNvSpPr txBox="1"/>
          <p:nvPr/>
        </p:nvSpPr>
        <p:spPr>
          <a:xfrm>
            <a:off x="6477000" y="39116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Full sperre mot uautoriserte SIM i drift og automatisk varsling ved uventet trafikk.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371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90350AA5-8AB2-C98D-F842-F2F64F05F8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2B64B88D-89A5-BC85-E444-53020240B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Forslag til Beslutning for Ledelsen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9E5A90A6-42CF-C184-8877-8AEACCD14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A23F06C7-9194-4F3E-E941-5647648E0BC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9</a:t>
            </a:fld>
            <a:endParaRPr lang="en-GB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04C7FAD6-4CA7-E9E0-F2C3-0FC9862F5EC1}"/>
              </a:ext>
            </a:extLst>
          </p:cNvPr>
          <p:cNvSpPr/>
          <p:nvPr/>
        </p:nvSpPr>
        <p:spPr>
          <a:xfrm>
            <a:off x="571500" y="1206500"/>
            <a:ext cx="11049000" cy="5207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ACC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1B1BE42C-C529-2146-2896-353725A6AE0D}"/>
              </a:ext>
            </a:extLst>
          </p:cNvPr>
          <p:cNvSpPr/>
          <p:nvPr/>
        </p:nvSpPr>
        <p:spPr>
          <a:xfrm>
            <a:off x="571500" y="1206500"/>
            <a:ext cx="11049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Innstilling til godkjenning i Telenor Business / GIA Forum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9DB3AB07-1D14-9D84-DAB2-BDE6BC6F546D}"/>
              </a:ext>
            </a:extLst>
          </p:cNvPr>
          <p:cNvSpPr txBox="1"/>
          <p:nvPr/>
        </p:nvSpPr>
        <p:spPr>
          <a:xfrm>
            <a:off x="825500" y="1841500"/>
            <a:ext cx="10541000" cy="3638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Det innstilles på at ledelsen fatter følgende vedtak:
1. Godkjenning av forvaltningsmodell:
Forvaltningsrammeverket (Prevent-Detect-Act-Improve) og de 6 forvaltningskravene godkjennes som gjeldende standard for Telenor Business.
2. AI-agent mandat for MBN/NC-gyldighet &amp; stenging:
Det godkjennes at AI-agenter etablerer kontrollmekanismer for løpende gyldighetsbevis for 113 772 logiske nummer på MBN/NC, samt genererer forslag om automatisk stenging av ugyldige nummer.
3. Innføring av 6 mnd levetid for test-SIM:
Det innføres standard 6 måneders levetid og automatisk terminering for alle nye Test-1 abonnementer.
4. Looker &amp; Customer Operations forankring:
Google Cloud Looker etableres som offisiell oppfølgingsflate, og Customer Operations (Rørvik) gis mandat til månedlige bulk-saneringer etter forslag fra AI-agenter og SPOC-ene.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056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lenor 2025">
  <a:themeElements>
    <a:clrScheme name="Telenor 2025 Office colour theme">
      <a:dk1>
        <a:srgbClr val="070451"/>
      </a:dk1>
      <a:lt1>
        <a:srgbClr val="FFFFFF"/>
      </a:lt1>
      <a:dk2>
        <a:srgbClr val="1C16C5"/>
      </a:dk2>
      <a:lt2>
        <a:srgbClr val="EBFFFF"/>
      </a:lt2>
      <a:accent1>
        <a:srgbClr val="00C8FF"/>
      </a:accent1>
      <a:accent2>
        <a:srgbClr val="2954FF"/>
      </a:accent2>
      <a:accent3>
        <a:srgbClr val="ADFFFE"/>
      </a:accent3>
      <a:accent4>
        <a:srgbClr val="B0FBB8"/>
      </a:accent4>
      <a:accent5>
        <a:srgbClr val="FEF6B8"/>
      </a:accent5>
      <a:accent6>
        <a:srgbClr val="FFB8D7"/>
      </a:accent6>
      <a:hlink>
        <a:srgbClr val="00C8FE"/>
      </a:hlink>
      <a:folHlink>
        <a:srgbClr val="00C8FE"/>
      </a:folHlink>
    </a:clrScheme>
    <a:fontScheme name="Test">
      <a:majorFont>
        <a:latin typeface="TelenorEvolution PPT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108000" tIns="108000" rIns="108000" bIns="108000" rtlCol="0" anchor="t" anchorCtr="0"/>
      <a:lstStyle>
        <a:defPPr algn="l">
          <a:defRPr sz="16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kern="1200" cap="none" spc="0" normalizeH="0" baseline="0" noProof="0" dirty="0" err="1" smtClean="0">
            <a:ln>
              <a:noFill/>
            </a:ln>
            <a:solidFill>
              <a:schemeClr val="tx1"/>
            </a:solidFill>
            <a:effectLst/>
            <a:uLnTx/>
            <a:uFillTx/>
            <a:ea typeface="+mn-ea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lenor-mal-NO.pptx" id="{C1BBCD63-355D-4F5B-8E1C-673ECC7E7166}" vid="{33D4B2D0-0271-43FD-B671-5964AE226DA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lenorEvolution PPT">
      <a:majorFont>
        <a:latin typeface="TelenorEvolutionPPT-Bold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lenorEvolution PPT">
      <a:majorFont>
        <a:latin typeface="TelenorEvolutionPPT-Bold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7A0F02228F8548BE5CD6AF06EF2189" ma:contentTypeVersion="4" ma:contentTypeDescription="Create a new document." ma:contentTypeScope="" ma:versionID="5cc467db965d387c4d49a8b87bbe69eb">
  <xsd:schema xmlns:xsd="http://www.w3.org/2001/XMLSchema" xmlns:xs="http://www.w3.org/2001/XMLSchema" xmlns:p="http://schemas.microsoft.com/office/2006/metadata/properties" xmlns:ns2="46f2b503-baca-4175-bf9d-c69e87a494e7" targetNamespace="http://schemas.microsoft.com/office/2006/metadata/properties" ma:root="true" ma:fieldsID="233beabca6f80146fb330de4af5393ba" ns2:_="">
    <xsd:import namespace="46f2b503-baca-4175-bf9d-c69e87a494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f2b503-baca-4175-bf9d-c69e87a494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0FF392-0D84-4EA2-8196-6F9DD44543A5}">
  <ds:schemaRefs>
    <ds:schemaRef ds:uri="http://purl.org/dc/dcmitype/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46f2b503-baca-4175-bf9d-c69e87a494e7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113B0C4-3245-4F01-8BF4-033F411AD7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9B927C-C923-413F-90E4-F130BE5846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f2b503-baca-4175-bf9d-c69e87a494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604d2c9-1577-460e-b668-57374a0216c3}" enabled="1" method="Standard" siteId="{1676489c-5c72-46b7-ba63-9ab90c4aad4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Telenor-mal-NO</Template>
  <TotalTime>3138</TotalTime>
  <Words>1239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5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9</vt:i4>
      </vt:variant>
    </vt:vector>
  </HeadingPairs>
  <TitlesOfParts>
    <vt:vector size="15" baseType="lpstr">
      <vt:lpstr>Segoe UI</vt:lpstr>
      <vt:lpstr>Arial</vt:lpstr>
      <vt:lpstr>TelenorEvolution PPT</vt:lpstr>
      <vt:lpstr>TelenorEvolutionPPT-Light</vt:lpstr>
      <vt:lpstr>Calibri</vt:lpstr>
      <vt:lpstr>Telenor 2025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Forslag til Beslutning for Ledelsen</vt:lpstr>
    </vt:vector>
  </TitlesOfParts>
  <Company>Telenor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Marius Johansen</dc:creator>
  <cp:lastModifiedBy>Tor Marstein</cp:lastModifiedBy>
  <cp:revision>7</cp:revision>
  <dcterms:created xsi:type="dcterms:W3CDTF">2025-11-04T11:05:11Z</dcterms:created>
  <dcterms:modified xsi:type="dcterms:W3CDTF">2026-09-18T10:41:10Z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0821336-263d-4940-a74c-ab7373b99eed_Enabled">
    <vt:lpwstr>true</vt:lpwstr>
  </property>
  <property fmtid="{D5CDD505-2E9C-101B-9397-08002B2CF9AE}" pid="3" name="MSIP_Label_50821336-263d-4940-a74c-ab7373b99eed_SetDate">
    <vt:lpwstr>2025-06-18T09:57:08Z</vt:lpwstr>
  </property>
  <property fmtid="{D5CDD505-2E9C-101B-9397-08002B2CF9AE}" pid="4" name="MSIP_Label_50821336-263d-4940-a74c-ab7373b99eed_Method">
    <vt:lpwstr>Standard</vt:lpwstr>
  </property>
  <property fmtid="{D5CDD505-2E9C-101B-9397-08002B2CF9AE}" pid="5" name="MSIP_Label_50821336-263d-4940-a74c-ab7373b99eed_Name">
    <vt:lpwstr>Internal</vt:lpwstr>
  </property>
  <property fmtid="{D5CDD505-2E9C-101B-9397-08002B2CF9AE}" pid="6" name="MSIP_Label_50821336-263d-4940-a74c-ab7373b99eed_SiteId">
    <vt:lpwstr>6735929c-9dbf-473b-9fc6-5fbdcd2c9fc4</vt:lpwstr>
  </property>
  <property fmtid="{D5CDD505-2E9C-101B-9397-08002B2CF9AE}" pid="7" name="MSIP_Label_50821336-263d-4940-a74c-ab7373b99eed_ActionId">
    <vt:lpwstr>87aee2b2-f572-435d-bbe9-d9f454cd0e4e</vt:lpwstr>
  </property>
  <property fmtid="{D5CDD505-2E9C-101B-9397-08002B2CF9AE}" pid="8" name="MSIP_Label_50821336-263d-4940-a74c-ab7373b99eed_ContentBits">
    <vt:lpwstr>0</vt:lpwstr>
  </property>
  <property fmtid="{D5CDD505-2E9C-101B-9397-08002B2CF9AE}" pid="9" name="MSIP_Label_50821336-263d-4940-a74c-ab7373b99eed_Tag">
    <vt:lpwstr>50, 3, 0, 1</vt:lpwstr>
  </property>
  <property fmtid="{D5CDD505-2E9C-101B-9397-08002B2CF9AE}" pid="10" name="ContentTypeId">
    <vt:lpwstr>0x010100367A0F02228F8548BE5CD6AF06EF2189</vt:lpwstr>
  </property>
  <property fmtid="{D5CDD505-2E9C-101B-9397-08002B2CF9AE}" pid="11" name="MediaServiceImageTags">
    <vt:lpwstr/>
  </property>
  <property fmtid="{D5CDD505-2E9C-101B-9397-08002B2CF9AE}" pid="12" name="ClassificationContentMarkingFooterLocations">
    <vt:lpwstr>Telenor 2025:12</vt:lpwstr>
  </property>
  <property fmtid="{D5CDD505-2E9C-101B-9397-08002B2CF9AE}" pid="13" name="ClassificationContentMarkingFooterText">
    <vt:lpwstr>Sensitivity: Internal</vt:lpwstr>
  </property>
</Properties>
</file>